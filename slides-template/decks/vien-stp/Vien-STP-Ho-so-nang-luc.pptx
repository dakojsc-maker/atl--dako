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Mức cải thiện (%)</c:v>
                </c:pt>
              </c:strCache>
            </c:strRef>
          </c:tx>
          <c:spPr>
            <a:solidFill>
              <a:srgbClr val="207D08"/>
            </a:solidFill>
          </c:spPr>
          <c:invertIfNegative val="0"/>
          <c:cat>
            <c:strRef>
              <c:f>Sheet1!$A$2:$A$4</c:f>
              <c:strCache>
                <c:ptCount val="3"/>
                <c:pt idx="0">
                  <c:v>Tăng năng suất</c:v>
                </c:pt>
                <c:pt idx="1">
                  <c:v>Giảm lãng phí phân bón</c:v>
                </c:pt>
                <c:pt idx="2">
                  <c:v>Tiết kiệm nhân công</c:v>
                </c:pt>
              </c:strCache>
            </c:strRef>
          </c:cat>
          <c:val>
            <c:numRef>
              <c:f>Sheet1!$B$2:$B$4</c:f>
              <c:numCache>
                <c:formatCode>General</c:formatCode>
                <c:ptCount val="3"/>
                <c:pt idx="0">
                  <c:v>20</c:v>
                </c:pt>
                <c:pt idx="1">
                  <c:v>30</c:v>
                </c:pt>
                <c:pt idx="2">
                  <c:v>50</c:v>
                </c:pt>
              </c:numCache>
            </c:numRef>
          </c:val>
        </c:ser>
        <c:dLbls>
          <c:numFmt formatCode="0&quot;%&quot;" sourceLinked="0"/>
          <c:txPr>
            <a:bodyPr/>
            <a:lstStyle/>
            <a:p>
              <a:pPr>
                <a:defRPr sz="1050" b="1">
                  <a:solidFill>
                    <a:srgbClr val="0D2B1C"/>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w="9525">
            <a:solidFill>
              <a:srgbClr val="D4E4CC"/>
            </a:solidFill>
          </a:ln>
        </c:spPr>
        <c:txPr>
          <a:bodyPr/>
          <a:lstStyle/>
          <a:p>
            <a:pPr>
              <a:defRPr sz="1050">
                <a:solidFill>
                  <a:srgbClr val="86988C"/>
                </a:solidFill>
                <a:latin typeface="Montserrat"/>
              </a:defRPr>
            </a:pPr>
          </a:p>
        </c:txPr>
        <c:crossAx val="-2113994440"/>
        <c:crosses val="autoZero"/>
        <c:auto val="1"/>
        <c:lblAlgn val="ctr"/>
        <c:lblOffset val="100"/>
        <c:noMultiLvlLbl val="0"/>
      </c:catAx>
      <c:valAx>
        <c:axId val="-2113994440"/>
        <c:scaling>
          <c:max val="60.0"/>
          <c:min val="0.0"/>
        </c:scaling>
        <c:delete val="0"/>
        <c:axPos val="l"/>
        <c:majorGridlines>
          <c:spPr>
            <a:ln w="7620">
              <a:solidFill>
                <a:srgbClr val="D4E4CC"/>
              </a:solidFill>
            </a:ln>
          </c:spPr>
        </c:majorGridlines>
        <c:numFmt formatCode="0&quot;%&quot;" sourceLinked="0"/>
        <c:majorTickMark val="out"/>
        <c:minorTickMark val="none"/>
        <c:tickLblPos val="nextTo"/>
        <c:spPr>
          <a:ln>
            <a:noFill/>
          </a:ln>
        </c:spPr>
        <c:txPr>
          <a:bodyPr/>
          <a:lstStyle/>
          <a:p>
            <a:pPr>
              <a:defRPr sz="1050">
                <a:solidFill>
                  <a:srgbClr val="86988C"/>
                </a:solidFill>
                <a:latin typeface="Montserrat"/>
              </a:defRPr>
            </a:pPr>
          </a:p>
        </c:txPr>
        <c:crossAx val="-2068027336"/>
        <c:crosses val="autoZero"/>
      </c:valAx>
    </c:plotArea>
    <c:dispBlanksAs val="gap"/>
  </c:chart>
  <c:spPr>
    <a:noFill/>
    <a:ln>
      <a:noFill/>
    </a:ln>
  </c:spPr>
  <c:txPr>
    <a:bodyPr/>
    <a:lstStyle/>
    <a:p>
      <a:pPr>
        <a:defRPr sz="1050">
          <a:solidFill>
            <a:srgbClr val="86988C"/>
          </a:solidFill>
          <a:latin typeface="Be Vietnam Pr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thưa Quý vị đại biểu. Thay mặt Viện Nghiên cứu Phát triển Giáo dục và Nghề nghiệp STP, xin trân trọng giới thiệu năng lực và các dịch vụ trọng tâm của Viện.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gồm 6 phần: giới thiệu Viện; nghiên cứu khoa học và chuyển đổi số; đào tạo và cấp chứng chỉ; truy xuất nguồn gốc; nông nghiệp thông minh IoT; và mạng lưới đối tác.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STP là tổ chức KH&amp;CN trực thuộc VUSTA, được cấp Giấy chứng nhận hoạt động KH&amp;CN năm 2020. Viện có 3 văn phòng tại Hà Nội, Nha Trang, TP.HCM và phòng thi máy tính quy mô 250 thí sinh mỗi ca.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Hoạt động của Viện xoay quanh 4 trụ cột: nghiên cứu và dự án; đào tạo và chứng chỉ; truy xuất nguồn gốc; chuyển đổi số và IoT. Bốn trụ cột bổ trợ nhau, tạo thành một hệ sinh thái phục vụ Nhà nước, doanh nghiệp và cộng đồng.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thứ hai: nghiên cứu khoa học và chuyển đổi số.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đồng hành cùng các địa phương theo 4 bước: khảo sát, đánh giá; tư vấn lập dự án KH&amp;CN; hỗ trợ công bố khoa học; và chuyển giao kết quả thành giải pháp ứng dụng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Với doanh nghiệp, Viện không chỉ tư vấn mà trực tiếp xây dựng giải pháp: chẩn đoán mức độ trưởng thành số, phát triển phần mềm, giải pháp AI, đồng thời tư vấn thẩm định giá và tổ chức hội thảo khoa học.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thứ ba: đào tạo và cấp chứng chỉ – lĩnh vực Viện có bề dày triển khai lớn nhất.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sinh thái đào tạo gồm 4 mảng: chứng chỉ nghiệp vụ ngắn hạn, huấn luyện an toàn vệ sinh lao động (trọng tâm), đào tạo ứng dụng AI, tuyển sinh và khảo thí tiếng Anh chuẩn Cambridge.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chương trình chứng chỉ được xây dựng đúng căn cứ pháp lý của từng ngành. Học viên nhận Chứng nhận nghiệp vụ song ngữ, có số hiệu và tra cứu được trực tuyến.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huấn luyện đủ 6 nhóm đối tượng theo Nghị định 44/2016 và 140/2018, lý thuyết kết hợp thực hành tại doanh nghiệp, phối hợp triển khai cùng Công ty CP Kỹ thuật Hàng hải DAKO.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khác biệt: khóa học có thể kết thúc sau vài ngày, nhưng an toàn lao động cần được quản lý mỗi ngày. Doanh nghiệp ký hợp đồng đào tạo được cấp tài khoản quản lý riêng; mỗi học viên có tài khoản cá nhân, tra cứu chứng chỉ 24/7.</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Chương trình AI được thiết kế riêng theo nghiệp vụ từng đơn vị, với 70% thời lượng thực hành trên chính công việc hằng ngày; nguyên tắc xuyên suốt là dùng AI an toàn, đúng quy định.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Trung tâm khảo thí có phòng thi máy tính 250 thí sinh mỗi ca, tổ chức các kỳ thi chuẩn Cambridge; Viện đồng thời là đầu mối tuyển sinh chính quy từ Sơ cấp đến Tiến sĩ.</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thứ tư: truy xuất nguồn gốc.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HL&amp;HT, Viện triển khai hệ thống HLHT TRACE chuẩn GS1: khởi tạo hồ sơ điện tử cho từng lô hàng, đồng bộ với Cổng thông tin truy xuất quốc gia, cấp tem và hộ chiếu số sản phẩm, giúp doanh nghiệp đáp ứng Thông tư 02/2024.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Giải pháp phù hợp nhiều ngành hàng: thủy sản, nông sản, thực phẩm, dược phẩm, hàng tiêu dùng và công nghiệp chế biến – đồng hành cùng địa phương, doanh nghiệp và hợp tác xã.</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Người tiêu dùng chỉ cần quét mã bằng camera thường để thấy hành trình sản phẩm và dấu tích “Đã xác thực”; doanh nghiệp có tháp điều khiển giám sát, tự động khóa mã khi phát hiện dấu hiệu làm giả.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thứ năm: nông nghiệp thông minh IoT.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STP là đại diện phát triển giải pháp BOM IoT của BOM Software, thành viên LATOI Australia. Hệ thống gồm cảm biến 9 trong 1, mạng LoRaWAN tầm xa, nền tảng Cloud và ứng dụng giám sát 24/7, cùng AI và Blockchain.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Cảm biến All-in-One đo 9 chỉ số môi trường chỉ sau 5 giây, bền bỉ chuẩn IP68, có phiên bản giám sát liên tục và phiên bản cầm tay.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Tại các trang trại đã triển khai, hệ thống giúp tăng 20% năng suất, giảm 30% phân bón lãng phí và tiết kiệm 50% nhân công giám sát.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cuối: đối tác và mạng lưới.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Viện có mạng lưới đối tác chiến lược trong công nghệ – truy xuất, giáo dục – tuyển sinh và du lịch – dịch vụ.</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số doanh nghiệp tiêu biểu đã tin tưởng lựa chọn Viện STP và DAKO cho công tác huấn luyện an toàn lao động.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văn phòng tại Hà Nội, Nha Trang và TP. Hồ Chí Minh giúp Viện sẵn sàng đồng hành cùng các địa phương trên cả nước.</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Xin trân trọng cảm ơn Quý vị đã lắng nghe. Viện STP mong được hợp tác, đồng hành cùng Quý cơ quan, doanh nghiệp.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6.jp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2.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23.png"/><Relationship Id="rId6" Type="http://schemas.openxmlformats.org/officeDocument/2006/relationships/image" Target="../media/image19.png"/><Relationship Id="rId7" Type="http://schemas.openxmlformats.org/officeDocument/2006/relationships/image" Target="../media/image15.png"/><Relationship Id="rId8" Type="http://schemas.openxmlformats.org/officeDocument/2006/relationships/image" Target="../media/image24.png"/><Relationship Id="rId9" Type="http://schemas.openxmlformats.org/officeDocument/2006/relationships/image" Target="../media/image25.png"/><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png"/><Relationship Id="rId4" Type="http://schemas.openxmlformats.org/officeDocument/2006/relationships/image" Target="../media/image5.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 Id="rId7" Type="http://schemas.openxmlformats.org/officeDocument/2006/relationships/image" Target="../media/image31.jpg"/><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28.jpg"/><Relationship Id="rId5" Type="http://schemas.openxmlformats.org/officeDocument/2006/relationships/image" Target="../media/image32.jpg"/><Relationship Id="rId6" Type="http://schemas.openxmlformats.org/officeDocument/2006/relationships/image" Target="../media/image33.jpg"/><Relationship Id="rId7" Type="http://schemas.openxmlformats.org/officeDocument/2006/relationships/image" Target="../media/image34.jpg"/><Relationship Id="rId8" Type="http://schemas.openxmlformats.org/officeDocument/2006/relationships/image" Target="../media/image35.jpg"/><Relationship Id="rId9" Type="http://schemas.openxmlformats.org/officeDocument/2006/relationships/image" Target="../media/image36.jpg"/><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37.jpg"/><Relationship Id="rId6" Type="http://schemas.openxmlformats.org/officeDocument/2006/relationships/image" Target="../media/image38.jpg"/><Relationship Id="rId7" Type="http://schemas.openxmlformats.org/officeDocument/2006/relationships/image" Target="../media/image39.png"/><Relationship Id="rId8" Type="http://schemas.openxmlformats.org/officeDocument/2006/relationships/image" Target="../media/image40.png"/><Relationship Id="rId9" Type="http://schemas.openxmlformats.org/officeDocument/2006/relationships/image" Target="../media/image14.png"/><Relationship Id="rId10" Type="http://schemas.openxmlformats.org/officeDocument/2006/relationships/image" Target="../media/image41.png"/><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30.jpg"/><Relationship Id="rId5" Type="http://schemas.openxmlformats.org/officeDocument/2006/relationships/image" Target="../media/image8.png"/><Relationship Id="rId6" Type="http://schemas.openxmlformats.org/officeDocument/2006/relationships/image" Target="../media/image42.png"/><Relationship Id="rId7" Type="http://schemas.openxmlformats.org/officeDocument/2006/relationships/image" Target="../media/image13.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44.jpg"/><Relationship Id="rId5" Type="http://schemas.openxmlformats.org/officeDocument/2006/relationships/image" Target="../media/image10.png"/><Relationship Id="rId6" Type="http://schemas.openxmlformats.org/officeDocument/2006/relationships/image" Target="../media/image45.png"/><Relationship Id="rId7" Type="http://schemas.openxmlformats.org/officeDocument/2006/relationships/image" Target="../media/image46.png"/><Relationship Id="rId8" Type="http://schemas.openxmlformats.org/officeDocument/2006/relationships/image" Target="../media/image47.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49.png"/><Relationship Id="rId6" Type="http://schemas.openxmlformats.org/officeDocument/2006/relationships/image" Target="../media/image50.png"/><Relationship Id="rId7" Type="http://schemas.openxmlformats.org/officeDocument/2006/relationships/image" Target="../media/image51.png"/><Relationship Id="rId8" Type="http://schemas.openxmlformats.org/officeDocument/2006/relationships/image" Target="../media/image14.png"/><Relationship Id="rId9" Type="http://schemas.openxmlformats.org/officeDocument/2006/relationships/image" Target="../media/image52.png"/><Relationship Id="rId10"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53.jpg"/><Relationship Id="rId5" Type="http://schemas.openxmlformats.org/officeDocument/2006/relationships/image" Target="../media/image54.jpg"/><Relationship Id="rId6" Type="http://schemas.openxmlformats.org/officeDocument/2006/relationships/image" Target="../media/image55.jpg"/><Relationship Id="rId7" Type="http://schemas.openxmlformats.org/officeDocument/2006/relationships/image" Target="../media/image56.jpg"/><Relationship Id="rId8" Type="http://schemas.openxmlformats.org/officeDocument/2006/relationships/image" Target="../media/image57.jpg"/><Relationship Id="rId9" Type="http://schemas.openxmlformats.org/officeDocument/2006/relationships/image" Target="../media/image58.jpg"/><Relationship Id="rId1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43.png"/><Relationship Id="rId10"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image" Target="../media/image5.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64.jpg"/><Relationship Id="rId6" Type="http://schemas.openxmlformats.org/officeDocument/2006/relationships/image" Target="../media/image65.png"/><Relationship Id="rId7" Type="http://schemas.openxmlformats.org/officeDocument/2006/relationships/image" Target="../media/image66.png"/><Relationship Id="rId8" Type="http://schemas.openxmlformats.org/officeDocument/2006/relationships/image" Target="../media/image40.png"/><Relationship Id="rId9" Type="http://schemas.openxmlformats.org/officeDocument/2006/relationships/image" Target="../media/image67.png"/><Relationship Id="rId10"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1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image" Target="../media/image70.png"/><Relationship Id="rId8" Type="http://schemas.openxmlformats.org/officeDocument/2006/relationships/image" Target="../media/image71.png"/><Relationship Id="rId9" Type="http://schemas.openxmlformats.org/officeDocument/2006/relationships/image" Target="../media/image72.png"/><Relationship Id="rId10" Type="http://schemas.openxmlformats.org/officeDocument/2006/relationships/image" Target="../media/image73.png"/><Relationship Id="rId11"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chart" Target="../charts/char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image" Target="../media/image5.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75.jpg"/><Relationship Id="rId5" Type="http://schemas.openxmlformats.org/officeDocument/2006/relationships/image" Target="../media/image76.jpg"/><Relationship Id="rId6" Type="http://schemas.openxmlformats.org/officeDocument/2006/relationships/image" Target="../media/image77.jpg"/><Relationship Id="rId7" Type="http://schemas.openxmlformats.org/officeDocument/2006/relationships/image" Target="../media/image78.jpg"/><Relationship Id="rId8" Type="http://schemas.openxmlformats.org/officeDocument/2006/relationships/image" Target="../media/image79.jpg"/><Relationship Id="rId9" Type="http://schemas.openxmlformats.org/officeDocument/2006/relationships/image" Target="../media/image80.jpg"/><Relationship Id="rId10" Type="http://schemas.openxmlformats.org/officeDocument/2006/relationships/image" Target="../media/image81.jpg"/><Relationship Id="rId11" Type="http://schemas.openxmlformats.org/officeDocument/2006/relationships/image" Target="../media/image82.jpg"/><Relationship Id="rId12" Type="http://schemas.openxmlformats.org/officeDocument/2006/relationships/image" Target="../media/image83.jpg"/><Relationship Id="rId13" Type="http://schemas.openxmlformats.org/officeDocument/2006/relationships/image" Target="../media/image84.jpg"/><Relationship Id="rId14" Type="http://schemas.openxmlformats.org/officeDocument/2006/relationships/image" Target="../media/image85.jpg"/><Relationship Id="rId15" Type="http://schemas.openxmlformats.org/officeDocument/2006/relationships/image" Target="../media/image86.jpg"/><Relationship Id="rId16" Type="http://schemas.openxmlformats.org/officeDocument/2006/relationships/image" Target="../media/image87.jpg"/><Relationship Id="rId17" Type="http://schemas.openxmlformats.org/officeDocument/2006/relationships/image" Target="../media/image88.jpg"/><Relationship Id="rId18" Type="http://schemas.openxmlformats.org/officeDocument/2006/relationships/image" Target="../media/image89.jpg"/><Relationship Id="rId19" Type="http://schemas.openxmlformats.org/officeDocument/2006/relationships/image" Target="../media/image90.jpg"/><Relationship Id="rId20"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91.jpg"/><Relationship Id="rId5" Type="http://schemas.openxmlformats.org/officeDocument/2006/relationships/image" Target="../media/image92.jpg"/><Relationship Id="rId6" Type="http://schemas.openxmlformats.org/officeDocument/2006/relationships/image" Target="../media/image93.jpg"/><Relationship Id="rId7" Type="http://schemas.openxmlformats.org/officeDocument/2006/relationships/image" Target="../media/image94.jpg"/><Relationship Id="rId8" Type="http://schemas.openxmlformats.org/officeDocument/2006/relationships/image" Target="../media/image95.jpg"/><Relationship Id="rId9" Type="http://schemas.openxmlformats.org/officeDocument/2006/relationships/image" Target="../media/image96.jpg"/><Relationship Id="rId10" Type="http://schemas.openxmlformats.org/officeDocument/2006/relationships/image" Target="../media/image97.jpg"/><Relationship Id="rId11" Type="http://schemas.openxmlformats.org/officeDocument/2006/relationships/image" Target="../media/image98.jp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image" Target="../media/image5.png"/><Relationship Id="rId4" Type="http://schemas.openxmlformats.org/officeDocument/2006/relationships/image" Target="../media/image99.png"/><Relationship Id="rId5" Type="http://schemas.openxmlformats.org/officeDocument/2006/relationships/image" Target="../media/image100.png"/><Relationship Id="rId6"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52.png"/><Relationship Id="rId5" Type="http://schemas.openxmlformats.org/officeDocument/2006/relationships/image" Target="../media/image101.png"/><Relationship Id="rId6" Type="http://schemas.openxmlformats.org/officeDocument/2006/relationships/image" Target="../media/image102.png"/><Relationship Id="rId7" Type="http://schemas.openxmlformats.org/officeDocument/2006/relationships/image" Target="../media/image9.png"/><Relationship Id="rId8" Type="http://schemas.openxmlformats.org/officeDocument/2006/relationships/image" Target="../media/image5.png"/><Relationship Id="rId9" Type="http://schemas.openxmlformats.org/officeDocument/2006/relationships/image" Target="../media/image103.png"/><Relationship Id="rId10"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cover_207D08032A1Bc.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emblem_ff66a6_207D08032A1BcCDEFA0.png"/>
          <p:cNvPicPr>
            <a:picLocks noChangeAspect="1"/>
          </p:cNvPicPr>
          <p:nvPr/>
        </p:nvPicPr>
        <p:blipFill>
          <a:blip r:embed="rId3"/>
          <a:srcRect/>
          <a:stretch>
            <a:fillRect/>
          </a:stretch>
        </p:blipFill>
        <p:spPr>
          <a:xfrm>
            <a:off x="6766560" y="822960"/>
            <a:ext cx="5120640" cy="5120640"/>
          </a:xfrm>
          <a:prstGeom prst="rect">
            <a:avLst/>
          </a:prstGeom>
        </p:spPr>
      </p:pic>
      <p:sp>
        <p:nvSpPr>
          <p:cNvPr id="4" name="!!kicker"/>
          <p:cNvSpPr/>
          <p:nvPr/>
        </p:nvSpPr>
        <p:spPr>
          <a:xfrm>
            <a:off x="548640" y="1143000"/>
            <a:ext cx="2346176" cy="329184"/>
          </a:xfrm>
          <a:prstGeom prst="roundRect">
            <a:avLst>
              <a:gd name="adj" fmla="val 50000"/>
            </a:avLst>
          </a:prstGeom>
          <a:solidFill>
            <a:srgbClr val="7FC211"/>
          </a:solidFill>
          <a:ln>
            <a:noFill/>
          </a:ln>
          <a:effectLst/>
        </p:spPr>
        <p:style>
          <a:lnRef idx="1">
            <a:schemeClr val="accent1"/>
          </a:lnRef>
          <a:fillRef idx="3">
            <a:schemeClr val="accent1"/>
          </a:fillRef>
          <a:effectRef idx="0">
            <a:schemeClr val="accent1"/>
          </a:effectRef>
          <a:fontRef idx="minor">
            <a:schemeClr val="lt1"/>
          </a:fontRef>
        </p:style>
        <p:txBody>
          <a:bodyPr rtlCol="0" anchor="ctr" tIns="18288" bIns="18288" wrap="square"/>
          <a:lstStyle/>
          <a:p>
            <a:pPr algn="ctr"/>
            <a:r>
              <a:rPr sz="1000" b="0" i="0" spc="150">
                <a:solidFill>
                  <a:srgbClr val="032A1B"/>
                </a:solidFill>
                <a:latin typeface="Be Vietnam Pro SemiBold"/>
                <a:ea typeface="Be Vietnam Pro SemiBold"/>
                <a:cs typeface="Be Vietnam Pro SemiBold"/>
              </a:rPr>
              <a:t>STP INSTITUTE · VUSTA</a:t>
            </a:r>
          </a:p>
        </p:txBody>
      </p:sp>
      <p:sp>
        <p:nvSpPr>
          <p:cNvPr id="5" name="!!l1"/>
          <p:cNvSpPr txBox="1"/>
          <p:nvPr/>
        </p:nvSpPr>
        <p:spPr>
          <a:xfrm>
            <a:off x="548640" y="1828800"/>
            <a:ext cx="6035040" cy="457200"/>
          </a:xfrm>
          <a:prstGeom prst="rect">
            <a:avLst/>
          </a:prstGeom>
          <a:noFill/>
        </p:spPr>
        <p:txBody>
          <a:bodyPr wrap="none" lIns="0" rIns="0" tIns="0" bIns="0" anchor="t">
            <a:noAutofit/>
          </a:bodyPr>
          <a:lstStyle/>
          <a:p>
            <a:pPr algn="l"/>
            <a:r>
              <a:rPr sz="2000" b="0" i="0">
                <a:solidFill>
                  <a:srgbClr val="FFFFFF"/>
                </a:solidFill>
                <a:latin typeface="Lexend Exa Medium"/>
                <a:ea typeface="Lexend Exa Medium"/>
                <a:cs typeface="Lexend Exa Medium"/>
              </a:rPr>
              <a:t>HỒ SƠ NĂNG LỰC</a:t>
            </a:r>
          </a:p>
        </p:txBody>
      </p:sp>
      <p:sp>
        <p:nvSpPr>
          <p:cNvPr id="6" name="!!l2"/>
          <p:cNvSpPr txBox="1"/>
          <p:nvPr/>
        </p:nvSpPr>
        <p:spPr>
          <a:xfrm>
            <a:off x="548640" y="2286000"/>
            <a:ext cx="6400800" cy="990600"/>
          </a:xfrm>
          <a:prstGeom prst="rect">
            <a:avLst/>
          </a:prstGeom>
          <a:noFill/>
        </p:spPr>
        <p:txBody>
          <a:bodyPr wrap="none" lIns="0" rIns="0" tIns="0" bIns="0" anchor="t">
            <a:noAutofit/>
          </a:bodyPr>
          <a:lstStyle/>
          <a:p>
            <a:pPr algn="l">
              <a:lnSpc>
                <a:spcPct val="100000"/>
              </a:lnSpc>
            </a:pPr>
            <a:r>
              <a:rPr sz="6000" b="1" i="0">
                <a:solidFill>
                  <a:srgbClr val="FFFFFF"/>
                </a:solidFill>
                <a:effectLst>
                  <a:glow rad="109728">
                    <a:srgbClr val="7FC211">
                      <a:alpha val="35000"/>
                    </a:srgbClr>
                  </a:glow>
                </a:effectLst>
                <a:latin typeface="Lexend Exa"/>
                <a:ea typeface="Lexend Exa"/>
                <a:cs typeface="Lexend Exa"/>
              </a:rPr>
              <a:t>VIỆN STP</a:t>
            </a:r>
          </a:p>
        </p:txBody>
      </p:sp>
      <p:sp>
        <p:nvSpPr>
          <p:cNvPr id="7" name="TextBox 6"/>
          <p:cNvSpPr txBox="1"/>
          <p:nvPr/>
        </p:nvSpPr>
        <p:spPr>
          <a:xfrm>
            <a:off x="548640" y="3368040"/>
            <a:ext cx="5852160" cy="457200"/>
          </a:xfrm>
          <a:prstGeom prst="rect">
            <a:avLst/>
          </a:prstGeom>
          <a:noFill/>
        </p:spPr>
        <p:txBody>
          <a:bodyPr wrap="square" lIns="0" rIns="0" tIns="0" bIns="0" anchor="t">
            <a:noAutofit/>
          </a:bodyPr>
          <a:lstStyle/>
          <a:p>
            <a:pPr algn="l"/>
            <a:r>
              <a:rPr sz="1400" b="0" i="0">
                <a:solidFill>
                  <a:srgbClr val="E6EEFF"/>
                </a:solidFill>
                <a:latin typeface="Be Vietnam Pro"/>
                <a:ea typeface="Be Vietnam Pro"/>
                <a:cs typeface="Be Vietnam Pro"/>
              </a:rPr>
              <a:t>Viện Nghiên cứu Phát triển Giáo dục và Nghề nghiệp STP</a:t>
            </a:r>
          </a:p>
        </p:txBody>
      </p:sp>
      <p:sp>
        <p:nvSpPr>
          <p:cNvPr id="8" name="TextBox 7"/>
          <p:cNvSpPr txBox="1"/>
          <p:nvPr/>
        </p:nvSpPr>
        <p:spPr>
          <a:xfrm>
            <a:off x="548640" y="6035040"/>
            <a:ext cx="6400800" cy="365760"/>
          </a:xfrm>
          <a:prstGeom prst="rect">
            <a:avLst/>
          </a:prstGeom>
          <a:noFill/>
        </p:spPr>
        <p:txBody>
          <a:bodyPr wrap="square" lIns="0" rIns="0" tIns="0" bIns="0" anchor="t">
            <a:noAutofit/>
          </a:bodyPr>
          <a:lstStyle/>
          <a:p>
            <a:pPr algn="l"/>
            <a:r>
              <a:rPr sz="1100" b="0" i="0">
                <a:solidFill>
                  <a:srgbClr val="C9D6F5"/>
                </a:solidFill>
                <a:latin typeface="Be Vietnam Pro SemiBold"/>
                <a:ea typeface="Be Vietnam Pro SemiBold"/>
                <a:cs typeface="Be Vietnam Pro SemiBold"/>
              </a:rPr>
              <a:t>Tổ chức KH&amp;CN trực thuộc Liên hiệp các Hội Khoa học và Kỹ thuật Việt Nam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ppt_w*0.7"/>
                                          </p:val>
                                        </p:tav>
                                        <p:tav tm="100000">
                                          <p:val>
                                            <p:strVal val="#ppt_w"/>
                                          </p:val>
                                        </p:tav>
                                      </p:tavLst>
                                    </p:anim>
                                    <p:anim calcmode="lin" valueType="num">
                                      <p:cBhvr additive="base">
                                        <p:cTn id="8" dur="1000" fill="hold"/>
                                        <p:tgtEl>
                                          <p:spTgt spid="3"/>
                                        </p:tgtEl>
                                        <p:attrNameLst>
                                          <p:attrName>ppt_h</p:attrName>
                                        </p:attrNameLst>
                                      </p:cBhvr>
                                      <p:tavLst>
                                        <p:tav tm="0">
                                          <p:val>
                                            <p:strVal val="#ppt_h*0.7"/>
                                          </p:val>
                                        </p:tav>
                                        <p:tav tm="100000">
                                          <p:val>
                                            <p:strVal val="#ppt_h"/>
                                          </p:val>
                                        </p:tav>
                                      </p:tavLst>
                                    </p:anim>
                                    <p:animEffect transition="in" filter="fade">
                                      <p:cBhvr>
                                        <p:cTn id="9" dur="1000"/>
                                        <p:tgtEl>
                                          <p:spTgt spid="3"/>
                                        </p:tgtEl>
                                      </p:cBhvr>
                                    </p:animEffect>
                                  </p:childTnLst>
                                </p:cTn>
                              </p:par>
                              <p:par>
                                <p:cTn id="10" presetID="10" presetClass="entr" presetSubtype="0" fill="hold" grpId="0" nodeType="withEffect">
                                  <p:stCondLst>
                                    <p:cond delay="50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22" presetClass="entr" presetSubtype="8" fill="hold" grpId="0" nodeType="withEffect">
                                  <p:stCondLst>
                                    <p:cond delay="7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600"/>
                                        <p:tgtEl>
                                          <p:spTgt spid="5"/>
                                        </p:tgtEl>
                                      </p:cBhvr>
                                    </p:animEffect>
                                  </p:childTnLst>
                                </p:cTn>
                              </p:par>
                              <p:par>
                                <p:cTn id="16" presetID="42" presetClass="entr" presetSubtype="0" fill="hold" grpId="0" nodeType="withEffect">
                                  <p:stCondLst>
                                    <p:cond delay="9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800"/>
                                        <p:tgtEl>
                                          <p:spTgt spid="6"/>
                                        </p:tgtEl>
                                      </p:cBhvr>
                                    </p:animEffect>
                                    <p:anim calcmode="lin" valueType="num">
                                      <p:cBhvr additive="base">
                                        <p:cTn id="19" dur="800" fill="hold"/>
                                        <p:tgtEl>
                                          <p:spTgt spid="6"/>
                                        </p:tgtEl>
                                        <p:attrNameLst>
                                          <p:attrName>ppt_x</p:attrName>
                                        </p:attrNameLst>
                                      </p:cBhvr>
                                      <p:tavLst>
                                        <p:tav tm="0">
                                          <p:val>
                                            <p:strVal val="#ppt_x"/>
                                          </p:val>
                                        </p:tav>
                                        <p:tav tm="100000">
                                          <p:val>
                                            <p:strVal val="#ppt_x"/>
                                          </p:val>
                                        </p:tav>
                                      </p:tavLst>
                                    </p:anim>
                                    <p:anim calcmode="lin" valueType="num">
                                      <p:cBhvr additive="base">
                                        <p:cTn id="20" dur="800" fill="hold"/>
                                        <p:tgtEl>
                                          <p:spTgt spid="6"/>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140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par>
                                <p:cTn id="24" presetID="10" presetClass="entr" presetSubtype="0" fill="hold" grpId="0" nodeType="withEffect">
                                  <p:stCondLst>
                                    <p:cond delay="160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dark_207D08032A1Bc.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emblem_ff66a6_207D08032A1BcCDEFA0.png"/>
          <p:cNvPicPr>
            <a:picLocks noChangeAspect="1"/>
          </p:cNvPicPr>
          <p:nvPr/>
        </p:nvPicPr>
        <p:blipFill>
          <a:blip r:embed="rId3"/>
          <a:srcRect/>
          <a:stretch>
            <a:fillRect/>
          </a:stretch>
        </p:blipFill>
        <p:spPr>
          <a:xfrm>
            <a:off x="4541368" y="2011680"/>
            <a:ext cx="3108960" cy="3108960"/>
          </a:xfrm>
          <a:prstGeom prst="rect">
            <a:avLst/>
          </a:prstGeom>
        </p:spPr>
      </p:pic>
      <p:sp>
        <p:nvSpPr>
          <p:cNvPr id="4" name="!!ttl"/>
          <p:cNvSpPr txBox="1"/>
          <p:nvPr/>
        </p:nvSpPr>
        <p:spPr>
          <a:xfrm>
            <a:off x="0" y="548640"/>
            <a:ext cx="12191695" cy="731520"/>
          </a:xfrm>
          <a:prstGeom prst="rect">
            <a:avLst/>
          </a:prstGeom>
          <a:noFill/>
        </p:spPr>
        <p:txBody>
          <a:bodyPr wrap="none" lIns="0" rIns="0" tIns="0" bIns="0" anchor="t">
            <a:noAutofit/>
          </a:bodyPr>
          <a:lstStyle/>
          <a:p>
            <a:pPr algn="ctr">
              <a:lnSpc>
                <a:spcPct val="100000"/>
              </a:lnSpc>
            </a:pPr>
            <a:r>
              <a:rPr sz="3400" b="1" i="0">
                <a:solidFill>
                  <a:srgbClr val="FFFFFF"/>
                </a:solidFill>
                <a:effectLst>
                  <a:glow rad="91440">
                    <a:srgbClr val="7FC211">
                      <a:alpha val="30000"/>
                    </a:srgbClr>
                  </a:glow>
                </a:effectLst>
                <a:latin typeface="Lexend Exa"/>
                <a:ea typeface="Lexend Exa"/>
                <a:cs typeface="Lexend Exa"/>
              </a:rPr>
              <a:t>NỘI DUNG</a:t>
            </a:r>
          </a:p>
        </p:txBody>
      </p:sp>
      <p:sp>
        <p:nvSpPr>
          <p:cNvPr id="5" name="TextBox 4"/>
          <p:cNvSpPr txBox="1"/>
          <p:nvPr/>
        </p:nvSpPr>
        <p:spPr>
          <a:xfrm>
            <a:off x="822960" y="1874520"/>
            <a:ext cx="914400" cy="640080"/>
          </a:xfrm>
          <a:prstGeom prst="rect">
            <a:avLst/>
          </a:prstGeom>
          <a:noFill/>
        </p:spPr>
        <p:txBody>
          <a:bodyPr wrap="none" lIns="0" rIns="0" tIns="0" bIns="0" anchor="ctr">
            <a:noAutofit/>
          </a:bodyPr>
          <a:lstStyle/>
          <a:p>
            <a:pPr algn="l">
              <a:lnSpc>
                <a:spcPct val="100000"/>
              </a:lnSpc>
            </a:pPr>
            <a:r>
              <a:rPr sz="3400" b="1" i="0">
                <a:solidFill>
                  <a:srgbClr val="7FC211"/>
                </a:solidFill>
                <a:effectLst>
                  <a:glow rad="73152">
                    <a:srgbClr val="7FC211">
                      <a:alpha val="30000"/>
                    </a:srgbClr>
                  </a:glow>
                </a:effectLst>
                <a:latin typeface="Lexend Exa"/>
                <a:ea typeface="Lexend Exa"/>
                <a:cs typeface="Lexend Exa"/>
              </a:rPr>
              <a:t>01</a:t>
            </a:r>
          </a:p>
        </p:txBody>
      </p:sp>
      <p:sp>
        <p:nvSpPr>
          <p:cNvPr id="6" name="TextBox 5"/>
          <p:cNvSpPr txBox="1"/>
          <p:nvPr/>
        </p:nvSpPr>
        <p:spPr>
          <a:xfrm>
            <a:off x="1783080" y="187452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GIỚI THIỆU VIỆN STP</a:t>
            </a:r>
          </a:p>
        </p:txBody>
      </p:sp>
      <p:cxnSp>
        <p:nvCxnSpPr>
          <p:cNvPr id="7" name="Connector 6"/>
          <p:cNvCxnSpPr/>
          <p:nvPr/>
        </p:nvCxnSpPr>
        <p:spPr>
          <a:xfrm>
            <a:off x="822960" y="2587752"/>
            <a:ext cx="3489808" cy="0"/>
          </a:xfrm>
          <a:prstGeom prst="line">
            <a:avLst/>
          </a:prstGeom>
          <a:ln w="9525">
            <a:solidFill>
              <a:srgbClr val="7FC211">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822960" y="3657600"/>
            <a:ext cx="914400" cy="640080"/>
          </a:xfrm>
          <a:prstGeom prst="rect">
            <a:avLst/>
          </a:prstGeom>
          <a:noFill/>
        </p:spPr>
        <p:txBody>
          <a:bodyPr wrap="none" lIns="0" rIns="0" tIns="0" bIns="0" anchor="ctr">
            <a:noAutofit/>
          </a:bodyPr>
          <a:lstStyle/>
          <a:p>
            <a:pPr algn="l">
              <a:lnSpc>
                <a:spcPct val="100000"/>
              </a:lnSpc>
            </a:pPr>
            <a:r>
              <a:rPr sz="3400" b="1" i="0">
                <a:solidFill>
                  <a:srgbClr val="7FC211"/>
                </a:solidFill>
                <a:effectLst>
                  <a:glow rad="73152">
                    <a:srgbClr val="7FC211">
                      <a:alpha val="30000"/>
                    </a:srgbClr>
                  </a:glow>
                </a:effectLst>
                <a:latin typeface="Lexend Exa"/>
                <a:ea typeface="Lexend Exa"/>
                <a:cs typeface="Lexend Exa"/>
              </a:rPr>
              <a:t>02</a:t>
            </a:r>
          </a:p>
        </p:txBody>
      </p:sp>
      <p:sp>
        <p:nvSpPr>
          <p:cNvPr id="9" name="TextBox 8"/>
          <p:cNvSpPr txBox="1"/>
          <p:nvPr/>
        </p:nvSpPr>
        <p:spPr>
          <a:xfrm>
            <a:off x="1783080" y="365760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NGHIÊN CỨU KHOA HỌC &amp; CHUYỂN ĐỔI SỐ</a:t>
            </a:r>
          </a:p>
        </p:txBody>
      </p:sp>
      <p:cxnSp>
        <p:nvCxnSpPr>
          <p:cNvPr id="10" name="Connector 9"/>
          <p:cNvCxnSpPr/>
          <p:nvPr/>
        </p:nvCxnSpPr>
        <p:spPr>
          <a:xfrm>
            <a:off x="822960" y="4370832"/>
            <a:ext cx="3489808" cy="0"/>
          </a:xfrm>
          <a:prstGeom prst="line">
            <a:avLst/>
          </a:prstGeom>
          <a:ln w="9525">
            <a:solidFill>
              <a:srgbClr val="7FC211">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822960" y="5440680"/>
            <a:ext cx="914400" cy="640080"/>
          </a:xfrm>
          <a:prstGeom prst="rect">
            <a:avLst/>
          </a:prstGeom>
          <a:noFill/>
        </p:spPr>
        <p:txBody>
          <a:bodyPr wrap="none" lIns="0" rIns="0" tIns="0" bIns="0" anchor="ctr">
            <a:noAutofit/>
          </a:bodyPr>
          <a:lstStyle/>
          <a:p>
            <a:pPr algn="l">
              <a:lnSpc>
                <a:spcPct val="100000"/>
              </a:lnSpc>
            </a:pPr>
            <a:r>
              <a:rPr sz="3400" b="1" i="0">
                <a:solidFill>
                  <a:srgbClr val="7FC211"/>
                </a:solidFill>
                <a:effectLst>
                  <a:glow rad="73152">
                    <a:srgbClr val="7FC211">
                      <a:alpha val="30000"/>
                    </a:srgbClr>
                  </a:glow>
                </a:effectLst>
                <a:latin typeface="Lexend Exa"/>
                <a:ea typeface="Lexend Exa"/>
                <a:cs typeface="Lexend Exa"/>
              </a:rPr>
              <a:t>03</a:t>
            </a:r>
          </a:p>
        </p:txBody>
      </p:sp>
      <p:sp>
        <p:nvSpPr>
          <p:cNvPr id="12" name="TextBox 11"/>
          <p:cNvSpPr txBox="1"/>
          <p:nvPr/>
        </p:nvSpPr>
        <p:spPr>
          <a:xfrm>
            <a:off x="1783080" y="544068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ĐÀO TẠO &amp; CHỨNG CHỈ</a:t>
            </a:r>
          </a:p>
        </p:txBody>
      </p:sp>
      <p:cxnSp>
        <p:nvCxnSpPr>
          <p:cNvPr id="13" name="Connector 12"/>
          <p:cNvCxnSpPr/>
          <p:nvPr/>
        </p:nvCxnSpPr>
        <p:spPr>
          <a:xfrm>
            <a:off x="822960" y="6153912"/>
            <a:ext cx="3489808" cy="0"/>
          </a:xfrm>
          <a:prstGeom prst="line">
            <a:avLst/>
          </a:prstGeom>
          <a:ln w="9525">
            <a:solidFill>
              <a:srgbClr val="7FC211">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7878928" y="1874520"/>
            <a:ext cx="914400" cy="640080"/>
          </a:xfrm>
          <a:prstGeom prst="rect">
            <a:avLst/>
          </a:prstGeom>
          <a:noFill/>
        </p:spPr>
        <p:txBody>
          <a:bodyPr wrap="none" lIns="0" rIns="0" tIns="0" bIns="0" anchor="ctr">
            <a:noAutofit/>
          </a:bodyPr>
          <a:lstStyle/>
          <a:p>
            <a:pPr algn="l">
              <a:lnSpc>
                <a:spcPct val="100000"/>
              </a:lnSpc>
            </a:pPr>
            <a:r>
              <a:rPr sz="3400" b="1" i="0">
                <a:solidFill>
                  <a:srgbClr val="7FC211"/>
                </a:solidFill>
                <a:effectLst>
                  <a:glow rad="73152">
                    <a:srgbClr val="7FC211">
                      <a:alpha val="30000"/>
                    </a:srgbClr>
                  </a:glow>
                </a:effectLst>
                <a:latin typeface="Lexend Exa"/>
                <a:ea typeface="Lexend Exa"/>
                <a:cs typeface="Lexend Exa"/>
              </a:rPr>
              <a:t>04</a:t>
            </a:r>
          </a:p>
        </p:txBody>
      </p:sp>
      <p:sp>
        <p:nvSpPr>
          <p:cNvPr id="15" name="TextBox 14"/>
          <p:cNvSpPr txBox="1"/>
          <p:nvPr/>
        </p:nvSpPr>
        <p:spPr>
          <a:xfrm>
            <a:off x="8839048" y="187452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TRUY XUẤT NGUỒN GỐC</a:t>
            </a:r>
          </a:p>
        </p:txBody>
      </p:sp>
      <p:cxnSp>
        <p:nvCxnSpPr>
          <p:cNvPr id="16" name="Connector 15"/>
          <p:cNvCxnSpPr/>
          <p:nvPr/>
        </p:nvCxnSpPr>
        <p:spPr>
          <a:xfrm>
            <a:off x="7878928" y="2587752"/>
            <a:ext cx="3489807" cy="0"/>
          </a:xfrm>
          <a:prstGeom prst="line">
            <a:avLst/>
          </a:prstGeom>
          <a:ln w="9525">
            <a:solidFill>
              <a:srgbClr val="7FC211">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17" name="TextBox 16"/>
          <p:cNvSpPr txBox="1"/>
          <p:nvPr/>
        </p:nvSpPr>
        <p:spPr>
          <a:xfrm>
            <a:off x="7878928" y="3657600"/>
            <a:ext cx="914400" cy="640080"/>
          </a:xfrm>
          <a:prstGeom prst="rect">
            <a:avLst/>
          </a:prstGeom>
          <a:noFill/>
        </p:spPr>
        <p:txBody>
          <a:bodyPr wrap="none" lIns="0" rIns="0" tIns="0" bIns="0" anchor="ctr">
            <a:noAutofit/>
          </a:bodyPr>
          <a:lstStyle/>
          <a:p>
            <a:pPr algn="l">
              <a:lnSpc>
                <a:spcPct val="100000"/>
              </a:lnSpc>
            </a:pPr>
            <a:r>
              <a:rPr sz="3400" b="1" i="0">
                <a:solidFill>
                  <a:srgbClr val="7FC211"/>
                </a:solidFill>
                <a:effectLst>
                  <a:glow rad="73152">
                    <a:srgbClr val="7FC211">
                      <a:alpha val="30000"/>
                    </a:srgbClr>
                  </a:glow>
                </a:effectLst>
                <a:latin typeface="Lexend Exa"/>
                <a:ea typeface="Lexend Exa"/>
                <a:cs typeface="Lexend Exa"/>
              </a:rPr>
              <a:t>05</a:t>
            </a:r>
          </a:p>
        </p:txBody>
      </p:sp>
      <p:sp>
        <p:nvSpPr>
          <p:cNvPr id="18" name="TextBox 17"/>
          <p:cNvSpPr txBox="1"/>
          <p:nvPr/>
        </p:nvSpPr>
        <p:spPr>
          <a:xfrm>
            <a:off x="8839048" y="365760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NÔNG NGHIỆP THÔNG MINH IOT</a:t>
            </a:r>
          </a:p>
        </p:txBody>
      </p:sp>
      <p:cxnSp>
        <p:nvCxnSpPr>
          <p:cNvPr id="19" name="Connector 18"/>
          <p:cNvCxnSpPr/>
          <p:nvPr/>
        </p:nvCxnSpPr>
        <p:spPr>
          <a:xfrm>
            <a:off x="7878928" y="4370832"/>
            <a:ext cx="3489807" cy="0"/>
          </a:xfrm>
          <a:prstGeom prst="line">
            <a:avLst/>
          </a:prstGeom>
          <a:ln w="9525">
            <a:solidFill>
              <a:srgbClr val="7FC211">
                <a:alpha val="40000"/>
              </a:srgbClr>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7878928" y="5440680"/>
            <a:ext cx="914400" cy="640080"/>
          </a:xfrm>
          <a:prstGeom prst="rect">
            <a:avLst/>
          </a:prstGeom>
          <a:noFill/>
        </p:spPr>
        <p:txBody>
          <a:bodyPr wrap="none" lIns="0" rIns="0" tIns="0" bIns="0" anchor="ctr">
            <a:noAutofit/>
          </a:bodyPr>
          <a:lstStyle/>
          <a:p>
            <a:pPr algn="l">
              <a:lnSpc>
                <a:spcPct val="100000"/>
              </a:lnSpc>
            </a:pPr>
            <a:r>
              <a:rPr sz="3400" b="1" i="0">
                <a:solidFill>
                  <a:srgbClr val="7FC211"/>
                </a:solidFill>
                <a:effectLst>
                  <a:glow rad="73152">
                    <a:srgbClr val="7FC211">
                      <a:alpha val="30000"/>
                    </a:srgbClr>
                  </a:glow>
                </a:effectLst>
                <a:latin typeface="Lexend Exa"/>
                <a:ea typeface="Lexend Exa"/>
                <a:cs typeface="Lexend Exa"/>
              </a:rPr>
              <a:t>06</a:t>
            </a:r>
          </a:p>
        </p:txBody>
      </p:sp>
      <p:sp>
        <p:nvSpPr>
          <p:cNvPr id="21" name="TextBox 20"/>
          <p:cNvSpPr txBox="1"/>
          <p:nvPr/>
        </p:nvSpPr>
        <p:spPr>
          <a:xfrm>
            <a:off x="8839048" y="5440680"/>
            <a:ext cx="2529688" cy="640080"/>
          </a:xfrm>
          <a:prstGeom prst="rect">
            <a:avLst/>
          </a:prstGeom>
          <a:noFill/>
        </p:spPr>
        <p:txBody>
          <a:bodyPr wrap="square" lIns="0" rIns="0" tIns="0" bIns="0" anchor="ctr">
            <a:noAutofit/>
          </a:bodyPr>
          <a:lstStyle/>
          <a:p>
            <a:pPr algn="l">
              <a:lnSpc>
                <a:spcPct val="105000"/>
              </a:lnSpc>
            </a:pPr>
            <a:r>
              <a:rPr sz="1250" b="0" i="0">
                <a:solidFill>
                  <a:srgbClr val="FFFFFF"/>
                </a:solidFill>
                <a:latin typeface="Lexend Exa Medium"/>
                <a:ea typeface="Lexend Exa Medium"/>
                <a:cs typeface="Lexend Exa Medium"/>
              </a:rPr>
              <a:t>ĐỐI TÁC &amp; MẠNG LƯỚI</a:t>
            </a:r>
          </a:p>
        </p:txBody>
      </p:sp>
      <p:cxnSp>
        <p:nvCxnSpPr>
          <p:cNvPr id="22" name="Connector 21"/>
          <p:cNvCxnSpPr/>
          <p:nvPr/>
        </p:nvCxnSpPr>
        <p:spPr>
          <a:xfrm>
            <a:off x="7878928" y="6153912"/>
            <a:ext cx="3489807" cy="0"/>
          </a:xfrm>
          <a:prstGeom prst="line">
            <a:avLst/>
          </a:prstGeom>
          <a:ln w="9525">
            <a:solidFill>
              <a:srgbClr val="7FC211">
                <a:alpha val="40000"/>
              </a:srgbClr>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0"/>
                                          </p:val>
                                        </p:tav>
                                        <p:tav tm="100000">
                                          <p:val>
                                            <p:strVal val="#ppt_w"/>
                                          </p:val>
                                        </p:tav>
                                      </p:tavLst>
                                    </p:anim>
                                    <p:anim calcmode="lin" valueType="num">
                                      <p:cBhvr additive="base">
                                        <p:cTn id="8" dur="1000" fill="hold"/>
                                        <p:tgtEl>
                                          <p:spTgt spid="3"/>
                                        </p:tgtEl>
                                        <p:attrNameLst>
                                          <p:attrName>ppt_h</p:attrName>
                                        </p:attrNameLst>
                                      </p:cBhvr>
                                      <p:tavLst>
                                        <p:tav tm="0">
                                          <p:val>
                                            <p:str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par>
                                <p:cTn id="11" presetID="53" presetClass="entr" presetSubtype="16" fill="hold" grpId="0" nodeType="withEffect">
                                  <p:stCondLst>
                                    <p:cond delay="30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600" fill="hold"/>
                                        <p:tgtEl>
                                          <p:spTgt spid="4"/>
                                        </p:tgtEl>
                                        <p:attrNameLst>
                                          <p:attrName>ppt_w</p:attrName>
                                        </p:attrNameLst>
                                      </p:cBhvr>
                                      <p:tavLst>
                                        <p:tav tm="0">
                                          <p:val>
                                            <p:strVal val="#ppt_w*0.7"/>
                                          </p:val>
                                        </p:tav>
                                        <p:tav tm="100000">
                                          <p:val>
                                            <p:strVal val="#ppt_w"/>
                                          </p:val>
                                        </p:tav>
                                      </p:tavLst>
                                    </p:anim>
                                    <p:anim calcmode="lin" valueType="num">
                                      <p:cBhvr additive="base">
                                        <p:cTn id="14" dur="600" fill="hold"/>
                                        <p:tgtEl>
                                          <p:spTgt spid="4"/>
                                        </p:tgtEl>
                                        <p:attrNameLst>
                                          <p:attrName>ppt_h</p:attrName>
                                        </p:attrNameLst>
                                      </p:cBhvr>
                                      <p:tavLst>
                                        <p:tav tm="0">
                                          <p:val>
                                            <p:strVal val="#ppt_h*0.7"/>
                                          </p:val>
                                        </p:tav>
                                        <p:tav tm="100000">
                                          <p:val>
                                            <p:strVal val="#ppt_h"/>
                                          </p:val>
                                        </p:tav>
                                      </p:tavLst>
                                    </p:anim>
                                    <p:animEffect transition="in" filter="fade">
                                      <p:cBhvr>
                                        <p:cTn id="15" dur="600"/>
                                        <p:tgtEl>
                                          <p:spTgt spid="4"/>
                                        </p:tgtEl>
                                      </p:cBhvr>
                                    </p:animEffect>
                                  </p:childTnLst>
                                </p:cTn>
                              </p:par>
                              <p:par>
                                <p:cTn id="16" presetID="10" presetClass="entr" presetSubtype="0" fill="hold" grpId="0" nodeType="withEffect">
                                  <p:stCondLst>
                                    <p:cond delay="60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500"/>
                                        <p:tgtEl>
                                          <p:spTgt spid="5"/>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par>
                                <p:cTn id="22" presetID="10" presetClass="entr" presetSubtype="0" fill="hold" grpId="0" nodeType="withEffect">
                                  <p:stCondLst>
                                    <p:cond delay="600"/>
                                  </p:stCondLst>
                                  <p:childTnLst>
                                    <p:set>
                                      <p:cBhvr>
                                        <p:cTn id="23" dur="1" fill="hold">
                                          <p:stCondLst>
                                            <p:cond delay="0"/>
                                          </p:stCondLst>
                                        </p:cTn>
                                        <p:tgtEl>
                                          <p:spTgt spid="7"/>
                                        </p:tgtEl>
                                        <p:attrNameLst>
                                          <p:attrName>style.visibility</p:attrName>
                                        </p:attrNameLst>
                                      </p:cBhvr>
                                      <p:to>
                                        <p:strVal val="visible"/>
                                      </p:to>
                                    </p:set>
                                    <p:animEffect transition="in" filter="fade">
                                      <p:cBhvr>
                                        <p:cTn id="24" dur="500"/>
                                        <p:tgtEl>
                                          <p:spTgt spid="7"/>
                                        </p:tgtEl>
                                      </p:cBhvr>
                                    </p:animEffect>
                                  </p:childTnLst>
                                </p:cTn>
                              </p:par>
                              <p:par>
                                <p:cTn id="25" presetID="10" presetClass="entr" presetSubtype="0" fill="hold" grpId="0" nodeType="withEffect">
                                  <p:stCondLst>
                                    <p:cond delay="75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75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par>
                                <p:cTn id="31" presetID="10" presetClass="entr" presetSubtype="0" fill="hold" grpId="0" nodeType="withEffect">
                                  <p:stCondLst>
                                    <p:cond delay="75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par>
                                <p:cTn id="34" presetID="10" presetClass="entr" presetSubtype="0" fill="hold" grpId="0" nodeType="withEffect">
                                  <p:stCondLst>
                                    <p:cond delay="900"/>
                                  </p:stCondLst>
                                  <p:childTnLst>
                                    <p:set>
                                      <p:cBhvr>
                                        <p:cTn id="35" dur="1" fill="hold">
                                          <p:stCondLst>
                                            <p:cond delay="0"/>
                                          </p:stCondLst>
                                        </p:cTn>
                                        <p:tgtEl>
                                          <p:spTgt spid="11"/>
                                        </p:tgtEl>
                                        <p:attrNameLst>
                                          <p:attrName>style.visibility</p:attrName>
                                        </p:attrNameLst>
                                      </p:cBhvr>
                                      <p:to>
                                        <p:strVal val="visible"/>
                                      </p:to>
                                    </p:set>
                                    <p:animEffect transition="in" filter="fade">
                                      <p:cBhvr>
                                        <p:cTn id="36" dur="500"/>
                                        <p:tgtEl>
                                          <p:spTgt spid="11"/>
                                        </p:tgtEl>
                                      </p:cBhvr>
                                    </p:animEffect>
                                  </p:childTnLst>
                                </p:cTn>
                              </p:par>
                              <p:par>
                                <p:cTn id="37" presetID="10" presetClass="entr" presetSubtype="0" fill="hold" grpId="0" nodeType="withEffect">
                                  <p:stCondLst>
                                    <p:cond delay="90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childTnLst>
                                </p:cTn>
                              </p:par>
                              <p:par>
                                <p:cTn id="40" presetID="10" presetClass="entr" presetSubtype="0" fill="hold" grpId="0" nodeType="withEffect">
                                  <p:stCondLst>
                                    <p:cond delay="9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par>
                                <p:cTn id="43" presetID="10" presetClass="entr" presetSubtype="0" fill="hold" grpId="0" nodeType="withEffect">
                                  <p:stCondLst>
                                    <p:cond delay="105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500"/>
                                        <p:tgtEl>
                                          <p:spTgt spid="14"/>
                                        </p:tgtEl>
                                      </p:cBhvr>
                                    </p:animEffect>
                                  </p:childTnLst>
                                </p:cTn>
                              </p:par>
                              <p:par>
                                <p:cTn id="46" presetID="10" presetClass="entr" presetSubtype="0" fill="hold" grpId="0" nodeType="withEffect">
                                  <p:stCondLst>
                                    <p:cond delay="105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childTnLst>
                                </p:cTn>
                              </p:par>
                              <p:par>
                                <p:cTn id="49" presetID="10" presetClass="entr" presetSubtype="0" fill="hold" grpId="0" nodeType="withEffect">
                                  <p:stCondLst>
                                    <p:cond delay="105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500"/>
                                        <p:tgtEl>
                                          <p:spTgt spid="16"/>
                                        </p:tgtEl>
                                      </p:cBhvr>
                                    </p:animEffect>
                                  </p:childTnLst>
                                </p:cTn>
                              </p:par>
                              <p:par>
                                <p:cTn id="52" presetID="10" presetClass="entr" presetSubtype="0" fill="hold" grpId="0" nodeType="withEffect">
                                  <p:stCondLst>
                                    <p:cond delay="120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500"/>
                                        <p:tgtEl>
                                          <p:spTgt spid="17"/>
                                        </p:tgtEl>
                                      </p:cBhvr>
                                    </p:animEffect>
                                  </p:childTnLst>
                                </p:cTn>
                              </p:par>
                              <p:par>
                                <p:cTn id="55" presetID="10" presetClass="entr" presetSubtype="0" fill="hold" grpId="0" nodeType="withEffect">
                                  <p:stCondLst>
                                    <p:cond delay="120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500"/>
                                        <p:tgtEl>
                                          <p:spTgt spid="18"/>
                                        </p:tgtEl>
                                      </p:cBhvr>
                                    </p:animEffect>
                                  </p:childTnLst>
                                </p:cTn>
                              </p:par>
                              <p:par>
                                <p:cTn id="58" presetID="10" presetClass="entr" presetSubtype="0" fill="hold" grpId="0" nodeType="withEffect">
                                  <p:stCondLst>
                                    <p:cond delay="120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500"/>
                                        <p:tgtEl>
                                          <p:spTgt spid="19"/>
                                        </p:tgtEl>
                                      </p:cBhvr>
                                    </p:animEffect>
                                  </p:childTnLst>
                                </p:cTn>
                              </p:par>
                              <p:par>
                                <p:cTn id="61" presetID="10" presetClass="entr" presetSubtype="0" fill="hold" grpId="0" nodeType="withEffect">
                                  <p:stCondLst>
                                    <p:cond delay="1349"/>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500"/>
                                        <p:tgtEl>
                                          <p:spTgt spid="20"/>
                                        </p:tgtEl>
                                      </p:cBhvr>
                                    </p:animEffect>
                                  </p:childTnLst>
                                </p:cTn>
                              </p:par>
                              <p:par>
                                <p:cTn id="64" presetID="10" presetClass="entr" presetSubtype="0" fill="hold" grpId="0" nodeType="withEffect">
                                  <p:stCondLst>
                                    <p:cond delay="1349"/>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500"/>
                                        <p:tgtEl>
                                          <p:spTgt spid="21"/>
                                        </p:tgtEl>
                                      </p:cBhvr>
                                    </p:animEffect>
                                  </p:childTnLst>
                                </p:cTn>
                              </p:par>
                              <p:par>
                                <p:cTn id="67" presetID="10" presetClass="entr" presetSubtype="0" fill="hold" grpId="0" nodeType="withEffect">
                                  <p:stCondLst>
                                    <p:cond delay="1349"/>
                                  </p:stCondLst>
                                  <p:childTnLst>
                                    <p:set>
                                      <p:cBhvr>
                                        <p:cTn id="68" dur="1" fill="hold">
                                          <p:stCondLst>
                                            <p:cond delay="0"/>
                                          </p:stCondLst>
                                        </p:cTn>
                                        <p:tgtEl>
                                          <p:spTgt spid="22"/>
                                        </p:tgtEl>
                                        <p:attrNameLst>
                                          <p:attrName>style.visibility</p:attrName>
                                        </p:attrNameLst>
                                      </p:cBhvr>
                                      <p:to>
                                        <p:strVal val="visible"/>
                                      </p:to>
                                    </p:set>
                                    <p:animEffect transition="in" filter="fade">
                                      <p:cBhvr>
                                        <p:cTn id="6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1" grpId="0" animBg="1"/>
      <p:bldP spid="12" grpId="0" animBg="1"/>
      <p:bldP spid="14" grpId="0" animBg="1"/>
      <p:bldP spid="15" grpId="0" animBg="1"/>
      <p:bldP spid="17" grpId="0" animBg="1"/>
      <p:bldP spid="18" grpId="0" animBg="1"/>
      <p:bldP spid="20" grpId="0" animBg="1"/>
      <p:bldP spid="21"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43666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01</a:t>
            </a:r>
          </a:p>
        </p:txBody>
      </p:sp>
      <p:sp>
        <p:nvSpPr>
          <p:cNvPr id="7" name="!!tag_text"/>
          <p:cNvSpPr txBox="1"/>
          <p:nvPr/>
        </p:nvSpPr>
        <p:spPr>
          <a:xfrm>
            <a:off x="896112" y="292608"/>
            <a:ext cx="107090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GIỚI THIỆU</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VỀ VIỆN STP</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Kết nối tri thức, nguồn lực và các chủ thể trong hệ sinh thái giáo dục – khoa học – dịch vụ chuyên môn</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03</a:t>
            </a:r>
          </a:p>
        </p:txBody>
      </p:sp>
      <p:sp>
        <p:nvSpPr>
          <p:cNvPr id="11" name="TextBox 10"/>
          <p:cNvSpPr txBox="1"/>
          <p:nvPr/>
        </p:nvSpPr>
        <p:spPr>
          <a:xfrm>
            <a:off x="548640" y="1783080"/>
            <a:ext cx="5760720" cy="2011680"/>
          </a:xfrm>
          <a:prstGeom prst="rect">
            <a:avLst/>
          </a:prstGeom>
          <a:noFill/>
        </p:spPr>
        <p:txBody>
          <a:bodyPr wrap="square" lIns="0" rIns="0" tIns="0" bIns="0" anchor="t">
            <a:noAutofit/>
          </a:bodyPr>
          <a:lstStyle/>
          <a:p>
            <a:pPr algn="l">
              <a:lnSpc>
                <a:spcPct val="135000"/>
              </a:lnSpc>
              <a:spcAft>
                <a:spcPts val="800"/>
              </a:spcAft>
            </a:pPr>
            <a:r>
              <a:rPr sz="1250" b="1" i="0">
                <a:solidFill>
                  <a:srgbClr val="207D08"/>
                </a:solidFill>
                <a:latin typeface="Be Vietnam Pro"/>
                <a:ea typeface="Be Vietnam Pro"/>
                <a:cs typeface="Be Vietnam Pro"/>
              </a:rPr>
              <a:t>Viện Nghiên cứu Phát triển Giáo dục và Nghề nghiệp STP</a:t>
            </a:r>
            <a:r>
              <a:rPr sz="1250" b="0" i="0">
                <a:solidFill>
                  <a:srgbClr val="465A4D"/>
                </a:solidFill>
                <a:latin typeface="Be Vietnam Pro"/>
                <a:ea typeface="Be Vietnam Pro"/>
                <a:cs typeface="Be Vietnam Pro"/>
              </a:rPr>
              <a:t> là tổ chức khoa học và công nghệ trực thuộc </a:t>
            </a:r>
            <a:r>
              <a:rPr sz="1250" b="1" i="0">
                <a:solidFill>
                  <a:srgbClr val="207D08"/>
                </a:solidFill>
                <a:latin typeface="Be Vietnam Pro"/>
                <a:ea typeface="Be Vietnam Pro"/>
                <a:cs typeface="Be Vietnam Pro"/>
              </a:rPr>
              <a:t>Liên hiệp các Hội Khoa học và Kỹ thuật Việt Nam (VUSTA)</a:t>
            </a:r>
            <a:r>
              <a:rPr sz="1250" b="0" i="0">
                <a:solidFill>
                  <a:srgbClr val="465A4D"/>
                </a:solidFill>
                <a:latin typeface="Be Vietnam Pro"/>
                <a:ea typeface="Be Vietnam Pro"/>
                <a:cs typeface="Be Vietnam Pro"/>
              </a:rPr>
              <a:t>.</a:t>
            </a:r>
          </a:p>
          <a:p>
            <a:pPr algn="l">
              <a:lnSpc>
                <a:spcPct val="135000"/>
              </a:lnSpc>
              <a:spcAft>
                <a:spcPts val="800"/>
              </a:spcAft>
            </a:pPr>
            <a:r>
              <a:rPr sz="1250" b="0" i="0">
                <a:solidFill>
                  <a:srgbClr val="465A4D"/>
                </a:solidFill>
                <a:latin typeface="Be Vietnam Pro"/>
                <a:ea typeface="Be Vietnam Pro"/>
                <a:cs typeface="Be Vietnam Pro"/>
              </a:rPr>
              <a:t>Hoạt động theo Giấy chứng nhận đăng ký hoạt động KH&amp;CN số 234/QĐ-LHHVN ngày 24/03/2020, Viện STP đồng hành cùng </a:t>
            </a:r>
            <a:r>
              <a:rPr sz="1250" b="1" i="0">
                <a:solidFill>
                  <a:srgbClr val="207D08"/>
                </a:solidFill>
                <a:latin typeface="Be Vietnam Pro"/>
                <a:ea typeface="Be Vietnam Pro"/>
                <a:cs typeface="Be Vietnam Pro"/>
              </a:rPr>
              <a:t>cơ quan nhà nước, doanh nghiệp và cộng đồng</a:t>
            </a:r>
            <a:r>
              <a:rPr sz="1250" b="0" i="0">
                <a:solidFill>
                  <a:srgbClr val="465A4D"/>
                </a:solidFill>
                <a:latin typeface="Be Vietnam Pro"/>
                <a:ea typeface="Be Vietnam Pro"/>
                <a:cs typeface="Be Vietnam Pro"/>
              </a:rPr>
              <a:t> bằng nghiên cứu, đào tạo và giải pháp công nghệ thiết thực.</a:t>
            </a:r>
          </a:p>
        </p:txBody>
      </p:sp>
      <p:pic>
        <p:nvPicPr>
          <p:cNvPr id="12" name="!!ph1" descr="certs.jpg"/>
          <p:cNvPicPr>
            <a:picLocks noChangeAspect="1"/>
          </p:cNvPicPr>
          <p:nvPr/>
        </p:nvPicPr>
        <p:blipFill>
          <a:blip r:embed="rId4"/>
          <a:srcRect t="2517" b="12517"/>
          <a:stretch>
            <a:fillRect/>
          </a:stretch>
        </p:blipFill>
        <p:spPr>
          <a:xfrm>
            <a:off x="6766560" y="1600200"/>
            <a:ext cx="4876495" cy="2743200"/>
          </a:xfrm>
          <a:prstGeom prst="roundRect">
            <a:avLst>
              <a:gd name="adj" fmla="val 5333"/>
            </a:avLst>
          </a:prstGeom>
          <a:effectLst>
            <a:outerShdw blurRad="274320" dist="73152" dir="5400000" algn="ctr" rotWithShape="0">
              <a:srgbClr val="0B1F4D">
                <a:alpha val="22000"/>
              </a:srgbClr>
            </a:outerShdw>
          </a:effectLst>
        </p:spPr>
      </p:pic>
      <p:sp>
        <p:nvSpPr>
          <p:cNvPr id="13" name="Rounded Rectangle 12"/>
          <p:cNvSpPr/>
          <p:nvPr/>
        </p:nvSpPr>
        <p:spPr>
          <a:xfrm>
            <a:off x="548640"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49808" y="4818888"/>
            <a:ext cx="512064" cy="51206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award_FFFFFF.png"/>
          <p:cNvPicPr>
            <a:picLocks noChangeAspect="1"/>
          </p:cNvPicPr>
          <p:nvPr/>
        </p:nvPicPr>
        <p:blipFill>
          <a:blip r:embed="rId5"/>
          <a:stretch>
            <a:fillRect/>
          </a:stretch>
        </p:blipFill>
        <p:spPr>
          <a:xfrm>
            <a:off x="872703" y="4941783"/>
            <a:ext cx="266273" cy="266273"/>
          </a:xfrm>
          <a:prstGeom prst="rect">
            <a:avLst/>
          </a:prstGeom>
        </p:spPr>
      </p:pic>
      <p:sp>
        <p:nvSpPr>
          <p:cNvPr id="16" name="TextBox 15"/>
          <p:cNvSpPr txBox="1"/>
          <p:nvPr/>
        </p:nvSpPr>
        <p:spPr>
          <a:xfrm>
            <a:off x="1417320" y="4727448"/>
            <a:ext cx="1687754" cy="685800"/>
          </a:xfrm>
          <a:prstGeom prst="rect">
            <a:avLst/>
          </a:prstGeom>
          <a:noFill/>
        </p:spPr>
        <p:txBody>
          <a:bodyPr wrap="none" lIns="0" rIns="0" tIns="0" bIns="0" anchor="ctr">
            <a:noAutofit/>
          </a:bodyPr>
          <a:lstStyle/>
          <a:p>
            <a:pPr algn="l">
              <a:lnSpc>
                <a:spcPct val="100000"/>
              </a:lnSpc>
            </a:pPr>
            <a:r>
              <a:rPr sz="2600" b="1" i="0">
                <a:solidFill>
                  <a:srgbClr val="207D08"/>
                </a:solidFill>
                <a:latin typeface="Lexend Exa"/>
                <a:ea typeface="Lexend Exa"/>
                <a:cs typeface="Lexend Exa"/>
              </a:rPr>
              <a:t>2020</a:t>
            </a:r>
            <a:r>
              <a:rPr sz="1300" b="1" i="0">
                <a:solidFill>
                  <a:srgbClr val="207D08"/>
                </a:solidFill>
                <a:latin typeface="Lexend Exa"/>
                <a:ea typeface="Lexend Exa"/>
                <a:cs typeface="Lexend Exa"/>
              </a:rPr>
              <a:t/>
            </a:r>
          </a:p>
        </p:txBody>
      </p:sp>
      <p:sp>
        <p:nvSpPr>
          <p:cNvPr id="17" name="TextBox 16"/>
          <p:cNvSpPr txBox="1"/>
          <p:nvPr/>
        </p:nvSpPr>
        <p:spPr>
          <a:xfrm>
            <a:off x="777240" y="5486400"/>
            <a:ext cx="2236394" cy="548640"/>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năm được cấp Giấy chứng nhận hoạt động KH&amp;CN</a:t>
            </a:r>
          </a:p>
        </p:txBody>
      </p:sp>
      <p:sp>
        <p:nvSpPr>
          <p:cNvPr id="18" name="Rounded Rectangle 17"/>
          <p:cNvSpPr/>
          <p:nvPr/>
        </p:nvSpPr>
        <p:spPr>
          <a:xfrm>
            <a:off x="3379394"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Oval 18"/>
          <p:cNvSpPr/>
          <p:nvPr/>
        </p:nvSpPr>
        <p:spPr>
          <a:xfrm>
            <a:off x="3580562" y="4818888"/>
            <a:ext cx="512064" cy="51206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landmark_FFFFFF.png"/>
          <p:cNvPicPr>
            <a:picLocks noChangeAspect="1"/>
          </p:cNvPicPr>
          <p:nvPr/>
        </p:nvPicPr>
        <p:blipFill>
          <a:blip r:embed="rId6"/>
          <a:stretch>
            <a:fillRect/>
          </a:stretch>
        </p:blipFill>
        <p:spPr>
          <a:xfrm>
            <a:off x="3703457" y="4941783"/>
            <a:ext cx="266273" cy="266273"/>
          </a:xfrm>
          <a:prstGeom prst="rect">
            <a:avLst/>
          </a:prstGeom>
        </p:spPr>
      </p:pic>
      <p:sp>
        <p:nvSpPr>
          <p:cNvPr id="21" name="TextBox 20"/>
          <p:cNvSpPr txBox="1"/>
          <p:nvPr/>
        </p:nvSpPr>
        <p:spPr>
          <a:xfrm>
            <a:off x="4248074" y="4727448"/>
            <a:ext cx="1687754" cy="685800"/>
          </a:xfrm>
          <a:prstGeom prst="rect">
            <a:avLst/>
          </a:prstGeom>
          <a:noFill/>
        </p:spPr>
        <p:txBody>
          <a:bodyPr wrap="none" lIns="0" rIns="0" tIns="0" bIns="0" anchor="ctr">
            <a:noAutofit/>
          </a:bodyPr>
          <a:lstStyle/>
          <a:p>
            <a:pPr algn="l">
              <a:lnSpc>
                <a:spcPct val="100000"/>
              </a:lnSpc>
            </a:pPr>
            <a:r>
              <a:rPr sz="2600" b="1" i="0">
                <a:solidFill>
                  <a:srgbClr val="207D08"/>
                </a:solidFill>
                <a:latin typeface="Lexend Exa"/>
                <a:ea typeface="Lexend Exa"/>
                <a:cs typeface="Lexend Exa"/>
              </a:rPr>
              <a:t>VUSTA</a:t>
            </a:r>
            <a:r>
              <a:rPr sz="1300" b="1" i="0">
                <a:solidFill>
                  <a:srgbClr val="207D08"/>
                </a:solidFill>
                <a:latin typeface="Lexend Exa"/>
                <a:ea typeface="Lexend Exa"/>
                <a:cs typeface="Lexend Exa"/>
              </a:rPr>
              <a:t/>
            </a:r>
          </a:p>
        </p:txBody>
      </p:sp>
      <p:sp>
        <p:nvSpPr>
          <p:cNvPr id="22" name="TextBox 21"/>
          <p:cNvSpPr txBox="1"/>
          <p:nvPr/>
        </p:nvSpPr>
        <p:spPr>
          <a:xfrm>
            <a:off x="3607994" y="5486400"/>
            <a:ext cx="2236394" cy="548640"/>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tổ chức KH&amp;CN trực thuộc Liên hiệp các Hội KH&amp;KT Việt Nam</a:t>
            </a:r>
          </a:p>
        </p:txBody>
      </p:sp>
      <p:sp>
        <p:nvSpPr>
          <p:cNvPr id="23" name="Rounded Rectangle 22"/>
          <p:cNvSpPr/>
          <p:nvPr/>
        </p:nvSpPr>
        <p:spPr>
          <a:xfrm>
            <a:off x="6210148"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4" name="Oval 23"/>
          <p:cNvSpPr/>
          <p:nvPr/>
        </p:nvSpPr>
        <p:spPr>
          <a:xfrm>
            <a:off x="6411316" y="4818888"/>
            <a:ext cx="512064" cy="51206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map-pin_FFFFFF.png"/>
          <p:cNvPicPr>
            <a:picLocks noChangeAspect="1"/>
          </p:cNvPicPr>
          <p:nvPr/>
        </p:nvPicPr>
        <p:blipFill>
          <a:blip r:embed="rId7"/>
          <a:stretch>
            <a:fillRect/>
          </a:stretch>
        </p:blipFill>
        <p:spPr>
          <a:xfrm>
            <a:off x="6534211" y="4941783"/>
            <a:ext cx="266273" cy="266273"/>
          </a:xfrm>
          <a:prstGeom prst="rect">
            <a:avLst/>
          </a:prstGeom>
        </p:spPr>
      </p:pic>
      <p:sp>
        <p:nvSpPr>
          <p:cNvPr id="26" name="TextBox 25"/>
          <p:cNvSpPr txBox="1"/>
          <p:nvPr/>
        </p:nvSpPr>
        <p:spPr>
          <a:xfrm>
            <a:off x="7078828" y="4727448"/>
            <a:ext cx="1687754" cy="685800"/>
          </a:xfrm>
          <a:prstGeom prst="rect">
            <a:avLst/>
          </a:prstGeom>
          <a:noFill/>
        </p:spPr>
        <p:txBody>
          <a:bodyPr wrap="none" lIns="0" rIns="0" tIns="0" bIns="0" anchor="ctr">
            <a:noAutofit/>
          </a:bodyPr>
          <a:lstStyle/>
          <a:p>
            <a:pPr algn="l">
              <a:lnSpc>
                <a:spcPct val="100000"/>
              </a:lnSpc>
            </a:pPr>
            <a:r>
              <a:rPr sz="2600" b="1" i="0">
                <a:solidFill>
                  <a:srgbClr val="207D08"/>
                </a:solidFill>
                <a:latin typeface="Lexend Exa"/>
                <a:ea typeface="Lexend Exa"/>
                <a:cs typeface="Lexend Exa"/>
              </a:rPr>
              <a:t>03</a:t>
            </a:r>
            <a:r>
              <a:rPr sz="1300" b="1" i="0">
                <a:solidFill>
                  <a:srgbClr val="207D08"/>
                </a:solidFill>
                <a:latin typeface="Lexend Exa"/>
                <a:ea typeface="Lexend Exa"/>
                <a:cs typeface="Lexend Exa"/>
              </a:rPr>
              <a:t/>
            </a:r>
          </a:p>
        </p:txBody>
      </p:sp>
      <p:sp>
        <p:nvSpPr>
          <p:cNvPr id="27" name="TextBox 26"/>
          <p:cNvSpPr txBox="1"/>
          <p:nvPr/>
        </p:nvSpPr>
        <p:spPr>
          <a:xfrm>
            <a:off x="6438748" y="5486400"/>
            <a:ext cx="2236394" cy="548640"/>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văn phòng: Hà Nội · Nha Trang · TP. Hồ Chí Minh</a:t>
            </a:r>
          </a:p>
        </p:txBody>
      </p:sp>
      <p:sp>
        <p:nvSpPr>
          <p:cNvPr id="28" name="Rounded Rectangle 27"/>
          <p:cNvSpPr/>
          <p:nvPr/>
        </p:nvSpPr>
        <p:spPr>
          <a:xfrm>
            <a:off x="9040901" y="4617720"/>
            <a:ext cx="2602154" cy="1508760"/>
          </a:xfrm>
          <a:prstGeom prst="roundRect">
            <a:avLst>
              <a:gd name="adj" fmla="val 8484"/>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9" name="Oval 28"/>
          <p:cNvSpPr/>
          <p:nvPr/>
        </p:nvSpPr>
        <p:spPr>
          <a:xfrm>
            <a:off x="9242069" y="4818888"/>
            <a:ext cx="512064" cy="51206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monitor_FFFFFF.png"/>
          <p:cNvPicPr>
            <a:picLocks noChangeAspect="1"/>
          </p:cNvPicPr>
          <p:nvPr/>
        </p:nvPicPr>
        <p:blipFill>
          <a:blip r:embed="rId8"/>
          <a:stretch>
            <a:fillRect/>
          </a:stretch>
        </p:blipFill>
        <p:spPr>
          <a:xfrm>
            <a:off x="9364965" y="4941783"/>
            <a:ext cx="266273" cy="266273"/>
          </a:xfrm>
          <a:prstGeom prst="rect">
            <a:avLst/>
          </a:prstGeom>
        </p:spPr>
      </p:pic>
      <p:sp>
        <p:nvSpPr>
          <p:cNvPr id="31" name="TextBox 30"/>
          <p:cNvSpPr txBox="1"/>
          <p:nvPr/>
        </p:nvSpPr>
        <p:spPr>
          <a:xfrm>
            <a:off x="9909581" y="4727448"/>
            <a:ext cx="1687754" cy="685800"/>
          </a:xfrm>
          <a:prstGeom prst="rect">
            <a:avLst/>
          </a:prstGeom>
          <a:noFill/>
        </p:spPr>
        <p:txBody>
          <a:bodyPr wrap="none" lIns="0" rIns="0" tIns="0" bIns="0" anchor="ctr">
            <a:noAutofit/>
          </a:bodyPr>
          <a:lstStyle/>
          <a:p>
            <a:pPr algn="l">
              <a:lnSpc>
                <a:spcPct val="100000"/>
              </a:lnSpc>
            </a:pPr>
            <a:r>
              <a:rPr sz="2600" b="1" i="0">
                <a:solidFill>
                  <a:srgbClr val="207D08"/>
                </a:solidFill>
                <a:latin typeface="Lexend Exa"/>
                <a:ea typeface="Lexend Exa"/>
                <a:cs typeface="Lexend Exa"/>
              </a:rPr>
              <a:t>250</a:t>
            </a:r>
            <a:r>
              <a:rPr sz="1300" b="1" i="0">
                <a:solidFill>
                  <a:srgbClr val="207D08"/>
                </a:solidFill>
                <a:latin typeface="Lexend Exa"/>
                <a:ea typeface="Lexend Exa"/>
                <a:cs typeface="Lexend Exa"/>
              </a:rPr>
              <a:t/>
            </a:r>
          </a:p>
        </p:txBody>
      </p:sp>
      <p:sp>
        <p:nvSpPr>
          <p:cNvPr id="32" name="TextBox 31"/>
          <p:cNvSpPr txBox="1"/>
          <p:nvPr/>
        </p:nvSpPr>
        <p:spPr>
          <a:xfrm>
            <a:off x="9269501" y="5486400"/>
            <a:ext cx="2236394" cy="548640"/>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thí sinh / ca tại phòng thi máy tính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53" presetClass="entr" presetSubtype="16" fill="hold" grpId="0" nodeType="withEffect">
                                  <p:stCondLst>
                                    <p:cond delay="40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700" fill="hold"/>
                                        <p:tgtEl>
                                          <p:spTgt spid="12"/>
                                        </p:tgtEl>
                                        <p:attrNameLst>
                                          <p:attrName>ppt_w</p:attrName>
                                        </p:attrNameLst>
                                      </p:cBhvr>
                                      <p:tavLst>
                                        <p:tav tm="0">
                                          <p:val>
                                            <p:strVal val="#ppt_w*0.7"/>
                                          </p:val>
                                        </p:tav>
                                        <p:tav tm="100000">
                                          <p:val>
                                            <p:strVal val="#ppt_w"/>
                                          </p:val>
                                        </p:tav>
                                      </p:tavLst>
                                    </p:anim>
                                    <p:anim calcmode="lin" valueType="num">
                                      <p:cBhvr additive="base">
                                        <p:cTn id="35" dur="700" fill="hold"/>
                                        <p:tgtEl>
                                          <p:spTgt spid="12"/>
                                        </p:tgtEl>
                                        <p:attrNameLst>
                                          <p:attrName>ppt_h</p:attrName>
                                        </p:attrNameLst>
                                      </p:cBhvr>
                                      <p:tavLst>
                                        <p:tav tm="0">
                                          <p:val>
                                            <p:strVal val="#ppt_h*0.7"/>
                                          </p:val>
                                        </p:tav>
                                        <p:tav tm="100000">
                                          <p:val>
                                            <p:strVal val="#ppt_h"/>
                                          </p:val>
                                        </p:tav>
                                      </p:tavLst>
                                    </p:anim>
                                    <p:animEffect transition="in" filter="fade">
                                      <p:cBhvr>
                                        <p:cTn id="36" dur="700"/>
                                        <p:tgtEl>
                                          <p:spTgt spid="12"/>
                                        </p:tgtEl>
                                      </p:cBhvr>
                                    </p:animEffect>
                                  </p:childTnLst>
                                </p:cTn>
                              </p:par>
                              <p:par>
                                <p:cTn id="37" presetID="42" presetClass="entr" presetSubtype="0" fill="hold" grpId="0" nodeType="withEffect">
                                  <p:stCondLst>
                                    <p:cond delay="8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ppt_y+.06"/>
                                          </p:val>
                                        </p:tav>
                                        <p:tav tm="100000">
                                          <p:val>
                                            <p:strVal val="#ppt_y"/>
                                          </p:val>
                                        </p:tav>
                                      </p:tavLst>
                                    </p:anim>
                                  </p:childTnLst>
                                </p:cTn>
                              </p:par>
                              <p:par>
                                <p:cTn id="42" presetID="42" presetClass="entr" presetSubtype="0" fill="hold" grpId="0" nodeType="withEffect">
                                  <p:stCondLst>
                                    <p:cond delay="80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anim calcmode="lin" valueType="num">
                                      <p:cBhvr additive="base">
                                        <p:cTn id="45" dur="500" fill="hold"/>
                                        <p:tgtEl>
                                          <p:spTgt spid="14"/>
                                        </p:tgtEl>
                                        <p:attrNameLst>
                                          <p:attrName>ppt_x</p:attrName>
                                        </p:attrNameLst>
                                      </p:cBhvr>
                                      <p:tavLst>
                                        <p:tav tm="0">
                                          <p:val>
                                            <p:strVal val="#ppt_x"/>
                                          </p:val>
                                        </p:tav>
                                        <p:tav tm="100000">
                                          <p:val>
                                            <p:strVal val="#ppt_x"/>
                                          </p:val>
                                        </p:tav>
                                      </p:tavLst>
                                    </p:anim>
                                    <p:anim calcmode="lin" valueType="num">
                                      <p:cBhvr additive="base">
                                        <p:cTn id="46" dur="500" fill="hold"/>
                                        <p:tgtEl>
                                          <p:spTgt spid="14"/>
                                        </p:tgtEl>
                                        <p:attrNameLst>
                                          <p:attrName>ppt_y</p:attrName>
                                        </p:attrNameLst>
                                      </p:cBhvr>
                                      <p:tavLst>
                                        <p:tav tm="0">
                                          <p:val>
                                            <p:strVal val="#ppt_y+.06"/>
                                          </p:val>
                                        </p:tav>
                                        <p:tav tm="100000">
                                          <p:val>
                                            <p:strVal val="#ppt_y"/>
                                          </p:val>
                                        </p:tav>
                                      </p:tavLst>
                                    </p:anim>
                                  </p:childTnLst>
                                </p:cTn>
                              </p:par>
                              <p:par>
                                <p:cTn id="47" presetID="42" presetClass="entr" presetSubtype="0" fill="hold" grpId="0" nodeType="withEffect">
                                  <p:stCondLst>
                                    <p:cond delay="80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500"/>
                                        <p:tgtEl>
                                          <p:spTgt spid="15"/>
                                        </p:tgtEl>
                                      </p:cBhvr>
                                    </p:animEffect>
                                    <p:anim calcmode="lin" valueType="num">
                                      <p:cBhvr additive="base">
                                        <p:cTn id="50" dur="500" fill="hold"/>
                                        <p:tgtEl>
                                          <p:spTgt spid="15"/>
                                        </p:tgtEl>
                                        <p:attrNameLst>
                                          <p:attrName>ppt_x</p:attrName>
                                        </p:attrNameLst>
                                      </p:cBhvr>
                                      <p:tavLst>
                                        <p:tav tm="0">
                                          <p:val>
                                            <p:strVal val="#ppt_x"/>
                                          </p:val>
                                        </p:tav>
                                        <p:tav tm="100000">
                                          <p:val>
                                            <p:strVal val="#ppt_x"/>
                                          </p:val>
                                        </p:tav>
                                      </p:tavLst>
                                    </p:anim>
                                    <p:anim calcmode="lin" valueType="num">
                                      <p:cBhvr additive="base">
                                        <p:cTn id="51" dur="500" fill="hold"/>
                                        <p:tgtEl>
                                          <p:spTgt spid="15"/>
                                        </p:tgtEl>
                                        <p:attrNameLst>
                                          <p:attrName>ppt_y</p:attrName>
                                        </p:attrNameLst>
                                      </p:cBhvr>
                                      <p:tavLst>
                                        <p:tav tm="0">
                                          <p:val>
                                            <p:strVal val="#ppt_y+.06"/>
                                          </p:val>
                                        </p:tav>
                                        <p:tav tm="100000">
                                          <p:val>
                                            <p:strVal val="#ppt_y"/>
                                          </p:val>
                                        </p:tav>
                                      </p:tavLst>
                                    </p:anim>
                                  </p:childTnLst>
                                </p:cTn>
                              </p:par>
                              <p:par>
                                <p:cTn id="52" presetID="42" presetClass="entr" presetSubtype="0" fill="hold" grpId="0" nodeType="withEffect">
                                  <p:stCondLst>
                                    <p:cond delay="80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500"/>
                                        <p:tgtEl>
                                          <p:spTgt spid="16"/>
                                        </p:tgtEl>
                                      </p:cBhvr>
                                    </p:animEffect>
                                    <p:anim calcmode="lin" valueType="num">
                                      <p:cBhvr additive="base">
                                        <p:cTn id="55" dur="500" fill="hold"/>
                                        <p:tgtEl>
                                          <p:spTgt spid="16"/>
                                        </p:tgtEl>
                                        <p:attrNameLst>
                                          <p:attrName>ppt_x</p:attrName>
                                        </p:attrNameLst>
                                      </p:cBhvr>
                                      <p:tavLst>
                                        <p:tav tm="0">
                                          <p:val>
                                            <p:strVal val="#ppt_x"/>
                                          </p:val>
                                        </p:tav>
                                        <p:tav tm="100000">
                                          <p:val>
                                            <p:strVal val="#ppt_x"/>
                                          </p:val>
                                        </p:tav>
                                      </p:tavLst>
                                    </p:anim>
                                    <p:anim calcmode="lin" valueType="num">
                                      <p:cBhvr additive="base">
                                        <p:cTn id="56" dur="500" fill="hold"/>
                                        <p:tgtEl>
                                          <p:spTgt spid="16"/>
                                        </p:tgtEl>
                                        <p:attrNameLst>
                                          <p:attrName>ppt_y</p:attrName>
                                        </p:attrNameLst>
                                      </p:cBhvr>
                                      <p:tavLst>
                                        <p:tav tm="0">
                                          <p:val>
                                            <p:strVal val="#ppt_y+.06"/>
                                          </p:val>
                                        </p:tav>
                                        <p:tav tm="100000">
                                          <p:val>
                                            <p:strVal val="#ppt_y"/>
                                          </p:val>
                                        </p:tav>
                                      </p:tavLst>
                                    </p:anim>
                                  </p:childTnLst>
                                </p:cTn>
                              </p:par>
                              <p:par>
                                <p:cTn id="57" presetID="42" presetClass="entr" presetSubtype="0" fill="hold" grpId="0" nodeType="withEffect">
                                  <p:stCondLst>
                                    <p:cond delay="80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500"/>
                                        <p:tgtEl>
                                          <p:spTgt spid="17"/>
                                        </p:tgtEl>
                                      </p:cBhvr>
                                    </p:animEffect>
                                    <p:anim calcmode="lin" valueType="num">
                                      <p:cBhvr additive="base">
                                        <p:cTn id="60" dur="500" fill="hold"/>
                                        <p:tgtEl>
                                          <p:spTgt spid="17"/>
                                        </p:tgtEl>
                                        <p:attrNameLst>
                                          <p:attrName>ppt_x</p:attrName>
                                        </p:attrNameLst>
                                      </p:cBhvr>
                                      <p:tavLst>
                                        <p:tav tm="0">
                                          <p:val>
                                            <p:strVal val="#ppt_x"/>
                                          </p:val>
                                        </p:tav>
                                        <p:tav tm="100000">
                                          <p:val>
                                            <p:strVal val="#ppt_x"/>
                                          </p:val>
                                        </p:tav>
                                      </p:tavLst>
                                    </p:anim>
                                    <p:anim calcmode="lin" valueType="num">
                                      <p:cBhvr additive="base">
                                        <p:cTn id="61" dur="500" fill="hold"/>
                                        <p:tgtEl>
                                          <p:spTgt spid="17"/>
                                        </p:tgtEl>
                                        <p:attrNameLst>
                                          <p:attrName>ppt_y</p:attrName>
                                        </p:attrNameLst>
                                      </p:cBhvr>
                                      <p:tavLst>
                                        <p:tav tm="0">
                                          <p:val>
                                            <p:strVal val="#ppt_y+.06"/>
                                          </p:val>
                                        </p:tav>
                                        <p:tav tm="100000">
                                          <p:val>
                                            <p:strVal val="#ppt_y"/>
                                          </p:val>
                                        </p:tav>
                                      </p:tavLst>
                                    </p:anim>
                                  </p:childTnLst>
                                </p:cTn>
                              </p:par>
                              <p:par>
                                <p:cTn id="62" presetID="42" presetClass="entr" presetSubtype="0" fill="hold" grpId="0" nodeType="withEffect">
                                  <p:stCondLst>
                                    <p:cond delay="95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500"/>
                                        <p:tgtEl>
                                          <p:spTgt spid="18"/>
                                        </p:tgtEl>
                                      </p:cBhvr>
                                    </p:animEffect>
                                    <p:anim calcmode="lin" valueType="num">
                                      <p:cBhvr additive="base">
                                        <p:cTn id="65" dur="500" fill="hold"/>
                                        <p:tgtEl>
                                          <p:spTgt spid="18"/>
                                        </p:tgtEl>
                                        <p:attrNameLst>
                                          <p:attrName>ppt_x</p:attrName>
                                        </p:attrNameLst>
                                      </p:cBhvr>
                                      <p:tavLst>
                                        <p:tav tm="0">
                                          <p:val>
                                            <p:strVal val="#ppt_x"/>
                                          </p:val>
                                        </p:tav>
                                        <p:tav tm="100000">
                                          <p:val>
                                            <p:strVal val="#ppt_x"/>
                                          </p:val>
                                        </p:tav>
                                      </p:tavLst>
                                    </p:anim>
                                    <p:anim calcmode="lin" valueType="num">
                                      <p:cBhvr additive="base">
                                        <p:cTn id="66" dur="500" fill="hold"/>
                                        <p:tgtEl>
                                          <p:spTgt spid="18"/>
                                        </p:tgtEl>
                                        <p:attrNameLst>
                                          <p:attrName>ppt_y</p:attrName>
                                        </p:attrNameLst>
                                      </p:cBhvr>
                                      <p:tavLst>
                                        <p:tav tm="0">
                                          <p:val>
                                            <p:strVal val="#ppt_y+.06"/>
                                          </p:val>
                                        </p:tav>
                                        <p:tav tm="100000">
                                          <p:val>
                                            <p:strVal val="#ppt_y"/>
                                          </p:val>
                                        </p:tav>
                                      </p:tavLst>
                                    </p:anim>
                                  </p:childTnLst>
                                </p:cTn>
                              </p:par>
                              <p:par>
                                <p:cTn id="67" presetID="42" presetClass="entr" presetSubtype="0" fill="hold" grpId="0" nodeType="withEffect">
                                  <p:stCondLst>
                                    <p:cond delay="95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500"/>
                                        <p:tgtEl>
                                          <p:spTgt spid="19"/>
                                        </p:tgtEl>
                                      </p:cBhvr>
                                    </p:animEffect>
                                    <p:anim calcmode="lin" valueType="num">
                                      <p:cBhvr additive="base">
                                        <p:cTn id="70" dur="500" fill="hold"/>
                                        <p:tgtEl>
                                          <p:spTgt spid="19"/>
                                        </p:tgtEl>
                                        <p:attrNameLst>
                                          <p:attrName>ppt_x</p:attrName>
                                        </p:attrNameLst>
                                      </p:cBhvr>
                                      <p:tavLst>
                                        <p:tav tm="0">
                                          <p:val>
                                            <p:strVal val="#ppt_x"/>
                                          </p:val>
                                        </p:tav>
                                        <p:tav tm="100000">
                                          <p:val>
                                            <p:strVal val="#ppt_x"/>
                                          </p:val>
                                        </p:tav>
                                      </p:tavLst>
                                    </p:anim>
                                    <p:anim calcmode="lin" valueType="num">
                                      <p:cBhvr additive="base">
                                        <p:cTn id="71" dur="500" fill="hold"/>
                                        <p:tgtEl>
                                          <p:spTgt spid="19"/>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95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00"/>
                                        <p:tgtEl>
                                          <p:spTgt spid="20"/>
                                        </p:tgtEl>
                                      </p:cBhvr>
                                    </p:animEffec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950"/>
                                  </p:stCondLst>
                                  <p:childTnLst>
                                    <p:set>
                                      <p:cBhvr>
                                        <p:cTn id="78" dur="1" fill="hold">
                                          <p:stCondLst>
                                            <p:cond delay="0"/>
                                          </p:stCondLst>
                                        </p:cTn>
                                        <p:tgtEl>
                                          <p:spTgt spid="21"/>
                                        </p:tgtEl>
                                        <p:attrNameLst>
                                          <p:attrName>style.visibility</p:attrName>
                                        </p:attrNameLst>
                                      </p:cBhvr>
                                      <p:to>
                                        <p:strVal val="visible"/>
                                      </p:to>
                                    </p:set>
                                    <p:animEffect transition="in" filter="fade">
                                      <p:cBhvr>
                                        <p:cTn id="79" dur="500"/>
                                        <p:tgtEl>
                                          <p:spTgt spid="21"/>
                                        </p:tgtEl>
                                      </p:cBhvr>
                                    </p:animEffect>
                                    <p:anim calcmode="lin" valueType="num">
                                      <p:cBhvr additive="base">
                                        <p:cTn id="80" dur="500" fill="hold"/>
                                        <p:tgtEl>
                                          <p:spTgt spid="21"/>
                                        </p:tgtEl>
                                        <p:attrNameLst>
                                          <p:attrName>ppt_x</p:attrName>
                                        </p:attrNameLst>
                                      </p:cBhvr>
                                      <p:tavLst>
                                        <p:tav tm="0">
                                          <p:val>
                                            <p:strVal val="#ppt_x"/>
                                          </p:val>
                                        </p:tav>
                                        <p:tav tm="100000">
                                          <p:val>
                                            <p:strVal val="#ppt_x"/>
                                          </p:val>
                                        </p:tav>
                                      </p:tavLst>
                                    </p:anim>
                                    <p:anim calcmode="lin" valueType="num">
                                      <p:cBhvr additive="base">
                                        <p:cTn id="81" dur="500" fill="hold"/>
                                        <p:tgtEl>
                                          <p:spTgt spid="21"/>
                                        </p:tgtEl>
                                        <p:attrNameLst>
                                          <p:attrName>ppt_y</p:attrName>
                                        </p:attrNameLst>
                                      </p:cBhvr>
                                      <p:tavLst>
                                        <p:tav tm="0">
                                          <p:val>
                                            <p:strVal val="#ppt_y+.06"/>
                                          </p:val>
                                        </p:tav>
                                        <p:tav tm="100000">
                                          <p:val>
                                            <p:strVal val="#ppt_y"/>
                                          </p:val>
                                        </p:tav>
                                      </p:tavLst>
                                    </p:anim>
                                  </p:childTnLst>
                                </p:cTn>
                              </p:par>
                              <p:par>
                                <p:cTn id="82" presetID="42" presetClass="entr" presetSubtype="0" fill="hold" grpId="0" nodeType="withEffect">
                                  <p:stCondLst>
                                    <p:cond delay="950"/>
                                  </p:stCondLst>
                                  <p:childTnLst>
                                    <p:set>
                                      <p:cBhvr>
                                        <p:cTn id="83" dur="1" fill="hold">
                                          <p:stCondLst>
                                            <p:cond delay="0"/>
                                          </p:stCondLst>
                                        </p:cTn>
                                        <p:tgtEl>
                                          <p:spTgt spid="22"/>
                                        </p:tgtEl>
                                        <p:attrNameLst>
                                          <p:attrName>style.visibility</p:attrName>
                                        </p:attrNameLst>
                                      </p:cBhvr>
                                      <p:to>
                                        <p:strVal val="visible"/>
                                      </p:to>
                                    </p:set>
                                    <p:animEffect transition="in" filter="fade">
                                      <p:cBhvr>
                                        <p:cTn id="84" dur="500"/>
                                        <p:tgtEl>
                                          <p:spTgt spid="22"/>
                                        </p:tgtEl>
                                      </p:cBhvr>
                                    </p:animEffect>
                                    <p:anim calcmode="lin" valueType="num">
                                      <p:cBhvr additive="base">
                                        <p:cTn id="85" dur="500" fill="hold"/>
                                        <p:tgtEl>
                                          <p:spTgt spid="22"/>
                                        </p:tgtEl>
                                        <p:attrNameLst>
                                          <p:attrName>ppt_x</p:attrName>
                                        </p:attrNameLst>
                                      </p:cBhvr>
                                      <p:tavLst>
                                        <p:tav tm="0">
                                          <p:val>
                                            <p:strVal val="#ppt_x"/>
                                          </p:val>
                                        </p:tav>
                                        <p:tav tm="100000">
                                          <p:val>
                                            <p:strVal val="#ppt_x"/>
                                          </p:val>
                                        </p:tav>
                                      </p:tavLst>
                                    </p:anim>
                                    <p:anim calcmode="lin" valueType="num">
                                      <p:cBhvr additive="base">
                                        <p:cTn id="86" dur="500" fill="hold"/>
                                        <p:tgtEl>
                                          <p:spTgt spid="22"/>
                                        </p:tgtEl>
                                        <p:attrNameLst>
                                          <p:attrName>ppt_y</p:attrName>
                                        </p:attrNameLst>
                                      </p:cBhvr>
                                      <p:tavLst>
                                        <p:tav tm="0">
                                          <p:val>
                                            <p:strVal val="#ppt_y+.06"/>
                                          </p:val>
                                        </p:tav>
                                        <p:tav tm="100000">
                                          <p:val>
                                            <p:strVal val="#ppt_y"/>
                                          </p:val>
                                        </p:tav>
                                      </p:tavLst>
                                    </p:anim>
                                  </p:childTnLst>
                                </p:cTn>
                              </p:par>
                              <p:par>
                                <p:cTn id="87" presetID="42" presetClass="entr" presetSubtype="0" fill="hold" grpId="0" nodeType="withEffect">
                                  <p:stCondLst>
                                    <p:cond delay="1100"/>
                                  </p:stCondLst>
                                  <p:childTnLst>
                                    <p:set>
                                      <p:cBhvr>
                                        <p:cTn id="88" dur="1" fill="hold">
                                          <p:stCondLst>
                                            <p:cond delay="0"/>
                                          </p:stCondLst>
                                        </p:cTn>
                                        <p:tgtEl>
                                          <p:spTgt spid="23"/>
                                        </p:tgtEl>
                                        <p:attrNameLst>
                                          <p:attrName>style.visibility</p:attrName>
                                        </p:attrNameLst>
                                      </p:cBhvr>
                                      <p:to>
                                        <p:strVal val="visible"/>
                                      </p:to>
                                    </p:set>
                                    <p:animEffect transition="in" filter="fade">
                                      <p:cBhvr>
                                        <p:cTn id="89" dur="500"/>
                                        <p:tgtEl>
                                          <p:spTgt spid="23"/>
                                        </p:tgtEl>
                                      </p:cBhvr>
                                    </p:animEffect>
                                    <p:anim calcmode="lin" valueType="num">
                                      <p:cBhvr additive="base">
                                        <p:cTn id="90" dur="500" fill="hold"/>
                                        <p:tgtEl>
                                          <p:spTgt spid="23"/>
                                        </p:tgtEl>
                                        <p:attrNameLst>
                                          <p:attrName>ppt_x</p:attrName>
                                        </p:attrNameLst>
                                      </p:cBhvr>
                                      <p:tavLst>
                                        <p:tav tm="0">
                                          <p:val>
                                            <p:strVal val="#ppt_x"/>
                                          </p:val>
                                        </p:tav>
                                        <p:tav tm="100000">
                                          <p:val>
                                            <p:strVal val="#ppt_x"/>
                                          </p:val>
                                        </p:tav>
                                      </p:tavLst>
                                    </p:anim>
                                    <p:anim calcmode="lin" valueType="num">
                                      <p:cBhvr additive="base">
                                        <p:cTn id="91" dur="500" fill="hold"/>
                                        <p:tgtEl>
                                          <p:spTgt spid="23"/>
                                        </p:tgtEl>
                                        <p:attrNameLst>
                                          <p:attrName>ppt_y</p:attrName>
                                        </p:attrNameLst>
                                      </p:cBhvr>
                                      <p:tavLst>
                                        <p:tav tm="0">
                                          <p:val>
                                            <p:strVal val="#ppt_y+.06"/>
                                          </p:val>
                                        </p:tav>
                                        <p:tav tm="100000">
                                          <p:val>
                                            <p:strVal val="#ppt_y"/>
                                          </p:val>
                                        </p:tav>
                                      </p:tavLst>
                                    </p:anim>
                                  </p:childTnLst>
                                </p:cTn>
                              </p:par>
                              <p:par>
                                <p:cTn id="92" presetID="42" presetClass="entr" presetSubtype="0" fill="hold" grpId="0" nodeType="withEffect">
                                  <p:stCondLst>
                                    <p:cond delay="1100"/>
                                  </p:stCondLst>
                                  <p:childTnLst>
                                    <p:set>
                                      <p:cBhvr>
                                        <p:cTn id="93" dur="1" fill="hold">
                                          <p:stCondLst>
                                            <p:cond delay="0"/>
                                          </p:stCondLst>
                                        </p:cTn>
                                        <p:tgtEl>
                                          <p:spTgt spid="24"/>
                                        </p:tgtEl>
                                        <p:attrNameLst>
                                          <p:attrName>style.visibility</p:attrName>
                                        </p:attrNameLst>
                                      </p:cBhvr>
                                      <p:to>
                                        <p:strVal val="visible"/>
                                      </p:to>
                                    </p:set>
                                    <p:animEffect transition="in" filter="fade">
                                      <p:cBhvr>
                                        <p:cTn id="94" dur="500"/>
                                        <p:tgtEl>
                                          <p:spTgt spid="24"/>
                                        </p:tgtEl>
                                      </p:cBhvr>
                                    </p:animEffect>
                                    <p:anim calcmode="lin" valueType="num">
                                      <p:cBhvr additive="base">
                                        <p:cTn id="95" dur="500" fill="hold"/>
                                        <p:tgtEl>
                                          <p:spTgt spid="24"/>
                                        </p:tgtEl>
                                        <p:attrNameLst>
                                          <p:attrName>ppt_x</p:attrName>
                                        </p:attrNameLst>
                                      </p:cBhvr>
                                      <p:tavLst>
                                        <p:tav tm="0">
                                          <p:val>
                                            <p:strVal val="#ppt_x"/>
                                          </p:val>
                                        </p:tav>
                                        <p:tav tm="100000">
                                          <p:val>
                                            <p:strVal val="#ppt_x"/>
                                          </p:val>
                                        </p:tav>
                                      </p:tavLst>
                                    </p:anim>
                                    <p:anim calcmode="lin" valueType="num">
                                      <p:cBhvr additive="base">
                                        <p:cTn id="96" dur="500" fill="hold"/>
                                        <p:tgtEl>
                                          <p:spTgt spid="24"/>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1100"/>
                                  </p:stCondLst>
                                  <p:childTnLst>
                                    <p:set>
                                      <p:cBhvr>
                                        <p:cTn id="98" dur="1" fill="hold">
                                          <p:stCondLst>
                                            <p:cond delay="0"/>
                                          </p:stCondLst>
                                        </p:cTn>
                                        <p:tgtEl>
                                          <p:spTgt spid="25"/>
                                        </p:tgtEl>
                                        <p:attrNameLst>
                                          <p:attrName>style.visibility</p:attrName>
                                        </p:attrNameLst>
                                      </p:cBhvr>
                                      <p:to>
                                        <p:strVal val="visible"/>
                                      </p:to>
                                    </p:set>
                                    <p:animEffect transition="in" filter="fade">
                                      <p:cBhvr>
                                        <p:cTn id="99" dur="500"/>
                                        <p:tgtEl>
                                          <p:spTgt spid="25"/>
                                        </p:tgtEl>
                                      </p:cBhvr>
                                    </p:animEffect>
                                    <p:anim calcmode="lin" valueType="num">
                                      <p:cBhvr additive="base">
                                        <p:cTn id="100" dur="500" fill="hold"/>
                                        <p:tgtEl>
                                          <p:spTgt spid="25"/>
                                        </p:tgtEl>
                                        <p:attrNameLst>
                                          <p:attrName>ppt_x</p:attrName>
                                        </p:attrNameLst>
                                      </p:cBhvr>
                                      <p:tavLst>
                                        <p:tav tm="0">
                                          <p:val>
                                            <p:strVal val="#ppt_x"/>
                                          </p:val>
                                        </p:tav>
                                        <p:tav tm="100000">
                                          <p:val>
                                            <p:strVal val="#ppt_x"/>
                                          </p:val>
                                        </p:tav>
                                      </p:tavLst>
                                    </p:anim>
                                    <p:anim calcmode="lin" valueType="num">
                                      <p:cBhvr additive="base">
                                        <p:cTn id="101" dur="500" fill="hold"/>
                                        <p:tgtEl>
                                          <p:spTgt spid="25"/>
                                        </p:tgtEl>
                                        <p:attrNameLst>
                                          <p:attrName>ppt_y</p:attrName>
                                        </p:attrNameLst>
                                      </p:cBhvr>
                                      <p:tavLst>
                                        <p:tav tm="0">
                                          <p:val>
                                            <p:strVal val="#ppt_y+.06"/>
                                          </p:val>
                                        </p:tav>
                                        <p:tav tm="100000">
                                          <p:val>
                                            <p:strVal val="#ppt_y"/>
                                          </p:val>
                                        </p:tav>
                                      </p:tavLst>
                                    </p:anim>
                                  </p:childTnLst>
                                </p:cTn>
                              </p:par>
                              <p:par>
                                <p:cTn id="102" presetID="42" presetClass="entr" presetSubtype="0" fill="hold" grpId="0" nodeType="withEffect">
                                  <p:stCondLst>
                                    <p:cond delay="1100"/>
                                  </p:stCondLst>
                                  <p:childTnLst>
                                    <p:set>
                                      <p:cBhvr>
                                        <p:cTn id="103" dur="1" fill="hold">
                                          <p:stCondLst>
                                            <p:cond delay="0"/>
                                          </p:stCondLst>
                                        </p:cTn>
                                        <p:tgtEl>
                                          <p:spTgt spid="26"/>
                                        </p:tgtEl>
                                        <p:attrNameLst>
                                          <p:attrName>style.visibility</p:attrName>
                                        </p:attrNameLst>
                                      </p:cBhvr>
                                      <p:to>
                                        <p:strVal val="visible"/>
                                      </p:to>
                                    </p:set>
                                    <p:animEffect transition="in" filter="fade">
                                      <p:cBhvr>
                                        <p:cTn id="104" dur="500"/>
                                        <p:tgtEl>
                                          <p:spTgt spid="26"/>
                                        </p:tgtEl>
                                      </p:cBhvr>
                                    </p:animEffect>
                                    <p:anim calcmode="lin" valueType="num">
                                      <p:cBhvr additive="base">
                                        <p:cTn id="105" dur="500" fill="hold"/>
                                        <p:tgtEl>
                                          <p:spTgt spid="26"/>
                                        </p:tgtEl>
                                        <p:attrNameLst>
                                          <p:attrName>ppt_x</p:attrName>
                                        </p:attrNameLst>
                                      </p:cBhvr>
                                      <p:tavLst>
                                        <p:tav tm="0">
                                          <p:val>
                                            <p:strVal val="#ppt_x"/>
                                          </p:val>
                                        </p:tav>
                                        <p:tav tm="100000">
                                          <p:val>
                                            <p:strVal val="#ppt_x"/>
                                          </p:val>
                                        </p:tav>
                                      </p:tavLst>
                                    </p:anim>
                                    <p:anim calcmode="lin" valueType="num">
                                      <p:cBhvr additive="base">
                                        <p:cTn id="106" dur="500" fill="hold"/>
                                        <p:tgtEl>
                                          <p:spTgt spid="26"/>
                                        </p:tgtEl>
                                        <p:attrNameLst>
                                          <p:attrName>ppt_y</p:attrName>
                                        </p:attrNameLst>
                                      </p:cBhvr>
                                      <p:tavLst>
                                        <p:tav tm="0">
                                          <p:val>
                                            <p:strVal val="#ppt_y+.06"/>
                                          </p:val>
                                        </p:tav>
                                        <p:tav tm="100000">
                                          <p:val>
                                            <p:strVal val="#ppt_y"/>
                                          </p:val>
                                        </p:tav>
                                      </p:tavLst>
                                    </p:anim>
                                  </p:childTnLst>
                                </p:cTn>
                              </p:par>
                              <p:par>
                                <p:cTn id="107" presetID="42" presetClass="entr" presetSubtype="0" fill="hold" grpId="0" nodeType="withEffect">
                                  <p:stCondLst>
                                    <p:cond delay="1100"/>
                                  </p:stCondLst>
                                  <p:childTnLst>
                                    <p:set>
                                      <p:cBhvr>
                                        <p:cTn id="108" dur="1" fill="hold">
                                          <p:stCondLst>
                                            <p:cond delay="0"/>
                                          </p:stCondLst>
                                        </p:cTn>
                                        <p:tgtEl>
                                          <p:spTgt spid="27"/>
                                        </p:tgtEl>
                                        <p:attrNameLst>
                                          <p:attrName>style.visibility</p:attrName>
                                        </p:attrNameLst>
                                      </p:cBhvr>
                                      <p:to>
                                        <p:strVal val="visible"/>
                                      </p:to>
                                    </p:set>
                                    <p:animEffect transition="in" filter="fade">
                                      <p:cBhvr>
                                        <p:cTn id="109" dur="500"/>
                                        <p:tgtEl>
                                          <p:spTgt spid="27"/>
                                        </p:tgtEl>
                                      </p:cBhvr>
                                    </p:animEffect>
                                    <p:anim calcmode="lin" valueType="num">
                                      <p:cBhvr additive="base">
                                        <p:cTn id="110" dur="500" fill="hold"/>
                                        <p:tgtEl>
                                          <p:spTgt spid="27"/>
                                        </p:tgtEl>
                                        <p:attrNameLst>
                                          <p:attrName>ppt_x</p:attrName>
                                        </p:attrNameLst>
                                      </p:cBhvr>
                                      <p:tavLst>
                                        <p:tav tm="0">
                                          <p:val>
                                            <p:strVal val="#ppt_x"/>
                                          </p:val>
                                        </p:tav>
                                        <p:tav tm="100000">
                                          <p:val>
                                            <p:strVal val="#ppt_x"/>
                                          </p:val>
                                        </p:tav>
                                      </p:tavLst>
                                    </p:anim>
                                    <p:anim calcmode="lin" valueType="num">
                                      <p:cBhvr additive="base">
                                        <p:cTn id="111" dur="500" fill="hold"/>
                                        <p:tgtEl>
                                          <p:spTgt spid="27"/>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1250"/>
                                  </p:stCondLst>
                                  <p:childTnLst>
                                    <p:set>
                                      <p:cBhvr>
                                        <p:cTn id="113" dur="1" fill="hold">
                                          <p:stCondLst>
                                            <p:cond delay="0"/>
                                          </p:stCondLst>
                                        </p:cTn>
                                        <p:tgtEl>
                                          <p:spTgt spid="28"/>
                                        </p:tgtEl>
                                        <p:attrNameLst>
                                          <p:attrName>style.visibility</p:attrName>
                                        </p:attrNameLst>
                                      </p:cBhvr>
                                      <p:to>
                                        <p:strVal val="visible"/>
                                      </p:to>
                                    </p:set>
                                    <p:animEffect transition="in" filter="fade">
                                      <p:cBhvr>
                                        <p:cTn id="114" dur="500"/>
                                        <p:tgtEl>
                                          <p:spTgt spid="28"/>
                                        </p:tgtEl>
                                      </p:cBhvr>
                                    </p:animEffect>
                                    <p:anim calcmode="lin" valueType="num">
                                      <p:cBhvr additive="base">
                                        <p:cTn id="115" dur="500" fill="hold"/>
                                        <p:tgtEl>
                                          <p:spTgt spid="28"/>
                                        </p:tgtEl>
                                        <p:attrNameLst>
                                          <p:attrName>ppt_x</p:attrName>
                                        </p:attrNameLst>
                                      </p:cBhvr>
                                      <p:tavLst>
                                        <p:tav tm="0">
                                          <p:val>
                                            <p:strVal val="#ppt_x"/>
                                          </p:val>
                                        </p:tav>
                                        <p:tav tm="100000">
                                          <p:val>
                                            <p:strVal val="#ppt_x"/>
                                          </p:val>
                                        </p:tav>
                                      </p:tavLst>
                                    </p:anim>
                                    <p:anim calcmode="lin" valueType="num">
                                      <p:cBhvr additive="base">
                                        <p:cTn id="116" dur="500" fill="hold"/>
                                        <p:tgtEl>
                                          <p:spTgt spid="28"/>
                                        </p:tgtEl>
                                        <p:attrNameLst>
                                          <p:attrName>ppt_y</p:attrName>
                                        </p:attrNameLst>
                                      </p:cBhvr>
                                      <p:tavLst>
                                        <p:tav tm="0">
                                          <p:val>
                                            <p:strVal val="#ppt_y+.06"/>
                                          </p:val>
                                        </p:tav>
                                        <p:tav tm="100000">
                                          <p:val>
                                            <p:strVal val="#ppt_y"/>
                                          </p:val>
                                        </p:tav>
                                      </p:tavLst>
                                    </p:anim>
                                  </p:childTnLst>
                                </p:cTn>
                              </p:par>
                              <p:par>
                                <p:cTn id="117" presetID="42" presetClass="entr" presetSubtype="0" fill="hold" grpId="0" nodeType="withEffect">
                                  <p:stCondLst>
                                    <p:cond delay="1250"/>
                                  </p:stCondLst>
                                  <p:childTnLst>
                                    <p:set>
                                      <p:cBhvr>
                                        <p:cTn id="118" dur="1" fill="hold">
                                          <p:stCondLst>
                                            <p:cond delay="0"/>
                                          </p:stCondLst>
                                        </p:cTn>
                                        <p:tgtEl>
                                          <p:spTgt spid="29"/>
                                        </p:tgtEl>
                                        <p:attrNameLst>
                                          <p:attrName>style.visibility</p:attrName>
                                        </p:attrNameLst>
                                      </p:cBhvr>
                                      <p:to>
                                        <p:strVal val="visible"/>
                                      </p:to>
                                    </p:set>
                                    <p:animEffect transition="in" filter="fade">
                                      <p:cBhvr>
                                        <p:cTn id="119" dur="500"/>
                                        <p:tgtEl>
                                          <p:spTgt spid="29"/>
                                        </p:tgtEl>
                                      </p:cBhvr>
                                    </p:animEffect>
                                    <p:anim calcmode="lin" valueType="num">
                                      <p:cBhvr additive="base">
                                        <p:cTn id="120" dur="500" fill="hold"/>
                                        <p:tgtEl>
                                          <p:spTgt spid="29"/>
                                        </p:tgtEl>
                                        <p:attrNameLst>
                                          <p:attrName>ppt_x</p:attrName>
                                        </p:attrNameLst>
                                      </p:cBhvr>
                                      <p:tavLst>
                                        <p:tav tm="0">
                                          <p:val>
                                            <p:strVal val="#ppt_x"/>
                                          </p:val>
                                        </p:tav>
                                        <p:tav tm="100000">
                                          <p:val>
                                            <p:strVal val="#ppt_x"/>
                                          </p:val>
                                        </p:tav>
                                      </p:tavLst>
                                    </p:anim>
                                    <p:anim calcmode="lin" valueType="num">
                                      <p:cBhvr additive="base">
                                        <p:cTn id="121" dur="500" fill="hold"/>
                                        <p:tgtEl>
                                          <p:spTgt spid="29"/>
                                        </p:tgtEl>
                                        <p:attrNameLst>
                                          <p:attrName>ppt_y</p:attrName>
                                        </p:attrNameLst>
                                      </p:cBhvr>
                                      <p:tavLst>
                                        <p:tav tm="0">
                                          <p:val>
                                            <p:strVal val="#ppt_y+.06"/>
                                          </p:val>
                                        </p:tav>
                                        <p:tav tm="100000">
                                          <p:val>
                                            <p:strVal val="#ppt_y"/>
                                          </p:val>
                                        </p:tav>
                                      </p:tavLst>
                                    </p:anim>
                                  </p:childTnLst>
                                </p:cTn>
                              </p:par>
                              <p:par>
                                <p:cTn id="122" presetID="42" presetClass="entr" presetSubtype="0" fill="hold" grpId="0" nodeType="withEffect">
                                  <p:stCondLst>
                                    <p:cond delay="1250"/>
                                  </p:stCondLst>
                                  <p:childTnLst>
                                    <p:set>
                                      <p:cBhvr>
                                        <p:cTn id="123" dur="1" fill="hold">
                                          <p:stCondLst>
                                            <p:cond delay="0"/>
                                          </p:stCondLst>
                                        </p:cTn>
                                        <p:tgtEl>
                                          <p:spTgt spid="30"/>
                                        </p:tgtEl>
                                        <p:attrNameLst>
                                          <p:attrName>style.visibility</p:attrName>
                                        </p:attrNameLst>
                                      </p:cBhvr>
                                      <p:to>
                                        <p:strVal val="visible"/>
                                      </p:to>
                                    </p:set>
                                    <p:animEffect transition="in" filter="fade">
                                      <p:cBhvr>
                                        <p:cTn id="124" dur="500"/>
                                        <p:tgtEl>
                                          <p:spTgt spid="30"/>
                                        </p:tgtEl>
                                      </p:cBhvr>
                                    </p:animEffect>
                                    <p:anim calcmode="lin" valueType="num">
                                      <p:cBhvr additive="base">
                                        <p:cTn id="125" dur="500" fill="hold"/>
                                        <p:tgtEl>
                                          <p:spTgt spid="30"/>
                                        </p:tgtEl>
                                        <p:attrNameLst>
                                          <p:attrName>ppt_x</p:attrName>
                                        </p:attrNameLst>
                                      </p:cBhvr>
                                      <p:tavLst>
                                        <p:tav tm="0">
                                          <p:val>
                                            <p:strVal val="#ppt_x"/>
                                          </p:val>
                                        </p:tav>
                                        <p:tav tm="100000">
                                          <p:val>
                                            <p:strVal val="#ppt_x"/>
                                          </p:val>
                                        </p:tav>
                                      </p:tavLst>
                                    </p:anim>
                                    <p:anim calcmode="lin" valueType="num">
                                      <p:cBhvr additive="base">
                                        <p:cTn id="126" dur="500" fill="hold"/>
                                        <p:tgtEl>
                                          <p:spTgt spid="30"/>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250"/>
                                  </p:stCondLst>
                                  <p:childTnLst>
                                    <p:set>
                                      <p:cBhvr>
                                        <p:cTn id="128" dur="1" fill="hold">
                                          <p:stCondLst>
                                            <p:cond delay="0"/>
                                          </p:stCondLst>
                                        </p:cTn>
                                        <p:tgtEl>
                                          <p:spTgt spid="31"/>
                                        </p:tgtEl>
                                        <p:attrNameLst>
                                          <p:attrName>style.visibility</p:attrName>
                                        </p:attrNameLst>
                                      </p:cBhvr>
                                      <p:to>
                                        <p:strVal val="visible"/>
                                      </p:to>
                                    </p:set>
                                    <p:animEffect transition="in" filter="fade">
                                      <p:cBhvr>
                                        <p:cTn id="129" dur="500"/>
                                        <p:tgtEl>
                                          <p:spTgt spid="31"/>
                                        </p:tgtEl>
                                      </p:cBhvr>
                                    </p:animEffect>
                                    <p:anim calcmode="lin" valueType="num">
                                      <p:cBhvr additive="base">
                                        <p:cTn id="130" dur="500" fill="hold"/>
                                        <p:tgtEl>
                                          <p:spTgt spid="31"/>
                                        </p:tgtEl>
                                        <p:attrNameLst>
                                          <p:attrName>ppt_x</p:attrName>
                                        </p:attrNameLst>
                                      </p:cBhvr>
                                      <p:tavLst>
                                        <p:tav tm="0">
                                          <p:val>
                                            <p:strVal val="#ppt_x"/>
                                          </p:val>
                                        </p:tav>
                                        <p:tav tm="100000">
                                          <p:val>
                                            <p:strVal val="#ppt_x"/>
                                          </p:val>
                                        </p:tav>
                                      </p:tavLst>
                                    </p:anim>
                                    <p:anim calcmode="lin" valueType="num">
                                      <p:cBhvr additive="base">
                                        <p:cTn id="131" dur="500" fill="hold"/>
                                        <p:tgtEl>
                                          <p:spTgt spid="31"/>
                                        </p:tgtEl>
                                        <p:attrNameLst>
                                          <p:attrName>ppt_y</p:attrName>
                                        </p:attrNameLst>
                                      </p:cBhvr>
                                      <p:tavLst>
                                        <p:tav tm="0">
                                          <p:val>
                                            <p:strVal val="#ppt_y+.06"/>
                                          </p:val>
                                        </p:tav>
                                        <p:tav tm="100000">
                                          <p:val>
                                            <p:strVal val="#ppt_y"/>
                                          </p:val>
                                        </p:tav>
                                      </p:tavLst>
                                    </p:anim>
                                  </p:childTnLst>
                                </p:cTn>
                              </p:par>
                              <p:par>
                                <p:cTn id="132" presetID="42" presetClass="entr" presetSubtype="0" fill="hold" grpId="0" nodeType="withEffect">
                                  <p:stCondLst>
                                    <p:cond delay="1250"/>
                                  </p:stCondLst>
                                  <p:childTnLst>
                                    <p:set>
                                      <p:cBhvr>
                                        <p:cTn id="133" dur="1" fill="hold">
                                          <p:stCondLst>
                                            <p:cond delay="0"/>
                                          </p:stCondLst>
                                        </p:cTn>
                                        <p:tgtEl>
                                          <p:spTgt spid="32"/>
                                        </p:tgtEl>
                                        <p:attrNameLst>
                                          <p:attrName>style.visibility</p:attrName>
                                        </p:attrNameLst>
                                      </p:cBhvr>
                                      <p:to>
                                        <p:strVal val="visible"/>
                                      </p:to>
                                    </p:set>
                                    <p:animEffect transition="in" filter="fade">
                                      <p:cBhvr>
                                        <p:cTn id="134" dur="500"/>
                                        <p:tgtEl>
                                          <p:spTgt spid="32"/>
                                        </p:tgtEl>
                                      </p:cBhvr>
                                    </p:animEffect>
                                    <p:anim calcmode="lin" valueType="num">
                                      <p:cBhvr additive="base">
                                        <p:cTn id="135" dur="500" fill="hold"/>
                                        <p:tgtEl>
                                          <p:spTgt spid="32"/>
                                        </p:tgtEl>
                                        <p:attrNameLst>
                                          <p:attrName>ppt_x</p:attrName>
                                        </p:attrNameLst>
                                      </p:cBhvr>
                                      <p:tavLst>
                                        <p:tav tm="0">
                                          <p:val>
                                            <p:strVal val="#ppt_x"/>
                                          </p:val>
                                        </p:tav>
                                        <p:tav tm="100000">
                                          <p:val>
                                            <p:strVal val="#ppt_x"/>
                                          </p:val>
                                        </p:tav>
                                      </p:tavLst>
                                    </p:anim>
                                    <p:anim calcmode="lin" valueType="num">
                                      <p:cBhvr additive="base">
                                        <p:cTn id="136" dur="500" fill="hold"/>
                                        <p:tgtEl>
                                          <p:spTgt spid="32"/>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0"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43666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01</a:t>
            </a:r>
          </a:p>
        </p:txBody>
      </p:sp>
      <p:sp>
        <p:nvSpPr>
          <p:cNvPr id="7" name="!!tag_text"/>
          <p:cNvSpPr txBox="1"/>
          <p:nvPr/>
        </p:nvSpPr>
        <p:spPr>
          <a:xfrm>
            <a:off x="896112" y="292608"/>
            <a:ext cx="107090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GIỚI THIỆU</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HỆ SINH THÁI 4 TRỤ CỘT</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Từ nghiên cứu đến ứng dụng – một đầu mối cho nhiều nhu cầu phát triển</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04</a:t>
            </a:r>
          </a:p>
        </p:txBody>
      </p:sp>
      <p:pic>
        <p:nvPicPr>
          <p:cNvPr id="11" name="Picture 10" descr="glow_7FC211_40_1.7.png"/>
          <p:cNvPicPr>
            <a:picLocks noChangeAspect="1"/>
          </p:cNvPicPr>
          <p:nvPr/>
        </p:nvPicPr>
        <p:blipFill>
          <a:blip r:embed="rId4"/>
          <a:stretch>
            <a:fillRect/>
          </a:stretch>
        </p:blipFill>
        <p:spPr>
          <a:xfrm>
            <a:off x="3958438" y="1904238"/>
            <a:ext cx="4274820" cy="4274820"/>
          </a:xfrm>
          <a:prstGeom prst="rect">
            <a:avLst/>
          </a:prstGeom>
        </p:spPr>
      </p:pic>
      <p:sp>
        <p:nvSpPr>
          <p:cNvPr id="12" name="Oval 11"/>
          <p:cNvSpPr/>
          <p:nvPr/>
        </p:nvSpPr>
        <p:spPr>
          <a:xfrm>
            <a:off x="4587088" y="2532888"/>
            <a:ext cx="3017520" cy="3017520"/>
          </a:xfrm>
          <a:prstGeom prst="ellipse">
            <a:avLst/>
          </a:prstGeom>
          <a:noFill/>
          <a:ln w="15875">
            <a:solidFill>
              <a:srgbClr val="207D08"/>
            </a:solidFill>
            <a:prstDash val="dash"/>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emblem" descr="emblem_ff66a6_207D08032A1BcCDEFA0.png"/>
          <p:cNvPicPr>
            <a:picLocks noChangeAspect="1"/>
          </p:cNvPicPr>
          <p:nvPr/>
        </p:nvPicPr>
        <p:blipFill>
          <a:blip r:embed="rId5"/>
          <a:srcRect/>
          <a:stretch>
            <a:fillRect/>
          </a:stretch>
        </p:blipFill>
        <p:spPr>
          <a:xfrm>
            <a:off x="4838548" y="2784348"/>
            <a:ext cx="2514600" cy="2514600"/>
          </a:xfrm>
          <a:prstGeom prst="rect">
            <a:avLst/>
          </a:prstGeom>
        </p:spPr>
      </p:pic>
      <p:cxnSp>
        <p:nvCxnSpPr>
          <p:cNvPr id="14" name="Connector 13"/>
          <p:cNvCxnSpPr/>
          <p:nvPr/>
        </p:nvCxnSpPr>
        <p:spPr>
          <a:xfrm>
            <a:off x="4297680" y="2788920"/>
            <a:ext cx="560209" cy="390280"/>
          </a:xfrm>
          <a:prstGeom prst="line">
            <a:avLst/>
          </a:prstGeom>
          <a:ln w="15875">
            <a:solidFill>
              <a:srgbClr val="207D08"/>
            </a:solidFill>
          </a:ln>
          <a:effectLst/>
        </p:spPr>
        <p:style>
          <a:lnRef idx="2">
            <a:schemeClr val="accent1"/>
          </a:lnRef>
          <a:fillRef idx="0">
            <a:schemeClr val="accent1"/>
          </a:fillRef>
          <a:effectRef idx="0">
            <a:schemeClr val="accent1"/>
          </a:effectRef>
          <a:fontRef idx="minor">
            <a:schemeClr val="tx1"/>
          </a:fontRef>
        </p:style>
      </p:cxnSp>
      <p:sp>
        <p:nvSpPr>
          <p:cNvPr id="15" name="Oval 14"/>
          <p:cNvSpPr/>
          <p:nvPr/>
        </p:nvSpPr>
        <p:spPr>
          <a:xfrm>
            <a:off x="4784737" y="3106048"/>
            <a:ext cx="146304" cy="146304"/>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548640" y="1783080"/>
            <a:ext cx="3749040" cy="2011680"/>
          </a:xfrm>
          <a:prstGeom prst="roundRect">
            <a:avLst>
              <a:gd name="adj" fmla="val 636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7" name="Oval 16"/>
          <p:cNvSpPr/>
          <p:nvPr/>
        </p:nvSpPr>
        <p:spPr>
          <a:xfrm>
            <a:off x="795528" y="2029968"/>
            <a:ext cx="603504" cy="60350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8" name="Picture 17" descr="microscope_FFFFFF.png"/>
          <p:cNvPicPr>
            <a:picLocks noChangeAspect="1"/>
          </p:cNvPicPr>
          <p:nvPr/>
        </p:nvPicPr>
        <p:blipFill>
          <a:blip r:embed="rId6"/>
          <a:stretch>
            <a:fillRect/>
          </a:stretch>
        </p:blipFill>
        <p:spPr>
          <a:xfrm>
            <a:off x="940369" y="2174809"/>
            <a:ext cx="313822" cy="313822"/>
          </a:xfrm>
          <a:prstGeom prst="rect">
            <a:avLst/>
          </a:prstGeom>
        </p:spPr>
      </p:pic>
      <p:sp>
        <p:nvSpPr>
          <p:cNvPr id="19" name="TextBox 18"/>
          <p:cNvSpPr txBox="1"/>
          <p:nvPr/>
        </p:nvSpPr>
        <p:spPr>
          <a:xfrm>
            <a:off x="3337560" y="1892808"/>
            <a:ext cx="777240" cy="502920"/>
          </a:xfrm>
          <a:prstGeom prst="rect">
            <a:avLst/>
          </a:prstGeom>
          <a:noFill/>
        </p:spPr>
        <p:txBody>
          <a:bodyPr wrap="none" lIns="0" rIns="0" tIns="0" bIns="0" anchor="ctr">
            <a:noAutofit/>
          </a:bodyPr>
          <a:lstStyle/>
          <a:p>
            <a:pPr algn="r">
              <a:lnSpc>
                <a:spcPct val="100000"/>
              </a:lnSpc>
            </a:pPr>
            <a:r>
              <a:rPr sz="2400" b="1" i="0">
                <a:solidFill>
                  <a:srgbClr val="C5E494"/>
                </a:solidFill>
                <a:latin typeface="Lexend Exa"/>
                <a:ea typeface="Lexend Exa"/>
                <a:cs typeface="Lexend Exa"/>
              </a:rPr>
              <a:t>01</a:t>
            </a:r>
          </a:p>
        </p:txBody>
      </p:sp>
      <p:sp>
        <p:nvSpPr>
          <p:cNvPr id="20" name="TextBox 19"/>
          <p:cNvSpPr txBox="1"/>
          <p:nvPr/>
        </p:nvSpPr>
        <p:spPr>
          <a:xfrm>
            <a:off x="1554480" y="1984248"/>
            <a:ext cx="1920240" cy="685800"/>
          </a:xfrm>
          <a:prstGeom prst="rect">
            <a:avLst/>
          </a:prstGeom>
          <a:noFill/>
        </p:spPr>
        <p:txBody>
          <a:bodyPr wrap="square" lIns="0" rIns="0" tIns="0" bIns="0" anchor="ctr">
            <a:noAutofit/>
          </a:bodyPr>
          <a:lstStyle/>
          <a:p>
            <a:pPr algn="l">
              <a:lnSpc>
                <a:spcPct val="100000"/>
              </a:lnSpc>
            </a:pPr>
            <a:r>
              <a:rPr sz="1500" b="1" i="0">
                <a:solidFill>
                  <a:srgbClr val="0D2B1C"/>
                </a:solidFill>
                <a:latin typeface="Be Vietnam Pro"/>
                <a:ea typeface="Be Vietnam Pro"/>
                <a:cs typeface="Be Vietnam Pro"/>
              </a:rPr>
              <a:t>Nghiên cứu &amp; Dự án</a:t>
            </a:r>
          </a:p>
        </p:txBody>
      </p:sp>
      <p:sp>
        <p:nvSpPr>
          <p:cNvPr id="21" name="TextBox 20"/>
          <p:cNvSpPr txBox="1"/>
          <p:nvPr/>
        </p:nvSpPr>
        <p:spPr>
          <a:xfrm>
            <a:off x="822960" y="2807208"/>
            <a:ext cx="3246120" cy="914400"/>
          </a:xfrm>
          <a:prstGeom prst="rect">
            <a:avLst/>
          </a:prstGeom>
          <a:noFill/>
        </p:spPr>
        <p:txBody>
          <a:bodyPr wrap="square" lIns="0" rIns="0" tIns="0" bIns="0" anchor="t">
            <a:noAutofit/>
          </a:bodyPr>
          <a:lstStyle/>
          <a:p>
            <a:pPr algn="l">
              <a:lnSpc>
                <a:spcPct val="120000"/>
              </a:lnSpc>
              <a:spcAft>
                <a:spcPts val="0"/>
              </a:spcAft>
            </a:pPr>
            <a:r>
              <a:rPr sz="1150" b="0" i="0">
                <a:solidFill>
                  <a:srgbClr val="465A4D"/>
                </a:solidFill>
                <a:latin typeface="Be Vietnam Pro"/>
                <a:ea typeface="Be Vietnam Pro"/>
                <a:cs typeface="Be Vietnam Pro"/>
              </a:rPr>
              <a:t>Tư vấn, lập dự án và chuyển giao ứng dụng khoa học công nghệ.</a:t>
            </a:r>
          </a:p>
        </p:txBody>
      </p:sp>
      <p:cxnSp>
        <p:nvCxnSpPr>
          <p:cNvPr id="22" name="Connector 21"/>
          <p:cNvCxnSpPr/>
          <p:nvPr/>
        </p:nvCxnSpPr>
        <p:spPr>
          <a:xfrm flipH="1">
            <a:off x="7333806" y="2788920"/>
            <a:ext cx="560209" cy="390280"/>
          </a:xfrm>
          <a:prstGeom prst="line">
            <a:avLst/>
          </a:prstGeom>
          <a:ln w="15875">
            <a:solidFill>
              <a:srgbClr val="207D08"/>
            </a:solidFill>
          </a:ln>
          <a:effectLst/>
        </p:spPr>
        <p:style>
          <a:lnRef idx="2">
            <a:schemeClr val="accent1"/>
          </a:lnRef>
          <a:fillRef idx="0">
            <a:schemeClr val="accent1"/>
          </a:fillRef>
          <a:effectRef idx="0">
            <a:schemeClr val="accent1"/>
          </a:effectRef>
          <a:fontRef idx="minor">
            <a:schemeClr val="tx1"/>
          </a:fontRef>
        </p:style>
      </p:cxnSp>
      <p:sp>
        <p:nvSpPr>
          <p:cNvPr id="23" name="Oval 22"/>
          <p:cNvSpPr/>
          <p:nvPr/>
        </p:nvSpPr>
        <p:spPr>
          <a:xfrm>
            <a:off x="7260654" y="3106048"/>
            <a:ext cx="146304" cy="146304"/>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7894015" y="1783080"/>
            <a:ext cx="3749040" cy="2011680"/>
          </a:xfrm>
          <a:prstGeom prst="roundRect">
            <a:avLst>
              <a:gd name="adj" fmla="val 636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Oval 24"/>
          <p:cNvSpPr/>
          <p:nvPr/>
        </p:nvSpPr>
        <p:spPr>
          <a:xfrm>
            <a:off x="8140903" y="2029968"/>
            <a:ext cx="603504" cy="60350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graduation-cap_FFFFFF.png"/>
          <p:cNvPicPr>
            <a:picLocks noChangeAspect="1"/>
          </p:cNvPicPr>
          <p:nvPr/>
        </p:nvPicPr>
        <p:blipFill>
          <a:blip r:embed="rId7"/>
          <a:stretch>
            <a:fillRect/>
          </a:stretch>
        </p:blipFill>
        <p:spPr>
          <a:xfrm>
            <a:off x="8285744" y="2174809"/>
            <a:ext cx="313822" cy="313822"/>
          </a:xfrm>
          <a:prstGeom prst="rect">
            <a:avLst/>
          </a:prstGeom>
        </p:spPr>
      </p:pic>
      <p:sp>
        <p:nvSpPr>
          <p:cNvPr id="27" name="TextBox 26"/>
          <p:cNvSpPr txBox="1"/>
          <p:nvPr/>
        </p:nvSpPr>
        <p:spPr>
          <a:xfrm>
            <a:off x="10682935" y="1892808"/>
            <a:ext cx="777240" cy="502920"/>
          </a:xfrm>
          <a:prstGeom prst="rect">
            <a:avLst/>
          </a:prstGeom>
          <a:noFill/>
        </p:spPr>
        <p:txBody>
          <a:bodyPr wrap="none" lIns="0" rIns="0" tIns="0" bIns="0" anchor="ctr">
            <a:noAutofit/>
          </a:bodyPr>
          <a:lstStyle/>
          <a:p>
            <a:pPr algn="r">
              <a:lnSpc>
                <a:spcPct val="100000"/>
              </a:lnSpc>
            </a:pPr>
            <a:r>
              <a:rPr sz="2400" b="1" i="0">
                <a:solidFill>
                  <a:srgbClr val="C5E494"/>
                </a:solidFill>
                <a:latin typeface="Lexend Exa"/>
                <a:ea typeface="Lexend Exa"/>
                <a:cs typeface="Lexend Exa"/>
              </a:rPr>
              <a:t>02</a:t>
            </a:r>
          </a:p>
        </p:txBody>
      </p:sp>
      <p:sp>
        <p:nvSpPr>
          <p:cNvPr id="28" name="TextBox 27"/>
          <p:cNvSpPr txBox="1"/>
          <p:nvPr/>
        </p:nvSpPr>
        <p:spPr>
          <a:xfrm>
            <a:off x="8899855" y="1984248"/>
            <a:ext cx="1920240" cy="685800"/>
          </a:xfrm>
          <a:prstGeom prst="rect">
            <a:avLst/>
          </a:prstGeom>
          <a:noFill/>
        </p:spPr>
        <p:txBody>
          <a:bodyPr wrap="square" lIns="0" rIns="0" tIns="0" bIns="0" anchor="ctr">
            <a:noAutofit/>
          </a:bodyPr>
          <a:lstStyle/>
          <a:p>
            <a:pPr algn="l">
              <a:lnSpc>
                <a:spcPct val="100000"/>
              </a:lnSpc>
            </a:pPr>
            <a:r>
              <a:rPr sz="1500" b="1" i="0">
                <a:solidFill>
                  <a:srgbClr val="0D2B1C"/>
                </a:solidFill>
                <a:latin typeface="Be Vietnam Pro"/>
                <a:ea typeface="Be Vietnam Pro"/>
                <a:cs typeface="Be Vietnam Pro"/>
              </a:rPr>
              <a:t>Đào tạo &amp; Chứng chỉ</a:t>
            </a:r>
          </a:p>
        </p:txBody>
      </p:sp>
      <p:sp>
        <p:nvSpPr>
          <p:cNvPr id="29" name="TextBox 28"/>
          <p:cNvSpPr txBox="1"/>
          <p:nvPr/>
        </p:nvSpPr>
        <p:spPr>
          <a:xfrm>
            <a:off x="8168335" y="2807208"/>
            <a:ext cx="3246120" cy="914400"/>
          </a:xfrm>
          <a:prstGeom prst="rect">
            <a:avLst/>
          </a:prstGeom>
          <a:noFill/>
        </p:spPr>
        <p:txBody>
          <a:bodyPr wrap="square" lIns="0" rIns="0" tIns="0" bIns="0" anchor="t">
            <a:noAutofit/>
          </a:bodyPr>
          <a:lstStyle/>
          <a:p>
            <a:pPr algn="l">
              <a:lnSpc>
                <a:spcPct val="120000"/>
              </a:lnSpc>
              <a:spcAft>
                <a:spcPts val="0"/>
              </a:spcAft>
            </a:pPr>
            <a:r>
              <a:rPr sz="1150" b="0" i="0">
                <a:solidFill>
                  <a:srgbClr val="465A4D"/>
                </a:solidFill>
                <a:latin typeface="Be Vietnam Pro"/>
                <a:ea typeface="Be Vietnam Pro"/>
                <a:cs typeface="Be Vietnam Pro"/>
              </a:rPr>
              <a:t>Phát triển nguồn nhân lực, huấn luyện an toàn lao động, đào tạo AI.</a:t>
            </a:r>
          </a:p>
        </p:txBody>
      </p:sp>
      <p:cxnSp>
        <p:nvCxnSpPr>
          <p:cNvPr id="30" name="Connector 29"/>
          <p:cNvCxnSpPr/>
          <p:nvPr/>
        </p:nvCxnSpPr>
        <p:spPr>
          <a:xfrm flipV="1">
            <a:off x="4297680" y="4873677"/>
            <a:ext cx="539564" cy="356691"/>
          </a:xfrm>
          <a:prstGeom prst="line">
            <a:avLst/>
          </a:prstGeom>
          <a:ln w="15875">
            <a:solidFill>
              <a:srgbClr val="207D08"/>
            </a:solidFill>
          </a:ln>
          <a:effectLst/>
        </p:spPr>
        <p:style>
          <a:lnRef idx="2">
            <a:schemeClr val="accent1"/>
          </a:lnRef>
          <a:fillRef idx="0">
            <a:schemeClr val="accent1"/>
          </a:fillRef>
          <a:effectRef idx="0">
            <a:schemeClr val="accent1"/>
          </a:effectRef>
          <a:fontRef idx="minor">
            <a:schemeClr val="tx1"/>
          </a:fontRef>
        </p:style>
      </p:cxnSp>
      <p:sp>
        <p:nvSpPr>
          <p:cNvPr id="31" name="Oval 30"/>
          <p:cNvSpPr/>
          <p:nvPr/>
        </p:nvSpPr>
        <p:spPr>
          <a:xfrm>
            <a:off x="4764092" y="4800525"/>
            <a:ext cx="146304" cy="146304"/>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548640" y="4224528"/>
            <a:ext cx="3749040" cy="2011680"/>
          </a:xfrm>
          <a:prstGeom prst="roundRect">
            <a:avLst>
              <a:gd name="adj" fmla="val 636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3" name="Oval 32"/>
          <p:cNvSpPr/>
          <p:nvPr/>
        </p:nvSpPr>
        <p:spPr>
          <a:xfrm>
            <a:off x="795528" y="4471416"/>
            <a:ext cx="603504" cy="60350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4" name="Picture 33" descr="qr-code_FFFFFF.png"/>
          <p:cNvPicPr>
            <a:picLocks noChangeAspect="1"/>
          </p:cNvPicPr>
          <p:nvPr/>
        </p:nvPicPr>
        <p:blipFill>
          <a:blip r:embed="rId8"/>
          <a:stretch>
            <a:fillRect/>
          </a:stretch>
        </p:blipFill>
        <p:spPr>
          <a:xfrm>
            <a:off x="940369" y="4616257"/>
            <a:ext cx="313822" cy="313822"/>
          </a:xfrm>
          <a:prstGeom prst="rect">
            <a:avLst/>
          </a:prstGeom>
        </p:spPr>
      </p:pic>
      <p:sp>
        <p:nvSpPr>
          <p:cNvPr id="35" name="TextBox 34"/>
          <p:cNvSpPr txBox="1"/>
          <p:nvPr/>
        </p:nvSpPr>
        <p:spPr>
          <a:xfrm>
            <a:off x="3337560" y="4334256"/>
            <a:ext cx="777240" cy="502920"/>
          </a:xfrm>
          <a:prstGeom prst="rect">
            <a:avLst/>
          </a:prstGeom>
          <a:noFill/>
        </p:spPr>
        <p:txBody>
          <a:bodyPr wrap="none" lIns="0" rIns="0" tIns="0" bIns="0" anchor="ctr">
            <a:noAutofit/>
          </a:bodyPr>
          <a:lstStyle/>
          <a:p>
            <a:pPr algn="r">
              <a:lnSpc>
                <a:spcPct val="100000"/>
              </a:lnSpc>
            </a:pPr>
            <a:r>
              <a:rPr sz="2400" b="1" i="0">
                <a:solidFill>
                  <a:srgbClr val="C5E494"/>
                </a:solidFill>
                <a:latin typeface="Lexend Exa"/>
                <a:ea typeface="Lexend Exa"/>
                <a:cs typeface="Lexend Exa"/>
              </a:rPr>
              <a:t>03</a:t>
            </a:r>
          </a:p>
        </p:txBody>
      </p:sp>
      <p:sp>
        <p:nvSpPr>
          <p:cNvPr id="36" name="TextBox 35"/>
          <p:cNvSpPr txBox="1"/>
          <p:nvPr/>
        </p:nvSpPr>
        <p:spPr>
          <a:xfrm>
            <a:off x="1554480" y="4425696"/>
            <a:ext cx="1920240" cy="685800"/>
          </a:xfrm>
          <a:prstGeom prst="rect">
            <a:avLst/>
          </a:prstGeom>
          <a:noFill/>
        </p:spPr>
        <p:txBody>
          <a:bodyPr wrap="square" lIns="0" rIns="0" tIns="0" bIns="0" anchor="ctr">
            <a:noAutofit/>
          </a:bodyPr>
          <a:lstStyle/>
          <a:p>
            <a:pPr algn="l">
              <a:lnSpc>
                <a:spcPct val="100000"/>
              </a:lnSpc>
            </a:pPr>
            <a:r>
              <a:rPr sz="1500" b="1" i="0">
                <a:solidFill>
                  <a:srgbClr val="0D2B1C"/>
                </a:solidFill>
                <a:latin typeface="Be Vietnam Pro"/>
                <a:ea typeface="Be Vietnam Pro"/>
                <a:cs typeface="Be Vietnam Pro"/>
              </a:rPr>
              <a:t>Truy xuất nguồn gốc</a:t>
            </a:r>
          </a:p>
        </p:txBody>
      </p:sp>
      <p:sp>
        <p:nvSpPr>
          <p:cNvPr id="37" name="TextBox 36"/>
          <p:cNvSpPr txBox="1"/>
          <p:nvPr/>
        </p:nvSpPr>
        <p:spPr>
          <a:xfrm>
            <a:off x="822960" y="5248656"/>
            <a:ext cx="3246120" cy="914400"/>
          </a:xfrm>
          <a:prstGeom prst="rect">
            <a:avLst/>
          </a:prstGeom>
          <a:noFill/>
        </p:spPr>
        <p:txBody>
          <a:bodyPr wrap="square" lIns="0" rIns="0" tIns="0" bIns="0" anchor="t">
            <a:noAutofit/>
          </a:bodyPr>
          <a:lstStyle/>
          <a:p>
            <a:pPr algn="l">
              <a:lnSpc>
                <a:spcPct val="120000"/>
              </a:lnSpc>
              <a:spcAft>
                <a:spcPts val="0"/>
              </a:spcAft>
            </a:pPr>
            <a:r>
              <a:rPr sz="1150" b="0" i="0">
                <a:solidFill>
                  <a:srgbClr val="465A4D"/>
                </a:solidFill>
                <a:latin typeface="Be Vietnam Pro"/>
                <a:ea typeface="Be Vietnam Pro"/>
                <a:cs typeface="Be Vietnam Pro"/>
              </a:rPr>
              <a:t>Giải pháp chuẩn GS1, minh bạch chuỗi cung ứng, bảo vệ thương hiệu.</a:t>
            </a:r>
          </a:p>
        </p:txBody>
      </p:sp>
      <p:cxnSp>
        <p:nvCxnSpPr>
          <p:cNvPr id="38" name="Connector 37"/>
          <p:cNvCxnSpPr/>
          <p:nvPr/>
        </p:nvCxnSpPr>
        <p:spPr>
          <a:xfrm flipH="1" flipV="1">
            <a:off x="7354452" y="4873677"/>
            <a:ext cx="539563" cy="356691"/>
          </a:xfrm>
          <a:prstGeom prst="line">
            <a:avLst/>
          </a:prstGeom>
          <a:ln w="15875">
            <a:solidFill>
              <a:srgbClr val="207D08"/>
            </a:solidFill>
          </a:ln>
          <a:effectLst/>
        </p:spPr>
        <p:style>
          <a:lnRef idx="2">
            <a:schemeClr val="accent1"/>
          </a:lnRef>
          <a:fillRef idx="0">
            <a:schemeClr val="accent1"/>
          </a:fillRef>
          <a:effectRef idx="0">
            <a:schemeClr val="accent1"/>
          </a:effectRef>
          <a:fontRef idx="minor">
            <a:schemeClr val="tx1"/>
          </a:fontRef>
        </p:style>
      </p:cxnSp>
      <p:sp>
        <p:nvSpPr>
          <p:cNvPr id="39" name="Oval 38"/>
          <p:cNvSpPr/>
          <p:nvPr/>
        </p:nvSpPr>
        <p:spPr>
          <a:xfrm>
            <a:off x="7281300" y="4800525"/>
            <a:ext cx="146304" cy="146304"/>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894015" y="4224528"/>
            <a:ext cx="3749040" cy="2011680"/>
          </a:xfrm>
          <a:prstGeom prst="roundRect">
            <a:avLst>
              <a:gd name="adj" fmla="val 636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1" name="Oval 40"/>
          <p:cNvSpPr/>
          <p:nvPr/>
        </p:nvSpPr>
        <p:spPr>
          <a:xfrm>
            <a:off x="8140903" y="4471416"/>
            <a:ext cx="603504" cy="60350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2" name="Picture 41" descr="cpu_FFFFFF.png"/>
          <p:cNvPicPr>
            <a:picLocks noChangeAspect="1"/>
          </p:cNvPicPr>
          <p:nvPr/>
        </p:nvPicPr>
        <p:blipFill>
          <a:blip r:embed="rId9"/>
          <a:stretch>
            <a:fillRect/>
          </a:stretch>
        </p:blipFill>
        <p:spPr>
          <a:xfrm>
            <a:off x="8285744" y="4616257"/>
            <a:ext cx="313822" cy="313822"/>
          </a:xfrm>
          <a:prstGeom prst="rect">
            <a:avLst/>
          </a:prstGeom>
        </p:spPr>
      </p:pic>
      <p:sp>
        <p:nvSpPr>
          <p:cNvPr id="43" name="TextBox 42"/>
          <p:cNvSpPr txBox="1"/>
          <p:nvPr/>
        </p:nvSpPr>
        <p:spPr>
          <a:xfrm>
            <a:off x="10682935" y="4334256"/>
            <a:ext cx="777240" cy="502920"/>
          </a:xfrm>
          <a:prstGeom prst="rect">
            <a:avLst/>
          </a:prstGeom>
          <a:noFill/>
        </p:spPr>
        <p:txBody>
          <a:bodyPr wrap="none" lIns="0" rIns="0" tIns="0" bIns="0" anchor="ctr">
            <a:noAutofit/>
          </a:bodyPr>
          <a:lstStyle/>
          <a:p>
            <a:pPr algn="r">
              <a:lnSpc>
                <a:spcPct val="100000"/>
              </a:lnSpc>
            </a:pPr>
            <a:r>
              <a:rPr sz="2400" b="1" i="0">
                <a:solidFill>
                  <a:srgbClr val="C5E494"/>
                </a:solidFill>
                <a:latin typeface="Lexend Exa"/>
                <a:ea typeface="Lexend Exa"/>
                <a:cs typeface="Lexend Exa"/>
              </a:rPr>
              <a:t>04</a:t>
            </a:r>
          </a:p>
        </p:txBody>
      </p:sp>
      <p:sp>
        <p:nvSpPr>
          <p:cNvPr id="44" name="TextBox 43"/>
          <p:cNvSpPr txBox="1"/>
          <p:nvPr/>
        </p:nvSpPr>
        <p:spPr>
          <a:xfrm>
            <a:off x="8899855" y="4425696"/>
            <a:ext cx="1920240" cy="685800"/>
          </a:xfrm>
          <a:prstGeom prst="rect">
            <a:avLst/>
          </a:prstGeom>
          <a:noFill/>
        </p:spPr>
        <p:txBody>
          <a:bodyPr wrap="square" lIns="0" rIns="0" tIns="0" bIns="0" anchor="ctr">
            <a:noAutofit/>
          </a:bodyPr>
          <a:lstStyle/>
          <a:p>
            <a:pPr algn="l">
              <a:lnSpc>
                <a:spcPct val="100000"/>
              </a:lnSpc>
            </a:pPr>
            <a:r>
              <a:rPr sz="1500" b="1" i="0">
                <a:solidFill>
                  <a:srgbClr val="0D2B1C"/>
                </a:solidFill>
                <a:latin typeface="Be Vietnam Pro"/>
                <a:ea typeface="Be Vietnam Pro"/>
                <a:cs typeface="Be Vietnam Pro"/>
              </a:rPr>
              <a:t>Chuyển đổi số &amp; IoT</a:t>
            </a:r>
          </a:p>
        </p:txBody>
      </p:sp>
      <p:sp>
        <p:nvSpPr>
          <p:cNvPr id="45" name="TextBox 44"/>
          <p:cNvSpPr txBox="1"/>
          <p:nvPr/>
        </p:nvSpPr>
        <p:spPr>
          <a:xfrm>
            <a:off x="8168335" y="5248656"/>
            <a:ext cx="3246120" cy="914400"/>
          </a:xfrm>
          <a:prstGeom prst="rect">
            <a:avLst/>
          </a:prstGeom>
          <a:noFill/>
        </p:spPr>
        <p:txBody>
          <a:bodyPr wrap="square" lIns="0" rIns="0" tIns="0" bIns="0" anchor="t">
            <a:noAutofit/>
          </a:bodyPr>
          <a:lstStyle/>
          <a:p>
            <a:pPr algn="l">
              <a:lnSpc>
                <a:spcPct val="120000"/>
              </a:lnSpc>
              <a:spcAft>
                <a:spcPts val="0"/>
              </a:spcAft>
            </a:pPr>
            <a:r>
              <a:rPr sz="1150" b="0" i="0">
                <a:solidFill>
                  <a:srgbClr val="465A4D"/>
                </a:solidFill>
                <a:latin typeface="Be Vietnam Pro"/>
                <a:ea typeface="Be Vietnam Pro"/>
                <a:cs typeface="Be Vietnam Pro"/>
              </a:rPr>
              <a:t>Kiến trúc IoT nông nghiệp thông minh và giải pháp công nghệ doanh nghiệp.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31" presetClass="entr" presetSubtype="0" fill="hold" grpId="0" nodeType="withEffect">
                                  <p:stCondLst>
                                    <p:cond delay="20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900" fill="hold"/>
                                        <p:tgtEl>
                                          <p:spTgt spid="13"/>
                                        </p:tgtEl>
                                        <p:attrNameLst>
                                          <p:attrName>ppt_w</p:attrName>
                                        </p:attrNameLst>
                                      </p:cBhvr>
                                      <p:tavLst>
                                        <p:tav tm="0">
                                          <p:val>
                                            <p:strVal val="0"/>
                                          </p:val>
                                        </p:tav>
                                        <p:tav tm="100000">
                                          <p:val>
                                            <p:strVal val="#ppt_w"/>
                                          </p:val>
                                        </p:tav>
                                      </p:tavLst>
                                    </p:anim>
                                    <p:anim calcmode="lin" valueType="num">
                                      <p:cBhvr additive="base">
                                        <p:cTn id="26" dur="900" fill="hold"/>
                                        <p:tgtEl>
                                          <p:spTgt spid="13"/>
                                        </p:tgtEl>
                                        <p:attrNameLst>
                                          <p:attrName>ppt_h</p:attrName>
                                        </p:attrNameLst>
                                      </p:cBhvr>
                                      <p:tavLst>
                                        <p:tav tm="0">
                                          <p:val>
                                            <p:strVal val="0"/>
                                          </p:val>
                                        </p:tav>
                                        <p:tav tm="100000">
                                          <p:val>
                                            <p:strVal val="#ppt_h"/>
                                          </p:val>
                                        </p:tav>
                                      </p:tavLst>
                                    </p:anim>
                                    <p:anim calcmode="lin" valueType="num">
                                      <p:cBhvr>
                                        <p:cTn id="27" dur="900" fill="hold"/>
                                        <p:tgtEl>
                                          <p:spTgt spid="13"/>
                                        </p:tgtEl>
                                        <p:attrNameLst>
                                          <p:attrName>style.rotation</p:attrName>
                                        </p:attrNameLst>
                                      </p:cBhvr>
                                      <p:tavLst>
                                        <p:tav tm="0">
                                          <p:val>
                                            <p:fltVal val="90"/>
                                          </p:val>
                                        </p:tav>
                                        <p:tav tm="100000">
                                          <p:val>
                                            <p:fltVal val="0"/>
                                          </p:val>
                                        </p:tav>
                                      </p:tavLst>
                                    </p:anim>
                                    <p:animEffect transition="in" filter="fade">
                                      <p:cBhvr>
                                        <p:cTn id="28" dur="900"/>
                                        <p:tgtEl>
                                          <p:spTgt spid="13"/>
                                        </p:tgtEl>
                                      </p:cBhvr>
                                    </p:animEffect>
                                  </p:childTnLst>
                                </p:cTn>
                              </p:par>
                              <p:par>
                                <p:cTn id="29" presetID="10" presetClass="entr" presetSubtype="0" fill="hold" grpId="0" nodeType="withEffect">
                                  <p:stCondLst>
                                    <p:cond delay="25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400"/>
                                        <p:tgtEl>
                                          <p:spTgt spid="8"/>
                                        </p:tgtEl>
                                      </p:cBhvr>
                                    </p:animEffect>
                                  </p:childTnLst>
                                </p:cTn>
                              </p:par>
                              <p:par>
                                <p:cTn id="32" presetID="10" presetClass="entr" presetSubtype="0" fill="hold" grpId="0" nodeType="withEffect">
                                  <p:stCondLst>
                                    <p:cond delay="30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400"/>
                                        <p:tgtEl>
                                          <p:spTgt spid="9"/>
                                        </p:tgtEl>
                                      </p:cBhvr>
                                    </p:animEffect>
                                  </p:childTnLst>
                                </p:cTn>
                              </p:par>
                              <p:par>
                                <p:cTn id="35" presetID="10" presetClass="entr" presetSubtype="0" fill="hold" grpId="0" nodeType="withEffect">
                                  <p:stCondLst>
                                    <p:cond delay="35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400"/>
                                        <p:tgtEl>
                                          <p:spTgt spid="10"/>
                                        </p:tgtEl>
                                      </p:cBhvr>
                                    </p:animEffect>
                                  </p:childTnLst>
                                </p:cTn>
                              </p:par>
                              <p:par>
                                <p:cTn id="38" presetID="53" presetClass="entr" presetSubtype="16" fill="hold" grpId="0" nodeType="withEffect">
                                  <p:stCondLst>
                                    <p:cond delay="60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ppt_w</p:attrName>
                                        </p:attrNameLst>
                                      </p:cBhvr>
                                      <p:tavLst>
                                        <p:tav tm="0">
                                          <p:val>
                                            <p:strVal val="#ppt_w*0.7"/>
                                          </p:val>
                                        </p:tav>
                                        <p:tav tm="100000">
                                          <p:val>
                                            <p:strVal val="#ppt_w"/>
                                          </p:val>
                                        </p:tav>
                                      </p:tavLst>
                                    </p:anim>
                                    <p:anim calcmode="lin" valueType="num">
                                      <p:cBhvr additive="base">
                                        <p:cTn id="41" dur="500" fill="hold"/>
                                        <p:tgtEl>
                                          <p:spTgt spid="12"/>
                                        </p:tgtEl>
                                        <p:attrNameLst>
                                          <p:attrName>ppt_h</p:attrName>
                                        </p:attrNameLst>
                                      </p:cBhvr>
                                      <p:tavLst>
                                        <p:tav tm="0">
                                          <p:val>
                                            <p:strVal val="#ppt_h*0.7"/>
                                          </p:val>
                                        </p:tav>
                                        <p:tav tm="100000">
                                          <p:val>
                                            <p:strVal val="#ppt_h"/>
                                          </p:val>
                                        </p:tav>
                                      </p:tavLst>
                                    </p:anim>
                                    <p:animEffect transition="in" filter="fade">
                                      <p:cBhvr>
                                        <p:cTn id="42" dur="500"/>
                                        <p:tgtEl>
                                          <p:spTgt spid="12"/>
                                        </p:tgtEl>
                                      </p:cBhvr>
                                    </p:animEffect>
                                  </p:childTnLst>
                                </p:cTn>
                              </p:par>
                              <p:par>
                                <p:cTn id="43" presetID="10" presetClass="entr" presetSubtype="0" fill="hold" grpId="0" nodeType="withEffect">
                                  <p:stCondLst>
                                    <p:cond delay="90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00"/>
                                        <p:tgtEl>
                                          <p:spTgt spid="14"/>
                                        </p:tgtEl>
                                      </p:cBhvr>
                                    </p:animEffect>
                                  </p:childTnLst>
                                </p:cTn>
                              </p:par>
                              <p:par>
                                <p:cTn id="46" presetID="10" presetClass="entr" presetSubtype="0" fill="hold" grpId="0" nodeType="withEffect">
                                  <p:stCondLst>
                                    <p:cond delay="90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400"/>
                                        <p:tgtEl>
                                          <p:spTgt spid="15"/>
                                        </p:tgtEl>
                                      </p:cBhvr>
                                    </p:animEffect>
                                  </p:childTnLst>
                                </p:cTn>
                              </p:par>
                              <p:par>
                                <p:cTn id="49" presetID="10" presetClass="entr" presetSubtype="0" fill="hold" grpId="0" nodeType="withEffect">
                                  <p:stCondLst>
                                    <p:cond delay="100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2" presetID="10" presetClass="entr" presetSubtype="0" fill="hold" grpId="0" nodeType="withEffect">
                                  <p:stCondLst>
                                    <p:cond delay="100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par>
                                <p:cTn id="55" presetID="53" presetClass="entr" presetSubtype="16" fill="hold" grpId="0" nodeType="withEffect">
                                  <p:stCondLst>
                                    <p:cond delay="1000"/>
                                  </p:stCondLst>
                                  <p:childTnLst>
                                    <p:set>
                                      <p:cBhvr>
                                        <p:cTn id="56" dur="1" fill="hold">
                                          <p:stCondLst>
                                            <p:cond delay="0"/>
                                          </p:stCondLst>
                                        </p:cTn>
                                        <p:tgtEl>
                                          <p:spTgt spid="16"/>
                                        </p:tgtEl>
                                        <p:attrNameLst>
                                          <p:attrName>style.visibility</p:attrName>
                                        </p:attrNameLst>
                                      </p:cBhvr>
                                      <p:to>
                                        <p:strVal val="visible"/>
                                      </p:to>
                                    </p:set>
                                    <p:anim calcmode="lin" valueType="num">
                                      <p:cBhvr additive="base">
                                        <p:cTn id="57" dur="500" fill="hold"/>
                                        <p:tgtEl>
                                          <p:spTgt spid="16"/>
                                        </p:tgtEl>
                                        <p:attrNameLst>
                                          <p:attrName>ppt_w</p:attrName>
                                        </p:attrNameLst>
                                      </p:cBhvr>
                                      <p:tavLst>
                                        <p:tav tm="0">
                                          <p:val>
                                            <p:strVal val="#ppt_w*0.7"/>
                                          </p:val>
                                        </p:tav>
                                        <p:tav tm="100000">
                                          <p:val>
                                            <p:strVal val="#ppt_w"/>
                                          </p:val>
                                        </p:tav>
                                      </p:tavLst>
                                    </p:anim>
                                    <p:anim calcmode="lin" valueType="num">
                                      <p:cBhvr additive="base">
                                        <p:cTn id="58" dur="500" fill="hold"/>
                                        <p:tgtEl>
                                          <p:spTgt spid="16"/>
                                        </p:tgtEl>
                                        <p:attrNameLst>
                                          <p:attrName>ppt_h</p:attrName>
                                        </p:attrNameLst>
                                      </p:cBhvr>
                                      <p:tavLst>
                                        <p:tav tm="0">
                                          <p:val>
                                            <p:strVal val="#ppt_h*0.7"/>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100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00" fill="hold"/>
                                        <p:tgtEl>
                                          <p:spTgt spid="17"/>
                                        </p:tgtEl>
                                        <p:attrNameLst>
                                          <p:attrName>ppt_w</p:attrName>
                                        </p:attrNameLst>
                                      </p:cBhvr>
                                      <p:tavLst>
                                        <p:tav tm="0">
                                          <p:val>
                                            <p:strVal val="#ppt_w*0.7"/>
                                          </p:val>
                                        </p:tav>
                                        <p:tav tm="100000">
                                          <p:val>
                                            <p:strVal val="#ppt_w"/>
                                          </p:val>
                                        </p:tav>
                                      </p:tavLst>
                                    </p:anim>
                                    <p:anim calcmode="lin" valueType="num">
                                      <p:cBhvr additive="base">
                                        <p:cTn id="63" dur="500" fill="hold"/>
                                        <p:tgtEl>
                                          <p:spTgt spid="17"/>
                                        </p:tgtEl>
                                        <p:attrNameLst>
                                          <p:attrName>ppt_h</p:attrName>
                                        </p:attrNameLst>
                                      </p:cBhvr>
                                      <p:tavLst>
                                        <p:tav tm="0">
                                          <p:val>
                                            <p:strVal val="#ppt_h*0.7"/>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100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ppt_w</p:attrName>
                                        </p:attrNameLst>
                                      </p:cBhvr>
                                      <p:tavLst>
                                        <p:tav tm="0">
                                          <p:val>
                                            <p:strVal val="#ppt_w*0.7"/>
                                          </p:val>
                                        </p:tav>
                                        <p:tav tm="100000">
                                          <p:val>
                                            <p:strVal val="#ppt_w"/>
                                          </p:val>
                                        </p:tav>
                                      </p:tavLst>
                                    </p:anim>
                                    <p:anim calcmode="lin" valueType="num">
                                      <p:cBhvr additive="base">
                                        <p:cTn id="68" dur="500" fill="hold"/>
                                        <p:tgtEl>
                                          <p:spTgt spid="18"/>
                                        </p:tgtEl>
                                        <p:attrNameLst>
                                          <p:attrName>ppt_h</p:attrName>
                                        </p:attrNameLst>
                                      </p:cBhvr>
                                      <p:tavLst>
                                        <p:tav tm="0">
                                          <p:val>
                                            <p:strVal val="#ppt_h*0.7"/>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p:stCondLst>
                                    <p:cond delay="100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00" fill="hold"/>
                                        <p:tgtEl>
                                          <p:spTgt spid="19"/>
                                        </p:tgtEl>
                                        <p:attrNameLst>
                                          <p:attrName>ppt_w</p:attrName>
                                        </p:attrNameLst>
                                      </p:cBhvr>
                                      <p:tavLst>
                                        <p:tav tm="0">
                                          <p:val>
                                            <p:strVal val="#ppt_w*0.7"/>
                                          </p:val>
                                        </p:tav>
                                        <p:tav tm="100000">
                                          <p:val>
                                            <p:strVal val="#ppt_w"/>
                                          </p:val>
                                        </p:tav>
                                      </p:tavLst>
                                    </p:anim>
                                    <p:anim calcmode="lin" valueType="num">
                                      <p:cBhvr additive="base">
                                        <p:cTn id="73" dur="500" fill="hold"/>
                                        <p:tgtEl>
                                          <p:spTgt spid="19"/>
                                        </p:tgtEl>
                                        <p:attrNameLst>
                                          <p:attrName>ppt_h</p:attrName>
                                        </p:attrNameLst>
                                      </p:cBhvr>
                                      <p:tavLst>
                                        <p:tav tm="0">
                                          <p:val>
                                            <p:strVal val="#ppt_h*0.7"/>
                                          </p:val>
                                        </p:tav>
                                        <p:tav tm="100000">
                                          <p:val>
                                            <p:strVal val="#ppt_h"/>
                                          </p:val>
                                        </p:tav>
                                      </p:tavLst>
                                    </p:anim>
                                    <p:animEffect transition="in" filter="fade">
                                      <p:cBhvr>
                                        <p:cTn id="74" dur="500"/>
                                        <p:tgtEl>
                                          <p:spTgt spid="19"/>
                                        </p:tgtEl>
                                      </p:cBhvr>
                                    </p:animEffect>
                                  </p:childTnLst>
                                </p:cTn>
                              </p:par>
                              <p:par>
                                <p:cTn id="75" presetID="53" presetClass="entr" presetSubtype="16" fill="hold" grpId="0" nodeType="withEffect">
                                  <p:stCondLst>
                                    <p:cond delay="1000"/>
                                  </p:stCondLst>
                                  <p:childTnLst>
                                    <p:set>
                                      <p:cBhvr>
                                        <p:cTn id="76" dur="1" fill="hold">
                                          <p:stCondLst>
                                            <p:cond delay="0"/>
                                          </p:stCondLst>
                                        </p:cTn>
                                        <p:tgtEl>
                                          <p:spTgt spid="20"/>
                                        </p:tgtEl>
                                        <p:attrNameLst>
                                          <p:attrName>style.visibility</p:attrName>
                                        </p:attrNameLst>
                                      </p:cBhvr>
                                      <p:to>
                                        <p:strVal val="visible"/>
                                      </p:to>
                                    </p:set>
                                    <p:anim calcmode="lin" valueType="num">
                                      <p:cBhvr additive="base">
                                        <p:cTn id="77" dur="500" fill="hold"/>
                                        <p:tgtEl>
                                          <p:spTgt spid="20"/>
                                        </p:tgtEl>
                                        <p:attrNameLst>
                                          <p:attrName>ppt_w</p:attrName>
                                        </p:attrNameLst>
                                      </p:cBhvr>
                                      <p:tavLst>
                                        <p:tav tm="0">
                                          <p:val>
                                            <p:strVal val="#ppt_w*0.7"/>
                                          </p:val>
                                        </p:tav>
                                        <p:tav tm="100000">
                                          <p:val>
                                            <p:strVal val="#ppt_w"/>
                                          </p:val>
                                        </p:tav>
                                      </p:tavLst>
                                    </p:anim>
                                    <p:anim calcmode="lin" valueType="num">
                                      <p:cBhvr additive="base">
                                        <p:cTn id="78" dur="500" fill="hold"/>
                                        <p:tgtEl>
                                          <p:spTgt spid="20"/>
                                        </p:tgtEl>
                                        <p:attrNameLst>
                                          <p:attrName>ppt_h</p:attrName>
                                        </p:attrNameLst>
                                      </p:cBhvr>
                                      <p:tavLst>
                                        <p:tav tm="0">
                                          <p:val>
                                            <p:strVal val="#ppt_h*0.7"/>
                                          </p:val>
                                        </p:tav>
                                        <p:tav tm="100000">
                                          <p:val>
                                            <p:strVal val="#ppt_h"/>
                                          </p:val>
                                        </p:tav>
                                      </p:tavLst>
                                    </p:anim>
                                    <p:animEffect transition="in" filter="fade">
                                      <p:cBhvr>
                                        <p:cTn id="79" dur="500"/>
                                        <p:tgtEl>
                                          <p:spTgt spid="20"/>
                                        </p:tgtEl>
                                      </p:cBhvr>
                                    </p:animEffect>
                                  </p:childTnLst>
                                </p:cTn>
                              </p:par>
                              <p:par>
                                <p:cTn id="80" presetID="53" presetClass="entr" presetSubtype="16" fill="hold" grpId="0" nodeType="withEffect">
                                  <p:stCondLst>
                                    <p:cond delay="100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ppt_w</p:attrName>
                                        </p:attrNameLst>
                                      </p:cBhvr>
                                      <p:tavLst>
                                        <p:tav tm="0">
                                          <p:val>
                                            <p:strVal val="#ppt_w*0.7"/>
                                          </p:val>
                                        </p:tav>
                                        <p:tav tm="100000">
                                          <p:val>
                                            <p:strVal val="#ppt_w"/>
                                          </p:val>
                                        </p:tav>
                                      </p:tavLst>
                                    </p:anim>
                                    <p:anim calcmode="lin" valueType="num">
                                      <p:cBhvr additive="base">
                                        <p:cTn id="83" dur="500" fill="hold"/>
                                        <p:tgtEl>
                                          <p:spTgt spid="21"/>
                                        </p:tgtEl>
                                        <p:attrNameLst>
                                          <p:attrName>ppt_h</p:attrName>
                                        </p:attrNameLst>
                                      </p:cBhvr>
                                      <p:tavLst>
                                        <p:tav tm="0">
                                          <p:val>
                                            <p:strVal val="#ppt_h*0.7"/>
                                          </p:val>
                                        </p:tav>
                                        <p:tav tm="100000">
                                          <p:val>
                                            <p:strVal val="#ppt_h"/>
                                          </p:val>
                                        </p:tav>
                                      </p:tavLst>
                                    </p:anim>
                                    <p:animEffect transition="in" filter="fade">
                                      <p:cBhvr>
                                        <p:cTn id="84" dur="500"/>
                                        <p:tgtEl>
                                          <p:spTgt spid="21"/>
                                        </p:tgtEl>
                                      </p:cBhvr>
                                    </p:animEffect>
                                  </p:childTnLst>
                                </p:cTn>
                              </p:par>
                              <p:par>
                                <p:cTn id="85" presetID="10" presetClass="entr" presetSubtype="0" fill="hold" grpId="0" nodeType="withEffect">
                                  <p:stCondLst>
                                    <p:cond delay="110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par>
                                <p:cTn id="88" presetID="10" presetClass="entr" presetSubtype="0" fill="hold" grpId="0" nodeType="withEffect">
                                  <p:stCondLst>
                                    <p:cond delay="1100"/>
                                  </p:stCondLst>
                                  <p:childTnLst>
                                    <p:set>
                                      <p:cBhvr>
                                        <p:cTn id="89" dur="1" fill="hold">
                                          <p:stCondLst>
                                            <p:cond delay="0"/>
                                          </p:stCondLst>
                                        </p:cTn>
                                        <p:tgtEl>
                                          <p:spTgt spid="31"/>
                                        </p:tgtEl>
                                        <p:attrNameLst>
                                          <p:attrName>style.visibility</p:attrName>
                                        </p:attrNameLst>
                                      </p:cBhvr>
                                      <p:to>
                                        <p:strVal val="visible"/>
                                      </p:to>
                                    </p:set>
                                    <p:animEffect transition="in" filter="fade">
                                      <p:cBhvr>
                                        <p:cTn id="90" dur="400"/>
                                        <p:tgtEl>
                                          <p:spTgt spid="31"/>
                                        </p:tgtEl>
                                      </p:cBhvr>
                                    </p:animEffect>
                                  </p:childTnLst>
                                </p:cTn>
                              </p:par>
                              <p:par>
                                <p:cTn id="91" presetID="53" presetClass="entr" presetSubtype="16" fill="hold" grpId="0" nodeType="withEffect">
                                  <p:stCondLst>
                                    <p:cond delay="1180"/>
                                  </p:stCondLst>
                                  <p:childTnLst>
                                    <p:set>
                                      <p:cBhvr>
                                        <p:cTn id="92" dur="1" fill="hold">
                                          <p:stCondLst>
                                            <p:cond delay="0"/>
                                          </p:stCondLst>
                                        </p:cTn>
                                        <p:tgtEl>
                                          <p:spTgt spid="24"/>
                                        </p:tgtEl>
                                        <p:attrNameLst>
                                          <p:attrName>style.visibility</p:attrName>
                                        </p:attrNameLst>
                                      </p:cBhvr>
                                      <p:to>
                                        <p:strVal val="visible"/>
                                      </p:to>
                                    </p:set>
                                    <p:anim calcmode="lin" valueType="num">
                                      <p:cBhvr additive="base">
                                        <p:cTn id="93" dur="500" fill="hold"/>
                                        <p:tgtEl>
                                          <p:spTgt spid="24"/>
                                        </p:tgtEl>
                                        <p:attrNameLst>
                                          <p:attrName>ppt_w</p:attrName>
                                        </p:attrNameLst>
                                      </p:cBhvr>
                                      <p:tavLst>
                                        <p:tav tm="0">
                                          <p:val>
                                            <p:strVal val="#ppt_w*0.7"/>
                                          </p:val>
                                        </p:tav>
                                        <p:tav tm="100000">
                                          <p:val>
                                            <p:strVal val="#ppt_w"/>
                                          </p:val>
                                        </p:tav>
                                      </p:tavLst>
                                    </p:anim>
                                    <p:anim calcmode="lin" valueType="num">
                                      <p:cBhvr additive="base">
                                        <p:cTn id="94" dur="500" fill="hold"/>
                                        <p:tgtEl>
                                          <p:spTgt spid="24"/>
                                        </p:tgtEl>
                                        <p:attrNameLst>
                                          <p:attrName>ppt_h</p:attrName>
                                        </p:attrNameLst>
                                      </p:cBhvr>
                                      <p:tavLst>
                                        <p:tav tm="0">
                                          <p:val>
                                            <p:strVal val="#ppt_h*0.7"/>
                                          </p:val>
                                        </p:tav>
                                        <p:tav tm="100000">
                                          <p:val>
                                            <p:strVal val="#ppt_h"/>
                                          </p:val>
                                        </p:tav>
                                      </p:tavLst>
                                    </p:anim>
                                    <p:animEffect transition="in" filter="fade">
                                      <p:cBhvr>
                                        <p:cTn id="95" dur="500"/>
                                        <p:tgtEl>
                                          <p:spTgt spid="24"/>
                                        </p:tgtEl>
                                      </p:cBhvr>
                                    </p:animEffect>
                                  </p:childTnLst>
                                </p:cTn>
                              </p:par>
                              <p:par>
                                <p:cTn id="96" presetID="53" presetClass="entr" presetSubtype="16" fill="hold" grpId="0" nodeType="withEffect">
                                  <p:stCondLst>
                                    <p:cond delay="1180"/>
                                  </p:stCondLst>
                                  <p:childTnLst>
                                    <p:set>
                                      <p:cBhvr>
                                        <p:cTn id="97" dur="1" fill="hold">
                                          <p:stCondLst>
                                            <p:cond delay="0"/>
                                          </p:stCondLst>
                                        </p:cTn>
                                        <p:tgtEl>
                                          <p:spTgt spid="25"/>
                                        </p:tgtEl>
                                        <p:attrNameLst>
                                          <p:attrName>style.visibility</p:attrName>
                                        </p:attrNameLst>
                                      </p:cBhvr>
                                      <p:to>
                                        <p:strVal val="visible"/>
                                      </p:to>
                                    </p:set>
                                    <p:anim calcmode="lin" valueType="num">
                                      <p:cBhvr additive="base">
                                        <p:cTn id="98" dur="500" fill="hold"/>
                                        <p:tgtEl>
                                          <p:spTgt spid="25"/>
                                        </p:tgtEl>
                                        <p:attrNameLst>
                                          <p:attrName>ppt_w</p:attrName>
                                        </p:attrNameLst>
                                      </p:cBhvr>
                                      <p:tavLst>
                                        <p:tav tm="0">
                                          <p:val>
                                            <p:strVal val="#ppt_w*0.7"/>
                                          </p:val>
                                        </p:tav>
                                        <p:tav tm="100000">
                                          <p:val>
                                            <p:strVal val="#ppt_w"/>
                                          </p:val>
                                        </p:tav>
                                      </p:tavLst>
                                    </p:anim>
                                    <p:anim calcmode="lin" valueType="num">
                                      <p:cBhvr additive="base">
                                        <p:cTn id="99" dur="500" fill="hold"/>
                                        <p:tgtEl>
                                          <p:spTgt spid="25"/>
                                        </p:tgtEl>
                                        <p:attrNameLst>
                                          <p:attrName>ppt_h</p:attrName>
                                        </p:attrNameLst>
                                      </p:cBhvr>
                                      <p:tavLst>
                                        <p:tav tm="0">
                                          <p:val>
                                            <p:strVal val="#ppt_h*0.7"/>
                                          </p:val>
                                        </p:tav>
                                        <p:tav tm="100000">
                                          <p:val>
                                            <p:strVal val="#ppt_h"/>
                                          </p:val>
                                        </p:tav>
                                      </p:tavLst>
                                    </p:anim>
                                    <p:animEffect transition="in" filter="fade">
                                      <p:cBhvr>
                                        <p:cTn id="100" dur="500"/>
                                        <p:tgtEl>
                                          <p:spTgt spid="25"/>
                                        </p:tgtEl>
                                      </p:cBhvr>
                                    </p:animEffect>
                                  </p:childTnLst>
                                </p:cTn>
                              </p:par>
                              <p:par>
                                <p:cTn id="101" presetID="53" presetClass="entr" presetSubtype="16" fill="hold" grpId="0" nodeType="withEffect">
                                  <p:stCondLst>
                                    <p:cond delay="118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500" fill="hold"/>
                                        <p:tgtEl>
                                          <p:spTgt spid="26"/>
                                        </p:tgtEl>
                                        <p:attrNameLst>
                                          <p:attrName>ppt_w</p:attrName>
                                        </p:attrNameLst>
                                      </p:cBhvr>
                                      <p:tavLst>
                                        <p:tav tm="0">
                                          <p:val>
                                            <p:strVal val="#ppt_w*0.7"/>
                                          </p:val>
                                        </p:tav>
                                        <p:tav tm="100000">
                                          <p:val>
                                            <p:strVal val="#ppt_w"/>
                                          </p:val>
                                        </p:tav>
                                      </p:tavLst>
                                    </p:anim>
                                    <p:anim calcmode="lin" valueType="num">
                                      <p:cBhvr additive="base">
                                        <p:cTn id="104" dur="500" fill="hold"/>
                                        <p:tgtEl>
                                          <p:spTgt spid="26"/>
                                        </p:tgtEl>
                                        <p:attrNameLst>
                                          <p:attrName>ppt_h</p:attrName>
                                        </p:attrNameLst>
                                      </p:cBhvr>
                                      <p:tavLst>
                                        <p:tav tm="0">
                                          <p:val>
                                            <p:strVal val="#ppt_h*0.7"/>
                                          </p:val>
                                        </p:tav>
                                        <p:tav tm="100000">
                                          <p:val>
                                            <p:strVal val="#ppt_h"/>
                                          </p:val>
                                        </p:tav>
                                      </p:tavLst>
                                    </p:anim>
                                    <p:animEffect transition="in" filter="fade">
                                      <p:cBhvr>
                                        <p:cTn id="105" dur="500"/>
                                        <p:tgtEl>
                                          <p:spTgt spid="26"/>
                                        </p:tgtEl>
                                      </p:cBhvr>
                                    </p:animEffect>
                                  </p:childTnLst>
                                </p:cTn>
                              </p:par>
                              <p:par>
                                <p:cTn id="106" presetID="53" presetClass="entr" presetSubtype="16" fill="hold" grpId="0" nodeType="withEffect">
                                  <p:stCondLst>
                                    <p:cond delay="1180"/>
                                  </p:stCondLst>
                                  <p:childTnLst>
                                    <p:set>
                                      <p:cBhvr>
                                        <p:cTn id="107" dur="1" fill="hold">
                                          <p:stCondLst>
                                            <p:cond delay="0"/>
                                          </p:stCondLst>
                                        </p:cTn>
                                        <p:tgtEl>
                                          <p:spTgt spid="27"/>
                                        </p:tgtEl>
                                        <p:attrNameLst>
                                          <p:attrName>style.visibility</p:attrName>
                                        </p:attrNameLst>
                                      </p:cBhvr>
                                      <p:to>
                                        <p:strVal val="visible"/>
                                      </p:to>
                                    </p:set>
                                    <p:anim calcmode="lin" valueType="num">
                                      <p:cBhvr additive="base">
                                        <p:cTn id="108" dur="500" fill="hold"/>
                                        <p:tgtEl>
                                          <p:spTgt spid="27"/>
                                        </p:tgtEl>
                                        <p:attrNameLst>
                                          <p:attrName>ppt_w</p:attrName>
                                        </p:attrNameLst>
                                      </p:cBhvr>
                                      <p:tavLst>
                                        <p:tav tm="0">
                                          <p:val>
                                            <p:strVal val="#ppt_w*0.7"/>
                                          </p:val>
                                        </p:tav>
                                        <p:tav tm="100000">
                                          <p:val>
                                            <p:strVal val="#ppt_w"/>
                                          </p:val>
                                        </p:tav>
                                      </p:tavLst>
                                    </p:anim>
                                    <p:anim calcmode="lin" valueType="num">
                                      <p:cBhvr additive="base">
                                        <p:cTn id="109" dur="500" fill="hold"/>
                                        <p:tgtEl>
                                          <p:spTgt spid="27"/>
                                        </p:tgtEl>
                                        <p:attrNameLst>
                                          <p:attrName>ppt_h</p:attrName>
                                        </p:attrNameLst>
                                      </p:cBhvr>
                                      <p:tavLst>
                                        <p:tav tm="0">
                                          <p:val>
                                            <p:strVal val="#ppt_h*0.7"/>
                                          </p:val>
                                        </p:tav>
                                        <p:tav tm="100000">
                                          <p:val>
                                            <p:strVal val="#ppt_h"/>
                                          </p:val>
                                        </p:tav>
                                      </p:tavLst>
                                    </p:anim>
                                    <p:animEffect transition="in" filter="fade">
                                      <p:cBhvr>
                                        <p:cTn id="110" dur="500"/>
                                        <p:tgtEl>
                                          <p:spTgt spid="27"/>
                                        </p:tgtEl>
                                      </p:cBhvr>
                                    </p:animEffect>
                                  </p:childTnLst>
                                </p:cTn>
                              </p:par>
                              <p:par>
                                <p:cTn id="111" presetID="53" presetClass="entr" presetSubtype="16" fill="hold" grpId="0" nodeType="withEffect">
                                  <p:stCondLst>
                                    <p:cond delay="1180"/>
                                  </p:stCondLst>
                                  <p:childTnLst>
                                    <p:set>
                                      <p:cBhvr>
                                        <p:cTn id="112" dur="1" fill="hold">
                                          <p:stCondLst>
                                            <p:cond delay="0"/>
                                          </p:stCondLst>
                                        </p:cTn>
                                        <p:tgtEl>
                                          <p:spTgt spid="28"/>
                                        </p:tgtEl>
                                        <p:attrNameLst>
                                          <p:attrName>style.visibility</p:attrName>
                                        </p:attrNameLst>
                                      </p:cBhvr>
                                      <p:to>
                                        <p:strVal val="visible"/>
                                      </p:to>
                                    </p:set>
                                    <p:anim calcmode="lin" valueType="num">
                                      <p:cBhvr additive="base">
                                        <p:cTn id="113" dur="500" fill="hold"/>
                                        <p:tgtEl>
                                          <p:spTgt spid="28"/>
                                        </p:tgtEl>
                                        <p:attrNameLst>
                                          <p:attrName>ppt_w</p:attrName>
                                        </p:attrNameLst>
                                      </p:cBhvr>
                                      <p:tavLst>
                                        <p:tav tm="0">
                                          <p:val>
                                            <p:strVal val="#ppt_w*0.7"/>
                                          </p:val>
                                        </p:tav>
                                        <p:tav tm="100000">
                                          <p:val>
                                            <p:strVal val="#ppt_w"/>
                                          </p:val>
                                        </p:tav>
                                      </p:tavLst>
                                    </p:anim>
                                    <p:anim calcmode="lin" valueType="num">
                                      <p:cBhvr additive="base">
                                        <p:cTn id="114" dur="500" fill="hold"/>
                                        <p:tgtEl>
                                          <p:spTgt spid="28"/>
                                        </p:tgtEl>
                                        <p:attrNameLst>
                                          <p:attrName>ppt_h</p:attrName>
                                        </p:attrNameLst>
                                      </p:cBhvr>
                                      <p:tavLst>
                                        <p:tav tm="0">
                                          <p:val>
                                            <p:strVal val="#ppt_h*0.7"/>
                                          </p:val>
                                        </p:tav>
                                        <p:tav tm="100000">
                                          <p:val>
                                            <p:strVal val="#ppt_h"/>
                                          </p:val>
                                        </p:tav>
                                      </p:tavLst>
                                    </p:anim>
                                    <p:animEffect transition="in" filter="fade">
                                      <p:cBhvr>
                                        <p:cTn id="115" dur="500"/>
                                        <p:tgtEl>
                                          <p:spTgt spid="28"/>
                                        </p:tgtEl>
                                      </p:cBhvr>
                                    </p:animEffect>
                                  </p:childTnLst>
                                </p:cTn>
                              </p:par>
                              <p:par>
                                <p:cTn id="116" presetID="53" presetClass="entr" presetSubtype="16" fill="hold" grpId="0" nodeType="withEffect">
                                  <p:stCondLst>
                                    <p:cond delay="1180"/>
                                  </p:stCondLst>
                                  <p:childTnLst>
                                    <p:set>
                                      <p:cBhvr>
                                        <p:cTn id="117" dur="1" fill="hold">
                                          <p:stCondLst>
                                            <p:cond delay="0"/>
                                          </p:stCondLst>
                                        </p:cTn>
                                        <p:tgtEl>
                                          <p:spTgt spid="29"/>
                                        </p:tgtEl>
                                        <p:attrNameLst>
                                          <p:attrName>style.visibility</p:attrName>
                                        </p:attrNameLst>
                                      </p:cBhvr>
                                      <p:to>
                                        <p:strVal val="visible"/>
                                      </p:to>
                                    </p:set>
                                    <p:anim calcmode="lin" valueType="num">
                                      <p:cBhvr additive="base">
                                        <p:cTn id="118" dur="500" fill="hold"/>
                                        <p:tgtEl>
                                          <p:spTgt spid="29"/>
                                        </p:tgtEl>
                                        <p:attrNameLst>
                                          <p:attrName>ppt_w</p:attrName>
                                        </p:attrNameLst>
                                      </p:cBhvr>
                                      <p:tavLst>
                                        <p:tav tm="0">
                                          <p:val>
                                            <p:strVal val="#ppt_w*0.7"/>
                                          </p:val>
                                        </p:tav>
                                        <p:tav tm="100000">
                                          <p:val>
                                            <p:strVal val="#ppt_w"/>
                                          </p:val>
                                        </p:tav>
                                      </p:tavLst>
                                    </p:anim>
                                    <p:anim calcmode="lin" valueType="num">
                                      <p:cBhvr additive="base">
                                        <p:cTn id="119" dur="500" fill="hold"/>
                                        <p:tgtEl>
                                          <p:spTgt spid="29"/>
                                        </p:tgtEl>
                                        <p:attrNameLst>
                                          <p:attrName>ppt_h</p:attrName>
                                        </p:attrNameLst>
                                      </p:cBhvr>
                                      <p:tavLst>
                                        <p:tav tm="0">
                                          <p:val>
                                            <p:strVal val="#ppt_h*0.7"/>
                                          </p:val>
                                        </p:tav>
                                        <p:tav tm="100000">
                                          <p:val>
                                            <p:strVal val="#ppt_h"/>
                                          </p:val>
                                        </p:tav>
                                      </p:tavLst>
                                    </p:anim>
                                    <p:animEffect transition="in" filter="fade">
                                      <p:cBhvr>
                                        <p:cTn id="120" dur="500"/>
                                        <p:tgtEl>
                                          <p:spTgt spid="29"/>
                                        </p:tgtEl>
                                      </p:cBhvr>
                                    </p:animEffect>
                                  </p:childTnLst>
                                </p:cTn>
                              </p:par>
                              <p:par>
                                <p:cTn id="121" presetID="10" presetClass="entr" presetSubtype="0" fill="hold" grpId="0" nodeType="withEffect">
                                  <p:stCondLst>
                                    <p:cond delay="1200"/>
                                  </p:stCondLst>
                                  <p:childTnLst>
                                    <p:set>
                                      <p:cBhvr>
                                        <p:cTn id="122" dur="1" fill="hold">
                                          <p:stCondLst>
                                            <p:cond delay="0"/>
                                          </p:stCondLst>
                                        </p:cTn>
                                        <p:tgtEl>
                                          <p:spTgt spid="38"/>
                                        </p:tgtEl>
                                        <p:attrNameLst>
                                          <p:attrName>style.visibility</p:attrName>
                                        </p:attrNameLst>
                                      </p:cBhvr>
                                      <p:to>
                                        <p:strVal val="visible"/>
                                      </p:to>
                                    </p:set>
                                    <p:animEffect transition="in" filter="fade">
                                      <p:cBhvr>
                                        <p:cTn id="123" dur="400"/>
                                        <p:tgtEl>
                                          <p:spTgt spid="38"/>
                                        </p:tgtEl>
                                      </p:cBhvr>
                                    </p:animEffect>
                                  </p:childTnLst>
                                </p:cTn>
                              </p:par>
                              <p:par>
                                <p:cTn id="124" presetID="10" presetClass="entr" presetSubtype="0" fill="hold" grpId="0" nodeType="withEffect">
                                  <p:stCondLst>
                                    <p:cond delay="1200"/>
                                  </p:stCondLst>
                                  <p:childTnLst>
                                    <p:set>
                                      <p:cBhvr>
                                        <p:cTn id="125" dur="1" fill="hold">
                                          <p:stCondLst>
                                            <p:cond delay="0"/>
                                          </p:stCondLst>
                                        </p:cTn>
                                        <p:tgtEl>
                                          <p:spTgt spid="39"/>
                                        </p:tgtEl>
                                        <p:attrNameLst>
                                          <p:attrName>style.visibility</p:attrName>
                                        </p:attrNameLst>
                                      </p:cBhvr>
                                      <p:to>
                                        <p:strVal val="visible"/>
                                      </p:to>
                                    </p:set>
                                    <p:animEffect transition="in" filter="fade">
                                      <p:cBhvr>
                                        <p:cTn id="126" dur="400"/>
                                        <p:tgtEl>
                                          <p:spTgt spid="39"/>
                                        </p:tgtEl>
                                      </p:cBhvr>
                                    </p:animEffect>
                                  </p:childTnLst>
                                </p:cTn>
                              </p:par>
                              <p:par>
                                <p:cTn id="127" presetID="53" presetClass="entr" presetSubtype="16" fill="hold" grpId="0" nodeType="withEffect">
                                  <p:stCondLst>
                                    <p:cond delay="1359"/>
                                  </p:stCondLst>
                                  <p:childTnLst>
                                    <p:set>
                                      <p:cBhvr>
                                        <p:cTn id="128" dur="1" fill="hold">
                                          <p:stCondLst>
                                            <p:cond delay="0"/>
                                          </p:stCondLst>
                                        </p:cTn>
                                        <p:tgtEl>
                                          <p:spTgt spid="32"/>
                                        </p:tgtEl>
                                        <p:attrNameLst>
                                          <p:attrName>style.visibility</p:attrName>
                                        </p:attrNameLst>
                                      </p:cBhvr>
                                      <p:to>
                                        <p:strVal val="visible"/>
                                      </p:to>
                                    </p:set>
                                    <p:anim calcmode="lin" valueType="num">
                                      <p:cBhvr additive="base">
                                        <p:cTn id="129" dur="500" fill="hold"/>
                                        <p:tgtEl>
                                          <p:spTgt spid="32"/>
                                        </p:tgtEl>
                                        <p:attrNameLst>
                                          <p:attrName>ppt_w</p:attrName>
                                        </p:attrNameLst>
                                      </p:cBhvr>
                                      <p:tavLst>
                                        <p:tav tm="0">
                                          <p:val>
                                            <p:strVal val="#ppt_w*0.7"/>
                                          </p:val>
                                        </p:tav>
                                        <p:tav tm="100000">
                                          <p:val>
                                            <p:strVal val="#ppt_w"/>
                                          </p:val>
                                        </p:tav>
                                      </p:tavLst>
                                    </p:anim>
                                    <p:anim calcmode="lin" valueType="num">
                                      <p:cBhvr additive="base">
                                        <p:cTn id="130" dur="500" fill="hold"/>
                                        <p:tgtEl>
                                          <p:spTgt spid="32"/>
                                        </p:tgtEl>
                                        <p:attrNameLst>
                                          <p:attrName>ppt_h</p:attrName>
                                        </p:attrNameLst>
                                      </p:cBhvr>
                                      <p:tavLst>
                                        <p:tav tm="0">
                                          <p:val>
                                            <p:strVal val="#ppt_h*0.7"/>
                                          </p:val>
                                        </p:tav>
                                        <p:tav tm="100000">
                                          <p:val>
                                            <p:strVal val="#ppt_h"/>
                                          </p:val>
                                        </p:tav>
                                      </p:tavLst>
                                    </p:anim>
                                    <p:animEffect transition="in" filter="fade">
                                      <p:cBhvr>
                                        <p:cTn id="131" dur="500"/>
                                        <p:tgtEl>
                                          <p:spTgt spid="32"/>
                                        </p:tgtEl>
                                      </p:cBhvr>
                                    </p:animEffect>
                                  </p:childTnLst>
                                </p:cTn>
                              </p:par>
                              <p:par>
                                <p:cTn id="132" presetID="53" presetClass="entr" presetSubtype="16" fill="hold" grpId="0" nodeType="withEffect">
                                  <p:stCondLst>
                                    <p:cond delay="1359"/>
                                  </p:stCondLst>
                                  <p:childTnLst>
                                    <p:set>
                                      <p:cBhvr>
                                        <p:cTn id="133" dur="1" fill="hold">
                                          <p:stCondLst>
                                            <p:cond delay="0"/>
                                          </p:stCondLst>
                                        </p:cTn>
                                        <p:tgtEl>
                                          <p:spTgt spid="33"/>
                                        </p:tgtEl>
                                        <p:attrNameLst>
                                          <p:attrName>style.visibility</p:attrName>
                                        </p:attrNameLst>
                                      </p:cBhvr>
                                      <p:to>
                                        <p:strVal val="visible"/>
                                      </p:to>
                                    </p:set>
                                    <p:anim calcmode="lin" valueType="num">
                                      <p:cBhvr additive="base">
                                        <p:cTn id="134" dur="500" fill="hold"/>
                                        <p:tgtEl>
                                          <p:spTgt spid="33"/>
                                        </p:tgtEl>
                                        <p:attrNameLst>
                                          <p:attrName>ppt_w</p:attrName>
                                        </p:attrNameLst>
                                      </p:cBhvr>
                                      <p:tavLst>
                                        <p:tav tm="0">
                                          <p:val>
                                            <p:strVal val="#ppt_w*0.7"/>
                                          </p:val>
                                        </p:tav>
                                        <p:tav tm="100000">
                                          <p:val>
                                            <p:strVal val="#ppt_w"/>
                                          </p:val>
                                        </p:tav>
                                      </p:tavLst>
                                    </p:anim>
                                    <p:anim calcmode="lin" valueType="num">
                                      <p:cBhvr additive="base">
                                        <p:cTn id="135" dur="500" fill="hold"/>
                                        <p:tgtEl>
                                          <p:spTgt spid="33"/>
                                        </p:tgtEl>
                                        <p:attrNameLst>
                                          <p:attrName>ppt_h</p:attrName>
                                        </p:attrNameLst>
                                      </p:cBhvr>
                                      <p:tavLst>
                                        <p:tav tm="0">
                                          <p:val>
                                            <p:strVal val="#ppt_h*0.7"/>
                                          </p:val>
                                        </p:tav>
                                        <p:tav tm="100000">
                                          <p:val>
                                            <p:strVal val="#ppt_h"/>
                                          </p:val>
                                        </p:tav>
                                      </p:tavLst>
                                    </p:anim>
                                    <p:animEffect transition="in" filter="fade">
                                      <p:cBhvr>
                                        <p:cTn id="136" dur="500"/>
                                        <p:tgtEl>
                                          <p:spTgt spid="33"/>
                                        </p:tgtEl>
                                      </p:cBhvr>
                                    </p:animEffect>
                                  </p:childTnLst>
                                </p:cTn>
                              </p:par>
                              <p:par>
                                <p:cTn id="137" presetID="53" presetClass="entr" presetSubtype="16" fill="hold" grpId="0" nodeType="withEffect">
                                  <p:stCondLst>
                                    <p:cond delay="1359"/>
                                  </p:stCondLst>
                                  <p:childTnLst>
                                    <p:set>
                                      <p:cBhvr>
                                        <p:cTn id="138" dur="1" fill="hold">
                                          <p:stCondLst>
                                            <p:cond delay="0"/>
                                          </p:stCondLst>
                                        </p:cTn>
                                        <p:tgtEl>
                                          <p:spTgt spid="34"/>
                                        </p:tgtEl>
                                        <p:attrNameLst>
                                          <p:attrName>style.visibility</p:attrName>
                                        </p:attrNameLst>
                                      </p:cBhvr>
                                      <p:to>
                                        <p:strVal val="visible"/>
                                      </p:to>
                                    </p:set>
                                    <p:anim calcmode="lin" valueType="num">
                                      <p:cBhvr additive="base">
                                        <p:cTn id="139" dur="500" fill="hold"/>
                                        <p:tgtEl>
                                          <p:spTgt spid="34"/>
                                        </p:tgtEl>
                                        <p:attrNameLst>
                                          <p:attrName>ppt_w</p:attrName>
                                        </p:attrNameLst>
                                      </p:cBhvr>
                                      <p:tavLst>
                                        <p:tav tm="0">
                                          <p:val>
                                            <p:strVal val="#ppt_w*0.7"/>
                                          </p:val>
                                        </p:tav>
                                        <p:tav tm="100000">
                                          <p:val>
                                            <p:strVal val="#ppt_w"/>
                                          </p:val>
                                        </p:tav>
                                      </p:tavLst>
                                    </p:anim>
                                    <p:anim calcmode="lin" valueType="num">
                                      <p:cBhvr additive="base">
                                        <p:cTn id="140" dur="500" fill="hold"/>
                                        <p:tgtEl>
                                          <p:spTgt spid="34"/>
                                        </p:tgtEl>
                                        <p:attrNameLst>
                                          <p:attrName>ppt_h</p:attrName>
                                        </p:attrNameLst>
                                      </p:cBhvr>
                                      <p:tavLst>
                                        <p:tav tm="0">
                                          <p:val>
                                            <p:strVal val="#ppt_h*0.7"/>
                                          </p:val>
                                        </p:tav>
                                        <p:tav tm="100000">
                                          <p:val>
                                            <p:strVal val="#ppt_h"/>
                                          </p:val>
                                        </p:tav>
                                      </p:tavLst>
                                    </p:anim>
                                    <p:animEffect transition="in" filter="fade">
                                      <p:cBhvr>
                                        <p:cTn id="141" dur="500"/>
                                        <p:tgtEl>
                                          <p:spTgt spid="34"/>
                                        </p:tgtEl>
                                      </p:cBhvr>
                                    </p:animEffect>
                                  </p:childTnLst>
                                </p:cTn>
                              </p:par>
                              <p:par>
                                <p:cTn id="142" presetID="53" presetClass="entr" presetSubtype="16" fill="hold" grpId="0" nodeType="withEffect">
                                  <p:stCondLst>
                                    <p:cond delay="1359"/>
                                  </p:stCondLst>
                                  <p:childTnLst>
                                    <p:set>
                                      <p:cBhvr>
                                        <p:cTn id="143" dur="1" fill="hold">
                                          <p:stCondLst>
                                            <p:cond delay="0"/>
                                          </p:stCondLst>
                                        </p:cTn>
                                        <p:tgtEl>
                                          <p:spTgt spid="35"/>
                                        </p:tgtEl>
                                        <p:attrNameLst>
                                          <p:attrName>style.visibility</p:attrName>
                                        </p:attrNameLst>
                                      </p:cBhvr>
                                      <p:to>
                                        <p:strVal val="visible"/>
                                      </p:to>
                                    </p:set>
                                    <p:anim calcmode="lin" valueType="num">
                                      <p:cBhvr additive="base">
                                        <p:cTn id="144" dur="500" fill="hold"/>
                                        <p:tgtEl>
                                          <p:spTgt spid="35"/>
                                        </p:tgtEl>
                                        <p:attrNameLst>
                                          <p:attrName>ppt_w</p:attrName>
                                        </p:attrNameLst>
                                      </p:cBhvr>
                                      <p:tavLst>
                                        <p:tav tm="0">
                                          <p:val>
                                            <p:strVal val="#ppt_w*0.7"/>
                                          </p:val>
                                        </p:tav>
                                        <p:tav tm="100000">
                                          <p:val>
                                            <p:strVal val="#ppt_w"/>
                                          </p:val>
                                        </p:tav>
                                      </p:tavLst>
                                    </p:anim>
                                    <p:anim calcmode="lin" valueType="num">
                                      <p:cBhvr additive="base">
                                        <p:cTn id="145" dur="500" fill="hold"/>
                                        <p:tgtEl>
                                          <p:spTgt spid="35"/>
                                        </p:tgtEl>
                                        <p:attrNameLst>
                                          <p:attrName>ppt_h</p:attrName>
                                        </p:attrNameLst>
                                      </p:cBhvr>
                                      <p:tavLst>
                                        <p:tav tm="0">
                                          <p:val>
                                            <p:strVal val="#ppt_h*0.7"/>
                                          </p:val>
                                        </p:tav>
                                        <p:tav tm="100000">
                                          <p:val>
                                            <p:strVal val="#ppt_h"/>
                                          </p:val>
                                        </p:tav>
                                      </p:tavLst>
                                    </p:anim>
                                    <p:animEffect transition="in" filter="fade">
                                      <p:cBhvr>
                                        <p:cTn id="146" dur="500"/>
                                        <p:tgtEl>
                                          <p:spTgt spid="35"/>
                                        </p:tgtEl>
                                      </p:cBhvr>
                                    </p:animEffect>
                                  </p:childTnLst>
                                </p:cTn>
                              </p:par>
                              <p:par>
                                <p:cTn id="147" presetID="53" presetClass="entr" presetSubtype="16" fill="hold" grpId="0" nodeType="withEffect">
                                  <p:stCondLst>
                                    <p:cond delay="1359"/>
                                  </p:stCondLst>
                                  <p:childTnLst>
                                    <p:set>
                                      <p:cBhvr>
                                        <p:cTn id="148" dur="1" fill="hold">
                                          <p:stCondLst>
                                            <p:cond delay="0"/>
                                          </p:stCondLst>
                                        </p:cTn>
                                        <p:tgtEl>
                                          <p:spTgt spid="36"/>
                                        </p:tgtEl>
                                        <p:attrNameLst>
                                          <p:attrName>style.visibility</p:attrName>
                                        </p:attrNameLst>
                                      </p:cBhvr>
                                      <p:to>
                                        <p:strVal val="visible"/>
                                      </p:to>
                                    </p:set>
                                    <p:anim calcmode="lin" valueType="num">
                                      <p:cBhvr additive="base">
                                        <p:cTn id="149" dur="500" fill="hold"/>
                                        <p:tgtEl>
                                          <p:spTgt spid="36"/>
                                        </p:tgtEl>
                                        <p:attrNameLst>
                                          <p:attrName>ppt_w</p:attrName>
                                        </p:attrNameLst>
                                      </p:cBhvr>
                                      <p:tavLst>
                                        <p:tav tm="0">
                                          <p:val>
                                            <p:strVal val="#ppt_w*0.7"/>
                                          </p:val>
                                        </p:tav>
                                        <p:tav tm="100000">
                                          <p:val>
                                            <p:strVal val="#ppt_w"/>
                                          </p:val>
                                        </p:tav>
                                      </p:tavLst>
                                    </p:anim>
                                    <p:anim calcmode="lin" valueType="num">
                                      <p:cBhvr additive="base">
                                        <p:cTn id="150" dur="500" fill="hold"/>
                                        <p:tgtEl>
                                          <p:spTgt spid="36"/>
                                        </p:tgtEl>
                                        <p:attrNameLst>
                                          <p:attrName>ppt_h</p:attrName>
                                        </p:attrNameLst>
                                      </p:cBhvr>
                                      <p:tavLst>
                                        <p:tav tm="0">
                                          <p:val>
                                            <p:strVal val="#ppt_h*0.7"/>
                                          </p:val>
                                        </p:tav>
                                        <p:tav tm="100000">
                                          <p:val>
                                            <p:strVal val="#ppt_h"/>
                                          </p:val>
                                        </p:tav>
                                      </p:tavLst>
                                    </p:anim>
                                    <p:animEffect transition="in" filter="fade">
                                      <p:cBhvr>
                                        <p:cTn id="151" dur="500"/>
                                        <p:tgtEl>
                                          <p:spTgt spid="36"/>
                                        </p:tgtEl>
                                      </p:cBhvr>
                                    </p:animEffect>
                                  </p:childTnLst>
                                </p:cTn>
                              </p:par>
                              <p:par>
                                <p:cTn id="152" presetID="53" presetClass="entr" presetSubtype="16" fill="hold" grpId="0" nodeType="withEffect">
                                  <p:stCondLst>
                                    <p:cond delay="1359"/>
                                  </p:stCondLst>
                                  <p:childTnLst>
                                    <p:set>
                                      <p:cBhvr>
                                        <p:cTn id="153" dur="1" fill="hold">
                                          <p:stCondLst>
                                            <p:cond delay="0"/>
                                          </p:stCondLst>
                                        </p:cTn>
                                        <p:tgtEl>
                                          <p:spTgt spid="37"/>
                                        </p:tgtEl>
                                        <p:attrNameLst>
                                          <p:attrName>style.visibility</p:attrName>
                                        </p:attrNameLst>
                                      </p:cBhvr>
                                      <p:to>
                                        <p:strVal val="visible"/>
                                      </p:to>
                                    </p:set>
                                    <p:anim calcmode="lin" valueType="num">
                                      <p:cBhvr additive="base">
                                        <p:cTn id="154" dur="500" fill="hold"/>
                                        <p:tgtEl>
                                          <p:spTgt spid="37"/>
                                        </p:tgtEl>
                                        <p:attrNameLst>
                                          <p:attrName>ppt_w</p:attrName>
                                        </p:attrNameLst>
                                      </p:cBhvr>
                                      <p:tavLst>
                                        <p:tav tm="0">
                                          <p:val>
                                            <p:strVal val="#ppt_w*0.7"/>
                                          </p:val>
                                        </p:tav>
                                        <p:tav tm="100000">
                                          <p:val>
                                            <p:strVal val="#ppt_w"/>
                                          </p:val>
                                        </p:tav>
                                      </p:tavLst>
                                    </p:anim>
                                    <p:anim calcmode="lin" valueType="num">
                                      <p:cBhvr additive="base">
                                        <p:cTn id="155" dur="500" fill="hold"/>
                                        <p:tgtEl>
                                          <p:spTgt spid="37"/>
                                        </p:tgtEl>
                                        <p:attrNameLst>
                                          <p:attrName>ppt_h</p:attrName>
                                        </p:attrNameLst>
                                      </p:cBhvr>
                                      <p:tavLst>
                                        <p:tav tm="0">
                                          <p:val>
                                            <p:strVal val="#ppt_h*0.7"/>
                                          </p:val>
                                        </p:tav>
                                        <p:tav tm="100000">
                                          <p:val>
                                            <p:strVal val="#ppt_h"/>
                                          </p:val>
                                        </p:tav>
                                      </p:tavLst>
                                    </p:anim>
                                    <p:animEffect transition="in" filter="fade">
                                      <p:cBhvr>
                                        <p:cTn id="156" dur="500"/>
                                        <p:tgtEl>
                                          <p:spTgt spid="37"/>
                                        </p:tgtEl>
                                      </p:cBhvr>
                                    </p:animEffect>
                                  </p:childTnLst>
                                </p:cTn>
                              </p:par>
                              <p:par>
                                <p:cTn id="157" presetID="53" presetClass="entr" presetSubtype="16" fill="hold" grpId="0" nodeType="withEffect">
                                  <p:stCondLst>
                                    <p:cond delay="1539"/>
                                  </p:stCondLst>
                                  <p:childTnLst>
                                    <p:set>
                                      <p:cBhvr>
                                        <p:cTn id="158" dur="1" fill="hold">
                                          <p:stCondLst>
                                            <p:cond delay="0"/>
                                          </p:stCondLst>
                                        </p:cTn>
                                        <p:tgtEl>
                                          <p:spTgt spid="40"/>
                                        </p:tgtEl>
                                        <p:attrNameLst>
                                          <p:attrName>style.visibility</p:attrName>
                                        </p:attrNameLst>
                                      </p:cBhvr>
                                      <p:to>
                                        <p:strVal val="visible"/>
                                      </p:to>
                                    </p:set>
                                    <p:anim calcmode="lin" valueType="num">
                                      <p:cBhvr additive="base">
                                        <p:cTn id="159" dur="500" fill="hold"/>
                                        <p:tgtEl>
                                          <p:spTgt spid="40"/>
                                        </p:tgtEl>
                                        <p:attrNameLst>
                                          <p:attrName>ppt_w</p:attrName>
                                        </p:attrNameLst>
                                      </p:cBhvr>
                                      <p:tavLst>
                                        <p:tav tm="0">
                                          <p:val>
                                            <p:strVal val="#ppt_w*0.7"/>
                                          </p:val>
                                        </p:tav>
                                        <p:tav tm="100000">
                                          <p:val>
                                            <p:strVal val="#ppt_w"/>
                                          </p:val>
                                        </p:tav>
                                      </p:tavLst>
                                    </p:anim>
                                    <p:anim calcmode="lin" valueType="num">
                                      <p:cBhvr additive="base">
                                        <p:cTn id="160" dur="500" fill="hold"/>
                                        <p:tgtEl>
                                          <p:spTgt spid="40"/>
                                        </p:tgtEl>
                                        <p:attrNameLst>
                                          <p:attrName>ppt_h</p:attrName>
                                        </p:attrNameLst>
                                      </p:cBhvr>
                                      <p:tavLst>
                                        <p:tav tm="0">
                                          <p:val>
                                            <p:strVal val="#ppt_h*0.7"/>
                                          </p:val>
                                        </p:tav>
                                        <p:tav tm="100000">
                                          <p:val>
                                            <p:strVal val="#ppt_h"/>
                                          </p:val>
                                        </p:tav>
                                      </p:tavLst>
                                    </p:anim>
                                    <p:animEffect transition="in" filter="fade">
                                      <p:cBhvr>
                                        <p:cTn id="161" dur="500"/>
                                        <p:tgtEl>
                                          <p:spTgt spid="40"/>
                                        </p:tgtEl>
                                      </p:cBhvr>
                                    </p:animEffect>
                                  </p:childTnLst>
                                </p:cTn>
                              </p:par>
                              <p:par>
                                <p:cTn id="162" presetID="53" presetClass="entr" presetSubtype="16" fill="hold" grpId="0" nodeType="withEffect">
                                  <p:stCondLst>
                                    <p:cond delay="1539"/>
                                  </p:stCondLst>
                                  <p:childTnLst>
                                    <p:set>
                                      <p:cBhvr>
                                        <p:cTn id="163" dur="1" fill="hold">
                                          <p:stCondLst>
                                            <p:cond delay="0"/>
                                          </p:stCondLst>
                                        </p:cTn>
                                        <p:tgtEl>
                                          <p:spTgt spid="41"/>
                                        </p:tgtEl>
                                        <p:attrNameLst>
                                          <p:attrName>style.visibility</p:attrName>
                                        </p:attrNameLst>
                                      </p:cBhvr>
                                      <p:to>
                                        <p:strVal val="visible"/>
                                      </p:to>
                                    </p:set>
                                    <p:anim calcmode="lin" valueType="num">
                                      <p:cBhvr additive="base">
                                        <p:cTn id="164" dur="500" fill="hold"/>
                                        <p:tgtEl>
                                          <p:spTgt spid="41"/>
                                        </p:tgtEl>
                                        <p:attrNameLst>
                                          <p:attrName>ppt_w</p:attrName>
                                        </p:attrNameLst>
                                      </p:cBhvr>
                                      <p:tavLst>
                                        <p:tav tm="0">
                                          <p:val>
                                            <p:strVal val="#ppt_w*0.7"/>
                                          </p:val>
                                        </p:tav>
                                        <p:tav tm="100000">
                                          <p:val>
                                            <p:strVal val="#ppt_w"/>
                                          </p:val>
                                        </p:tav>
                                      </p:tavLst>
                                    </p:anim>
                                    <p:anim calcmode="lin" valueType="num">
                                      <p:cBhvr additive="base">
                                        <p:cTn id="165" dur="500" fill="hold"/>
                                        <p:tgtEl>
                                          <p:spTgt spid="41"/>
                                        </p:tgtEl>
                                        <p:attrNameLst>
                                          <p:attrName>ppt_h</p:attrName>
                                        </p:attrNameLst>
                                      </p:cBhvr>
                                      <p:tavLst>
                                        <p:tav tm="0">
                                          <p:val>
                                            <p:strVal val="#ppt_h*0.7"/>
                                          </p:val>
                                        </p:tav>
                                        <p:tav tm="100000">
                                          <p:val>
                                            <p:strVal val="#ppt_h"/>
                                          </p:val>
                                        </p:tav>
                                      </p:tavLst>
                                    </p:anim>
                                    <p:animEffect transition="in" filter="fade">
                                      <p:cBhvr>
                                        <p:cTn id="166" dur="500"/>
                                        <p:tgtEl>
                                          <p:spTgt spid="41"/>
                                        </p:tgtEl>
                                      </p:cBhvr>
                                    </p:animEffect>
                                  </p:childTnLst>
                                </p:cTn>
                              </p:par>
                              <p:par>
                                <p:cTn id="167" presetID="53" presetClass="entr" presetSubtype="16" fill="hold" grpId="0" nodeType="withEffect">
                                  <p:stCondLst>
                                    <p:cond delay="1539"/>
                                  </p:stCondLst>
                                  <p:childTnLst>
                                    <p:set>
                                      <p:cBhvr>
                                        <p:cTn id="168" dur="1" fill="hold">
                                          <p:stCondLst>
                                            <p:cond delay="0"/>
                                          </p:stCondLst>
                                        </p:cTn>
                                        <p:tgtEl>
                                          <p:spTgt spid="42"/>
                                        </p:tgtEl>
                                        <p:attrNameLst>
                                          <p:attrName>style.visibility</p:attrName>
                                        </p:attrNameLst>
                                      </p:cBhvr>
                                      <p:to>
                                        <p:strVal val="visible"/>
                                      </p:to>
                                    </p:set>
                                    <p:anim calcmode="lin" valueType="num">
                                      <p:cBhvr additive="base">
                                        <p:cTn id="169" dur="500" fill="hold"/>
                                        <p:tgtEl>
                                          <p:spTgt spid="42"/>
                                        </p:tgtEl>
                                        <p:attrNameLst>
                                          <p:attrName>ppt_w</p:attrName>
                                        </p:attrNameLst>
                                      </p:cBhvr>
                                      <p:tavLst>
                                        <p:tav tm="0">
                                          <p:val>
                                            <p:strVal val="#ppt_w*0.7"/>
                                          </p:val>
                                        </p:tav>
                                        <p:tav tm="100000">
                                          <p:val>
                                            <p:strVal val="#ppt_w"/>
                                          </p:val>
                                        </p:tav>
                                      </p:tavLst>
                                    </p:anim>
                                    <p:anim calcmode="lin" valueType="num">
                                      <p:cBhvr additive="base">
                                        <p:cTn id="170" dur="500" fill="hold"/>
                                        <p:tgtEl>
                                          <p:spTgt spid="42"/>
                                        </p:tgtEl>
                                        <p:attrNameLst>
                                          <p:attrName>ppt_h</p:attrName>
                                        </p:attrNameLst>
                                      </p:cBhvr>
                                      <p:tavLst>
                                        <p:tav tm="0">
                                          <p:val>
                                            <p:strVal val="#ppt_h*0.7"/>
                                          </p:val>
                                        </p:tav>
                                        <p:tav tm="100000">
                                          <p:val>
                                            <p:strVal val="#ppt_h"/>
                                          </p:val>
                                        </p:tav>
                                      </p:tavLst>
                                    </p:anim>
                                    <p:animEffect transition="in" filter="fade">
                                      <p:cBhvr>
                                        <p:cTn id="171" dur="500"/>
                                        <p:tgtEl>
                                          <p:spTgt spid="42"/>
                                        </p:tgtEl>
                                      </p:cBhvr>
                                    </p:animEffect>
                                  </p:childTnLst>
                                </p:cTn>
                              </p:par>
                              <p:par>
                                <p:cTn id="172" presetID="53" presetClass="entr" presetSubtype="16" fill="hold" grpId="0" nodeType="withEffect">
                                  <p:stCondLst>
                                    <p:cond delay="1539"/>
                                  </p:stCondLst>
                                  <p:childTnLst>
                                    <p:set>
                                      <p:cBhvr>
                                        <p:cTn id="173" dur="1" fill="hold">
                                          <p:stCondLst>
                                            <p:cond delay="0"/>
                                          </p:stCondLst>
                                        </p:cTn>
                                        <p:tgtEl>
                                          <p:spTgt spid="43"/>
                                        </p:tgtEl>
                                        <p:attrNameLst>
                                          <p:attrName>style.visibility</p:attrName>
                                        </p:attrNameLst>
                                      </p:cBhvr>
                                      <p:to>
                                        <p:strVal val="visible"/>
                                      </p:to>
                                    </p:set>
                                    <p:anim calcmode="lin" valueType="num">
                                      <p:cBhvr additive="base">
                                        <p:cTn id="174" dur="500" fill="hold"/>
                                        <p:tgtEl>
                                          <p:spTgt spid="43"/>
                                        </p:tgtEl>
                                        <p:attrNameLst>
                                          <p:attrName>ppt_w</p:attrName>
                                        </p:attrNameLst>
                                      </p:cBhvr>
                                      <p:tavLst>
                                        <p:tav tm="0">
                                          <p:val>
                                            <p:strVal val="#ppt_w*0.7"/>
                                          </p:val>
                                        </p:tav>
                                        <p:tav tm="100000">
                                          <p:val>
                                            <p:strVal val="#ppt_w"/>
                                          </p:val>
                                        </p:tav>
                                      </p:tavLst>
                                    </p:anim>
                                    <p:anim calcmode="lin" valueType="num">
                                      <p:cBhvr additive="base">
                                        <p:cTn id="175" dur="500" fill="hold"/>
                                        <p:tgtEl>
                                          <p:spTgt spid="43"/>
                                        </p:tgtEl>
                                        <p:attrNameLst>
                                          <p:attrName>ppt_h</p:attrName>
                                        </p:attrNameLst>
                                      </p:cBhvr>
                                      <p:tavLst>
                                        <p:tav tm="0">
                                          <p:val>
                                            <p:strVal val="#ppt_h*0.7"/>
                                          </p:val>
                                        </p:tav>
                                        <p:tav tm="100000">
                                          <p:val>
                                            <p:strVal val="#ppt_h"/>
                                          </p:val>
                                        </p:tav>
                                      </p:tavLst>
                                    </p:anim>
                                    <p:animEffect transition="in" filter="fade">
                                      <p:cBhvr>
                                        <p:cTn id="176" dur="500"/>
                                        <p:tgtEl>
                                          <p:spTgt spid="43"/>
                                        </p:tgtEl>
                                      </p:cBhvr>
                                    </p:animEffect>
                                  </p:childTnLst>
                                </p:cTn>
                              </p:par>
                              <p:par>
                                <p:cTn id="177" presetID="53" presetClass="entr" presetSubtype="16" fill="hold" grpId="0" nodeType="withEffect">
                                  <p:stCondLst>
                                    <p:cond delay="1539"/>
                                  </p:stCondLst>
                                  <p:childTnLst>
                                    <p:set>
                                      <p:cBhvr>
                                        <p:cTn id="178" dur="1" fill="hold">
                                          <p:stCondLst>
                                            <p:cond delay="0"/>
                                          </p:stCondLst>
                                        </p:cTn>
                                        <p:tgtEl>
                                          <p:spTgt spid="44"/>
                                        </p:tgtEl>
                                        <p:attrNameLst>
                                          <p:attrName>style.visibility</p:attrName>
                                        </p:attrNameLst>
                                      </p:cBhvr>
                                      <p:to>
                                        <p:strVal val="visible"/>
                                      </p:to>
                                    </p:set>
                                    <p:anim calcmode="lin" valueType="num">
                                      <p:cBhvr additive="base">
                                        <p:cTn id="179" dur="500" fill="hold"/>
                                        <p:tgtEl>
                                          <p:spTgt spid="44"/>
                                        </p:tgtEl>
                                        <p:attrNameLst>
                                          <p:attrName>ppt_w</p:attrName>
                                        </p:attrNameLst>
                                      </p:cBhvr>
                                      <p:tavLst>
                                        <p:tav tm="0">
                                          <p:val>
                                            <p:strVal val="#ppt_w*0.7"/>
                                          </p:val>
                                        </p:tav>
                                        <p:tav tm="100000">
                                          <p:val>
                                            <p:strVal val="#ppt_w"/>
                                          </p:val>
                                        </p:tav>
                                      </p:tavLst>
                                    </p:anim>
                                    <p:anim calcmode="lin" valueType="num">
                                      <p:cBhvr additive="base">
                                        <p:cTn id="180" dur="500" fill="hold"/>
                                        <p:tgtEl>
                                          <p:spTgt spid="44"/>
                                        </p:tgtEl>
                                        <p:attrNameLst>
                                          <p:attrName>ppt_h</p:attrName>
                                        </p:attrNameLst>
                                      </p:cBhvr>
                                      <p:tavLst>
                                        <p:tav tm="0">
                                          <p:val>
                                            <p:strVal val="#ppt_h*0.7"/>
                                          </p:val>
                                        </p:tav>
                                        <p:tav tm="100000">
                                          <p:val>
                                            <p:strVal val="#ppt_h"/>
                                          </p:val>
                                        </p:tav>
                                      </p:tavLst>
                                    </p:anim>
                                    <p:animEffect transition="in" filter="fade">
                                      <p:cBhvr>
                                        <p:cTn id="181" dur="500"/>
                                        <p:tgtEl>
                                          <p:spTgt spid="44"/>
                                        </p:tgtEl>
                                      </p:cBhvr>
                                    </p:animEffect>
                                  </p:childTnLst>
                                </p:cTn>
                              </p:par>
                              <p:par>
                                <p:cTn id="182" presetID="53" presetClass="entr" presetSubtype="16" fill="hold" grpId="0" nodeType="withEffect">
                                  <p:stCondLst>
                                    <p:cond delay="1539"/>
                                  </p:stCondLst>
                                  <p:childTnLst>
                                    <p:set>
                                      <p:cBhvr>
                                        <p:cTn id="183" dur="1" fill="hold">
                                          <p:stCondLst>
                                            <p:cond delay="0"/>
                                          </p:stCondLst>
                                        </p:cTn>
                                        <p:tgtEl>
                                          <p:spTgt spid="45"/>
                                        </p:tgtEl>
                                        <p:attrNameLst>
                                          <p:attrName>style.visibility</p:attrName>
                                        </p:attrNameLst>
                                      </p:cBhvr>
                                      <p:to>
                                        <p:strVal val="visible"/>
                                      </p:to>
                                    </p:set>
                                    <p:anim calcmode="lin" valueType="num">
                                      <p:cBhvr additive="base">
                                        <p:cTn id="184" dur="500" fill="hold"/>
                                        <p:tgtEl>
                                          <p:spTgt spid="45"/>
                                        </p:tgtEl>
                                        <p:attrNameLst>
                                          <p:attrName>ppt_w</p:attrName>
                                        </p:attrNameLst>
                                      </p:cBhvr>
                                      <p:tavLst>
                                        <p:tav tm="0">
                                          <p:val>
                                            <p:strVal val="#ppt_w*0.7"/>
                                          </p:val>
                                        </p:tav>
                                        <p:tav tm="100000">
                                          <p:val>
                                            <p:strVal val="#ppt_w"/>
                                          </p:val>
                                        </p:tav>
                                      </p:tavLst>
                                    </p:anim>
                                    <p:anim calcmode="lin" valueType="num">
                                      <p:cBhvr additive="base">
                                        <p:cTn id="185" dur="500" fill="hold"/>
                                        <p:tgtEl>
                                          <p:spTgt spid="45"/>
                                        </p:tgtEl>
                                        <p:attrNameLst>
                                          <p:attrName>ppt_h</p:attrName>
                                        </p:attrNameLst>
                                      </p:cBhvr>
                                      <p:tavLst>
                                        <p:tav tm="0">
                                          <p:val>
                                            <p:strVal val="#ppt_h*0.7"/>
                                          </p:val>
                                        </p:tav>
                                        <p:tav tm="100000">
                                          <p:val>
                                            <p:strVal val="#ppt_h"/>
                                          </p:val>
                                        </p:tav>
                                      </p:tavLst>
                                    </p:anim>
                                    <p:animEffect transition="in" filter="fade">
                                      <p:cBhvr>
                                        <p:cTn id="18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5" grpId="0" animBg="1"/>
      <p:bldP spid="23" grpId="0" animBg="1"/>
      <p:bldP spid="16" grpId="0" animBg="1"/>
      <p:bldP spid="17" grpId="0" animBg="1"/>
      <p:bldP spid="19" grpId="0" animBg="1"/>
      <p:bldP spid="20" grpId="0" animBg="1"/>
      <p:bldP spid="21" grpId="0" animBg="1"/>
      <p:bldP spid="31" grpId="0" animBg="1"/>
      <p:bldP spid="24" grpId="0" animBg="1"/>
      <p:bldP spid="25" grpId="0" animBg="1"/>
      <p:bldP spid="27" grpId="0" animBg="1"/>
      <p:bldP spid="28" grpId="0" animBg="1"/>
      <p:bldP spid="29" grpId="0" animBg="1"/>
      <p:bldP spid="39" grpId="0" animBg="1"/>
      <p:bldP spid="32" grpId="0" animBg="1"/>
      <p:bldP spid="33" grpId="0" animBg="1"/>
      <p:bldP spid="35" grpId="0" animBg="1"/>
      <p:bldP spid="36" grpId="0" animBg="1"/>
      <p:bldP spid="37" grpId="0" animBg="1"/>
      <p:bldP spid="40" grpId="0" animBg="1"/>
      <p:bldP spid="41" grpId="0" animBg="1"/>
      <p:bldP spid="43" grpId="0" animBg="1"/>
      <p:bldP spid="44" grpId="0" animBg="1"/>
      <p:bldP spid="45"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sec_city_da4a8d_207D08032A1Bc_0.50_0.5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7FC211"/>
                  </a:solidFill>
                </a:ln>
                <a:solidFill>
                  <a:srgbClr val="7FC211">
                    <a:alpha val="22000"/>
                  </a:srgbClr>
                </a:solidFill>
                <a:latin typeface="Lexend Exa"/>
                <a:ea typeface="Lexend Exa"/>
                <a:cs typeface="Lexend Exa"/>
              </a:rPr>
              <a:t>02</a:t>
            </a:r>
          </a:p>
        </p:txBody>
      </p:sp>
      <p:sp>
        <p:nvSpPr>
          <p:cNvPr id="4" name="!!sectitle"/>
          <p:cNvSpPr txBox="1"/>
          <p:nvPr/>
        </p:nvSpPr>
        <p:spPr>
          <a:xfrm>
            <a:off x="4327855" y="3749040"/>
            <a:ext cx="7315200" cy="1234440"/>
          </a:xfrm>
          <a:prstGeom prst="rect">
            <a:avLst/>
          </a:prstGeom>
          <a:noFill/>
        </p:spPr>
        <p:txBody>
          <a:bodyPr wrap="square" lIns="0" rIns="0" tIns="0" bIns="0" anchor="t">
            <a:noAutofit/>
          </a:bodyPr>
          <a:lstStyle/>
          <a:p>
            <a:pPr algn="r">
              <a:lnSpc>
                <a:spcPct val="95000"/>
              </a:lnSpc>
            </a:pPr>
            <a:r>
              <a:rPr sz="3600" b="1" i="0">
                <a:solidFill>
                  <a:srgbClr val="FFFFFF"/>
                </a:solidFill>
                <a:effectLst>
                  <a:glow rad="91440">
                    <a:srgbClr val="7FC211">
                      <a:alpha val="30000"/>
                    </a:srgbClr>
                  </a:glow>
                </a:effectLst>
                <a:latin typeface="Lexend Exa"/>
                <a:ea typeface="Lexend Exa"/>
                <a:cs typeface="Lexend Exa"/>
              </a:rPr>
              <a:t>NGHIÊN CỨU KHOA HỌC</a:t>
            </a:r>
          </a:p>
          <a:p>
            <a:pPr algn="r">
              <a:lnSpc>
                <a:spcPct val="95000"/>
              </a:lnSpc>
            </a:pPr>
            <a:r>
              <a:rPr sz="3600" b="1" i="0">
                <a:solidFill>
                  <a:srgbClr val="FFFFFF"/>
                </a:solidFill>
                <a:effectLst>
                  <a:glow rad="91440">
                    <a:srgbClr val="7FC211">
                      <a:alpha val="30000"/>
                    </a:srgbClr>
                  </a:glow>
                </a:effectLst>
                <a:latin typeface="Lexend Exa"/>
                <a:ea typeface="Lexend Exa"/>
                <a:cs typeface="Lexend Exa"/>
              </a:rPr>
              <a:t>&amp; CHUYỂN ĐỔI SỐ</a:t>
            </a:r>
          </a:p>
        </p:txBody>
      </p:sp>
      <p:sp>
        <p:nvSpPr>
          <p:cNvPr id="5" name="TextBox 4"/>
          <p:cNvSpPr txBox="1"/>
          <p:nvPr/>
        </p:nvSpPr>
        <p:spPr>
          <a:xfrm>
            <a:off x="5242255" y="5029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Dữ liệu thực chứng cho chính sách – công nghệ cho thực tiễn</a:t>
            </a:r>
          </a:p>
        </p:txBody>
      </p:sp>
      <p:pic>
        <p:nvPicPr>
          <p:cNvPr id="6"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7"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VIỆN STP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54969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02</a:t>
            </a:r>
          </a:p>
        </p:txBody>
      </p:sp>
      <p:sp>
        <p:nvSpPr>
          <p:cNvPr id="7" name="!!tag_text"/>
          <p:cNvSpPr txBox="1"/>
          <p:nvPr/>
        </p:nvSpPr>
        <p:spPr>
          <a:xfrm>
            <a:off x="896112" y="292608"/>
            <a:ext cx="118393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NGHIÊN CỨU</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NGHIÊN CỨU KHOA HỌC &amp; THIẾT LẬP DỰ ÁN</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Đồng hành triển khai các dự án khoa học thực tiễn, bám sát định hướng phát triển của địa phương</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06</a:t>
            </a:r>
          </a:p>
        </p:txBody>
      </p:sp>
      <p:pic>
        <p:nvPicPr>
          <p:cNvPr id="11" name="Picture 10" descr="glow_7FC211_38_1.7.png"/>
          <p:cNvPicPr>
            <a:picLocks noChangeAspect="1"/>
          </p:cNvPicPr>
          <p:nvPr/>
        </p:nvPicPr>
        <p:blipFill>
          <a:blip r:embed="rId4"/>
          <a:stretch>
            <a:fillRect/>
          </a:stretch>
        </p:blipFill>
        <p:spPr>
          <a:xfrm>
            <a:off x="3342178" y="1361130"/>
            <a:ext cx="5507340" cy="5507340"/>
          </a:xfrm>
          <a:prstGeom prst="rect">
            <a:avLst/>
          </a:prstGeom>
        </p:spPr>
      </p:pic>
      <p:pic>
        <p:nvPicPr>
          <p:cNvPr id="12" name="!!hero" descr="stp_city.png"/>
          <p:cNvPicPr>
            <a:picLocks noChangeAspect="1"/>
          </p:cNvPicPr>
          <p:nvPr/>
        </p:nvPicPr>
        <p:blipFill>
          <a:blip r:embed="rId5"/>
          <a:srcRect l="0" r="0"/>
          <a:stretch>
            <a:fillRect/>
          </a:stretch>
        </p:blipFill>
        <p:spPr>
          <a:xfrm>
            <a:off x="3977640" y="2381721"/>
            <a:ext cx="4236415" cy="3466158"/>
          </a:xfrm>
          <a:prstGeom prst="rect">
            <a:avLst/>
          </a:prstGeom>
        </p:spPr>
      </p:pic>
      <p:sp>
        <p:nvSpPr>
          <p:cNvPr id="13" name="Rounded Rectangle 12"/>
          <p:cNvSpPr/>
          <p:nvPr/>
        </p:nvSpPr>
        <p:spPr>
          <a:xfrm>
            <a:off x="548640" y="182880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68096" y="204825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search_FFFFFF.png"/>
          <p:cNvPicPr>
            <a:picLocks noChangeAspect="1"/>
          </p:cNvPicPr>
          <p:nvPr/>
        </p:nvPicPr>
        <p:blipFill>
          <a:blip r:embed="rId6"/>
          <a:stretch>
            <a:fillRect/>
          </a:stretch>
        </p:blipFill>
        <p:spPr>
          <a:xfrm>
            <a:off x="904159" y="2184319"/>
            <a:ext cx="294803" cy="294803"/>
          </a:xfrm>
          <a:prstGeom prst="rect">
            <a:avLst/>
          </a:prstGeom>
        </p:spPr>
      </p:pic>
      <p:sp>
        <p:nvSpPr>
          <p:cNvPr id="16" name="TextBox 15"/>
          <p:cNvSpPr txBox="1"/>
          <p:nvPr/>
        </p:nvSpPr>
        <p:spPr>
          <a:xfrm>
            <a:off x="1463040" y="199339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Khảo sát &amp; đánh giá</a:t>
            </a:r>
          </a:p>
        </p:txBody>
      </p:sp>
      <p:sp>
        <p:nvSpPr>
          <p:cNvPr id="17" name="TextBox 16"/>
          <p:cNvSpPr txBox="1"/>
          <p:nvPr/>
        </p:nvSpPr>
        <p:spPr>
          <a:xfrm>
            <a:off x="804672" y="278892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Cùng Sở, ban, ngành nhận diện bài toán; cung cấp dữ liệu thực chứng cho hoạch định chính sách.</a:t>
            </a:r>
          </a:p>
        </p:txBody>
      </p:sp>
      <p:cxnSp>
        <p:nvCxnSpPr>
          <p:cNvPr id="18" name="Connector 17"/>
          <p:cNvCxnSpPr/>
          <p:nvPr/>
        </p:nvCxnSpPr>
        <p:spPr>
          <a:xfrm>
            <a:off x="3703320" y="288036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4005072" y="281635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548640" y="429768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768096" y="451713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clipboard-list_FFFFFF.png"/>
          <p:cNvPicPr>
            <a:picLocks noChangeAspect="1"/>
          </p:cNvPicPr>
          <p:nvPr/>
        </p:nvPicPr>
        <p:blipFill>
          <a:blip r:embed="rId7"/>
          <a:stretch>
            <a:fillRect/>
          </a:stretch>
        </p:blipFill>
        <p:spPr>
          <a:xfrm>
            <a:off x="904159" y="4653199"/>
            <a:ext cx="294803" cy="294803"/>
          </a:xfrm>
          <a:prstGeom prst="rect">
            <a:avLst/>
          </a:prstGeom>
        </p:spPr>
      </p:pic>
      <p:sp>
        <p:nvSpPr>
          <p:cNvPr id="23" name="TextBox 22"/>
          <p:cNvSpPr txBox="1"/>
          <p:nvPr/>
        </p:nvSpPr>
        <p:spPr>
          <a:xfrm>
            <a:off x="1463040" y="446227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Tư vấn &amp; lập dự án</a:t>
            </a:r>
          </a:p>
        </p:txBody>
      </p:sp>
      <p:sp>
        <p:nvSpPr>
          <p:cNvPr id="24" name="TextBox 23"/>
          <p:cNvSpPr txBox="1"/>
          <p:nvPr/>
        </p:nvSpPr>
        <p:spPr>
          <a:xfrm>
            <a:off x="804672" y="525780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Quy hoạch, xây dựng các dự án KH&amp;CN trọng điểm gắn với phát triển kinh tế – xã hội.</a:t>
            </a:r>
          </a:p>
        </p:txBody>
      </p:sp>
      <p:cxnSp>
        <p:nvCxnSpPr>
          <p:cNvPr id="25" name="Connector 24"/>
          <p:cNvCxnSpPr/>
          <p:nvPr/>
        </p:nvCxnSpPr>
        <p:spPr>
          <a:xfrm>
            <a:off x="3703320" y="534924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26" name="Oval 25"/>
          <p:cNvSpPr/>
          <p:nvPr/>
        </p:nvSpPr>
        <p:spPr>
          <a:xfrm>
            <a:off x="4005072" y="528523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8488375" y="182880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8" name="Oval 27"/>
          <p:cNvSpPr/>
          <p:nvPr/>
        </p:nvSpPr>
        <p:spPr>
          <a:xfrm>
            <a:off x="8707831" y="204825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book-open_FFFFFF.png"/>
          <p:cNvPicPr>
            <a:picLocks noChangeAspect="1"/>
          </p:cNvPicPr>
          <p:nvPr/>
        </p:nvPicPr>
        <p:blipFill>
          <a:blip r:embed="rId8"/>
          <a:stretch>
            <a:fillRect/>
          </a:stretch>
        </p:blipFill>
        <p:spPr>
          <a:xfrm>
            <a:off x="8843894" y="2184319"/>
            <a:ext cx="294803" cy="294803"/>
          </a:xfrm>
          <a:prstGeom prst="rect">
            <a:avLst/>
          </a:prstGeom>
        </p:spPr>
      </p:pic>
      <p:sp>
        <p:nvSpPr>
          <p:cNvPr id="30" name="TextBox 29"/>
          <p:cNvSpPr txBox="1"/>
          <p:nvPr/>
        </p:nvSpPr>
        <p:spPr>
          <a:xfrm>
            <a:off x="9402775" y="199339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Công bố khoa học</a:t>
            </a:r>
          </a:p>
        </p:txBody>
      </p:sp>
      <p:sp>
        <p:nvSpPr>
          <p:cNvPr id="31" name="TextBox 30"/>
          <p:cNvSpPr txBox="1"/>
          <p:nvPr/>
        </p:nvSpPr>
        <p:spPr>
          <a:xfrm>
            <a:off x="8744407" y="278892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Hỗ trợ công bố kết quả, đăng bài báo chuyên ngành uy tín trong và ngoài nước.</a:t>
            </a:r>
          </a:p>
        </p:txBody>
      </p:sp>
      <p:cxnSp>
        <p:nvCxnSpPr>
          <p:cNvPr id="32" name="Connector 31"/>
          <p:cNvCxnSpPr/>
          <p:nvPr/>
        </p:nvCxnSpPr>
        <p:spPr>
          <a:xfrm flipH="1">
            <a:off x="8122615" y="288036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33" name="Oval 32"/>
          <p:cNvSpPr/>
          <p:nvPr/>
        </p:nvSpPr>
        <p:spPr>
          <a:xfrm>
            <a:off x="8058607" y="281635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8488375" y="429768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5" name="Oval 34"/>
          <p:cNvSpPr/>
          <p:nvPr/>
        </p:nvSpPr>
        <p:spPr>
          <a:xfrm>
            <a:off x="8707831" y="451713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arrow-right-left_FFFFFF.png"/>
          <p:cNvPicPr>
            <a:picLocks noChangeAspect="1"/>
          </p:cNvPicPr>
          <p:nvPr/>
        </p:nvPicPr>
        <p:blipFill>
          <a:blip r:embed="rId9"/>
          <a:stretch>
            <a:fillRect/>
          </a:stretch>
        </p:blipFill>
        <p:spPr>
          <a:xfrm>
            <a:off x="8843894" y="4653199"/>
            <a:ext cx="294803" cy="294803"/>
          </a:xfrm>
          <a:prstGeom prst="rect">
            <a:avLst/>
          </a:prstGeom>
        </p:spPr>
      </p:pic>
      <p:sp>
        <p:nvSpPr>
          <p:cNvPr id="37" name="TextBox 36"/>
          <p:cNvSpPr txBox="1"/>
          <p:nvPr/>
        </p:nvSpPr>
        <p:spPr>
          <a:xfrm>
            <a:off x="9402775" y="446227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Chuyển giao ứng dụng</a:t>
            </a:r>
          </a:p>
        </p:txBody>
      </p:sp>
      <p:sp>
        <p:nvSpPr>
          <p:cNvPr id="38" name="TextBox 37"/>
          <p:cNvSpPr txBox="1"/>
          <p:nvPr/>
        </p:nvSpPr>
        <p:spPr>
          <a:xfrm>
            <a:off x="8744407" y="525780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Cầu nối đưa công nghệ tiên tiến vào doanh nghiệp và cơ quan nhà nước.</a:t>
            </a:r>
          </a:p>
        </p:txBody>
      </p:sp>
      <p:cxnSp>
        <p:nvCxnSpPr>
          <p:cNvPr id="39" name="Connector 38"/>
          <p:cNvCxnSpPr/>
          <p:nvPr/>
        </p:nvCxnSpPr>
        <p:spPr>
          <a:xfrm flipH="1">
            <a:off x="8122615" y="534924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40" name="Oval 39"/>
          <p:cNvSpPr/>
          <p:nvPr/>
        </p:nvSpPr>
        <p:spPr>
          <a:xfrm>
            <a:off x="8058607" y="528523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53" presetClass="entr" presetSubtype="16"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ppt_w</p:attrName>
                                        </p:attrNameLst>
                                      </p:cBhvr>
                                      <p:tavLst>
                                        <p:tav tm="0">
                                          <p:val>
                                            <p:strVal val="#ppt_w*0.7"/>
                                          </p:val>
                                        </p:tav>
                                        <p:tav tm="100000">
                                          <p:val>
                                            <p:strVal val="#ppt_w"/>
                                          </p:val>
                                        </p:tav>
                                      </p:tavLst>
                                    </p:anim>
                                    <p:anim calcmode="lin" valueType="num">
                                      <p:cBhvr additive="base">
                                        <p:cTn id="26" dur="700" fill="hold"/>
                                        <p:tgtEl>
                                          <p:spTgt spid="12"/>
                                        </p:tgtEl>
                                        <p:attrNameLst>
                                          <p:attrName>ppt_h</p:attrName>
                                        </p:attrNameLst>
                                      </p:cBhvr>
                                      <p:tavLst>
                                        <p:tav tm="0">
                                          <p:val>
                                            <p:strVal val="#ppt_h*0.7"/>
                                          </p:val>
                                        </p:tav>
                                        <p:tav tm="100000">
                                          <p:val>
                                            <p:strVal val="#ppt_h"/>
                                          </p:val>
                                        </p:tav>
                                      </p:tavLst>
                                    </p:anim>
                                    <p:animEffect transition="in" filter="fade">
                                      <p:cBhvr>
                                        <p:cTn id="27" dur="700"/>
                                        <p:tgtEl>
                                          <p:spTgt spid="12"/>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00"/>
                                        <p:tgtEl>
                                          <p:spTgt spid="8"/>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400"/>
                                        <p:tgtEl>
                                          <p:spTgt spid="9"/>
                                        </p:tgtEl>
                                      </p:cBhvr>
                                    </p:animEffect>
                                  </p:childTnLst>
                                </p:cTn>
                              </p:par>
                              <p:par>
                                <p:cTn id="34" presetID="10" presetClass="entr" presetSubtype="0" fill="hold" grpId="0" nodeType="withEffect">
                                  <p:stCondLst>
                                    <p:cond delay="35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childTnLst>
                                </p:cTn>
                              </p:par>
                              <p:par>
                                <p:cTn id="37" presetID="53" presetClass="entr" presetSubtype="16" fill="hold" grpId="0" nodeType="withEffect">
                                  <p:stCondLst>
                                    <p:cond delay="7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50" fill="hold"/>
                                        <p:tgtEl>
                                          <p:spTgt spid="13"/>
                                        </p:tgtEl>
                                        <p:attrNameLst>
                                          <p:attrName>ppt_w</p:attrName>
                                        </p:attrNameLst>
                                      </p:cBhvr>
                                      <p:tavLst>
                                        <p:tav tm="0">
                                          <p:val>
                                            <p:strVal val="#ppt_w*0.7"/>
                                          </p:val>
                                        </p:tav>
                                        <p:tav tm="100000">
                                          <p:val>
                                            <p:strVal val="#ppt_w"/>
                                          </p:val>
                                        </p:tav>
                                      </p:tavLst>
                                    </p:anim>
                                    <p:anim calcmode="lin" valueType="num">
                                      <p:cBhvr additive="base">
                                        <p:cTn id="40" dur="450" fill="hold"/>
                                        <p:tgtEl>
                                          <p:spTgt spid="13"/>
                                        </p:tgtEl>
                                        <p:attrNameLst>
                                          <p:attrName>ppt_h</p:attrName>
                                        </p:attrNameLst>
                                      </p:cBhvr>
                                      <p:tavLst>
                                        <p:tav tm="0">
                                          <p:val>
                                            <p:strVal val="#ppt_h*0.7"/>
                                          </p:val>
                                        </p:tav>
                                        <p:tav tm="100000">
                                          <p:val>
                                            <p:strVal val="#ppt_h"/>
                                          </p:val>
                                        </p:tav>
                                      </p:tavLst>
                                    </p:anim>
                                    <p:animEffect transition="in" filter="fade">
                                      <p:cBhvr>
                                        <p:cTn id="41" dur="450"/>
                                        <p:tgtEl>
                                          <p:spTgt spid="13"/>
                                        </p:tgtEl>
                                      </p:cBhvr>
                                    </p:animEffect>
                                  </p:childTnLst>
                                </p:cTn>
                              </p:par>
                              <p:par>
                                <p:cTn id="42" presetID="53" presetClass="entr" presetSubtype="16" fill="hold" grpId="0" nodeType="withEffect">
                                  <p:stCondLst>
                                    <p:cond delay="7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450" fill="hold"/>
                                        <p:tgtEl>
                                          <p:spTgt spid="14"/>
                                        </p:tgtEl>
                                        <p:attrNameLst>
                                          <p:attrName>ppt_w</p:attrName>
                                        </p:attrNameLst>
                                      </p:cBhvr>
                                      <p:tavLst>
                                        <p:tav tm="0">
                                          <p:val>
                                            <p:strVal val="#ppt_w*0.7"/>
                                          </p:val>
                                        </p:tav>
                                        <p:tav tm="100000">
                                          <p:val>
                                            <p:strVal val="#ppt_w"/>
                                          </p:val>
                                        </p:tav>
                                      </p:tavLst>
                                    </p:anim>
                                    <p:anim calcmode="lin" valueType="num">
                                      <p:cBhvr additive="base">
                                        <p:cTn id="45" dur="450" fill="hold"/>
                                        <p:tgtEl>
                                          <p:spTgt spid="14"/>
                                        </p:tgtEl>
                                        <p:attrNameLst>
                                          <p:attrName>ppt_h</p:attrName>
                                        </p:attrNameLst>
                                      </p:cBhvr>
                                      <p:tavLst>
                                        <p:tav tm="0">
                                          <p:val>
                                            <p:strVal val="#ppt_h*0.7"/>
                                          </p:val>
                                        </p:tav>
                                        <p:tav tm="100000">
                                          <p:val>
                                            <p:strVal val="#ppt_h"/>
                                          </p:val>
                                        </p:tav>
                                      </p:tavLst>
                                    </p:anim>
                                    <p:animEffect transition="in" filter="fade">
                                      <p:cBhvr>
                                        <p:cTn id="46" dur="450"/>
                                        <p:tgtEl>
                                          <p:spTgt spid="14"/>
                                        </p:tgtEl>
                                      </p:cBhvr>
                                    </p:animEffect>
                                  </p:childTnLst>
                                </p:cTn>
                              </p:par>
                              <p:par>
                                <p:cTn id="47" presetID="53" presetClass="entr" presetSubtype="16" fill="hold" grpId="0" nodeType="withEffect">
                                  <p:stCondLst>
                                    <p:cond delay="70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450" fill="hold"/>
                                        <p:tgtEl>
                                          <p:spTgt spid="15"/>
                                        </p:tgtEl>
                                        <p:attrNameLst>
                                          <p:attrName>ppt_w</p:attrName>
                                        </p:attrNameLst>
                                      </p:cBhvr>
                                      <p:tavLst>
                                        <p:tav tm="0">
                                          <p:val>
                                            <p:strVal val="#ppt_w*0.7"/>
                                          </p:val>
                                        </p:tav>
                                        <p:tav tm="100000">
                                          <p:val>
                                            <p:strVal val="#ppt_w"/>
                                          </p:val>
                                        </p:tav>
                                      </p:tavLst>
                                    </p:anim>
                                    <p:anim calcmode="lin" valueType="num">
                                      <p:cBhvr additive="base">
                                        <p:cTn id="50" dur="450" fill="hold"/>
                                        <p:tgtEl>
                                          <p:spTgt spid="15"/>
                                        </p:tgtEl>
                                        <p:attrNameLst>
                                          <p:attrName>ppt_h</p:attrName>
                                        </p:attrNameLst>
                                      </p:cBhvr>
                                      <p:tavLst>
                                        <p:tav tm="0">
                                          <p:val>
                                            <p:strVal val="#ppt_h*0.7"/>
                                          </p:val>
                                        </p:tav>
                                        <p:tav tm="100000">
                                          <p:val>
                                            <p:strVal val="#ppt_h"/>
                                          </p:val>
                                        </p:tav>
                                      </p:tavLst>
                                    </p:anim>
                                    <p:animEffect transition="in" filter="fade">
                                      <p:cBhvr>
                                        <p:cTn id="51" dur="450"/>
                                        <p:tgtEl>
                                          <p:spTgt spid="15"/>
                                        </p:tgtEl>
                                      </p:cBhvr>
                                    </p:animEffect>
                                  </p:childTnLst>
                                </p:cTn>
                              </p:par>
                              <p:par>
                                <p:cTn id="52" presetID="53" presetClass="entr" presetSubtype="16" fill="hold" grpId="0" nodeType="withEffect">
                                  <p:stCondLst>
                                    <p:cond delay="7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450" fill="hold"/>
                                        <p:tgtEl>
                                          <p:spTgt spid="16"/>
                                        </p:tgtEl>
                                        <p:attrNameLst>
                                          <p:attrName>ppt_w</p:attrName>
                                        </p:attrNameLst>
                                      </p:cBhvr>
                                      <p:tavLst>
                                        <p:tav tm="0">
                                          <p:val>
                                            <p:strVal val="#ppt_w*0.7"/>
                                          </p:val>
                                        </p:tav>
                                        <p:tav tm="100000">
                                          <p:val>
                                            <p:strVal val="#ppt_w"/>
                                          </p:val>
                                        </p:tav>
                                      </p:tavLst>
                                    </p:anim>
                                    <p:anim calcmode="lin" valueType="num">
                                      <p:cBhvr additive="base">
                                        <p:cTn id="55" dur="450" fill="hold"/>
                                        <p:tgtEl>
                                          <p:spTgt spid="16"/>
                                        </p:tgtEl>
                                        <p:attrNameLst>
                                          <p:attrName>ppt_h</p:attrName>
                                        </p:attrNameLst>
                                      </p:cBhvr>
                                      <p:tavLst>
                                        <p:tav tm="0">
                                          <p:val>
                                            <p:strVal val="#ppt_h*0.7"/>
                                          </p:val>
                                        </p:tav>
                                        <p:tav tm="100000">
                                          <p:val>
                                            <p:strVal val="#ppt_h"/>
                                          </p:val>
                                        </p:tav>
                                      </p:tavLst>
                                    </p:anim>
                                    <p:animEffect transition="in" filter="fade">
                                      <p:cBhvr>
                                        <p:cTn id="56" dur="450"/>
                                        <p:tgtEl>
                                          <p:spTgt spid="16"/>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450" fill="hold"/>
                                        <p:tgtEl>
                                          <p:spTgt spid="17"/>
                                        </p:tgtEl>
                                        <p:attrNameLst>
                                          <p:attrName>ppt_w</p:attrName>
                                        </p:attrNameLst>
                                      </p:cBhvr>
                                      <p:tavLst>
                                        <p:tav tm="0">
                                          <p:val>
                                            <p:strVal val="#ppt_w*0.7"/>
                                          </p:val>
                                        </p:tav>
                                        <p:tav tm="100000">
                                          <p:val>
                                            <p:strVal val="#ppt_w"/>
                                          </p:val>
                                        </p:tav>
                                      </p:tavLst>
                                    </p:anim>
                                    <p:anim calcmode="lin" valueType="num">
                                      <p:cBhvr additive="base">
                                        <p:cTn id="60" dur="450" fill="hold"/>
                                        <p:tgtEl>
                                          <p:spTgt spid="17"/>
                                        </p:tgtEl>
                                        <p:attrNameLst>
                                          <p:attrName>ppt_h</p:attrName>
                                        </p:attrNameLst>
                                      </p:cBhvr>
                                      <p:tavLst>
                                        <p:tav tm="0">
                                          <p:val>
                                            <p:strVal val="#ppt_h*0.7"/>
                                          </p:val>
                                        </p:tav>
                                        <p:tav tm="100000">
                                          <p:val>
                                            <p:strVal val="#ppt_h"/>
                                          </p:val>
                                        </p:tav>
                                      </p:tavLst>
                                    </p:anim>
                                    <p:animEffect transition="in" filter="fade">
                                      <p:cBhvr>
                                        <p:cTn id="61" dur="450"/>
                                        <p:tgtEl>
                                          <p:spTgt spid="17"/>
                                        </p:tgtEl>
                                      </p:cBhvr>
                                    </p:animEffect>
                                  </p:childTnLst>
                                </p:cTn>
                              </p:par>
                              <p:par>
                                <p:cTn id="62" presetID="10" presetClass="entr" presetSubtype="0" fill="hold" grpId="0" nodeType="withEffect">
                                  <p:stCondLst>
                                    <p:cond delay="8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50"/>
                                        <p:tgtEl>
                                          <p:spTgt spid="18"/>
                                        </p:tgtEl>
                                      </p:cBhvr>
                                    </p:animEffect>
                                  </p:childTnLst>
                                </p:cTn>
                              </p:par>
                              <p:par>
                                <p:cTn id="65" presetID="10" presetClass="entr" presetSubtype="0" fill="hold" grpId="0" nodeType="withEffect">
                                  <p:stCondLst>
                                    <p:cond delay="80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50"/>
                                        <p:tgtEl>
                                          <p:spTgt spid="19"/>
                                        </p:tgtEl>
                                      </p:cBhvr>
                                    </p:animEffect>
                                  </p:childTnLst>
                                </p:cTn>
                              </p:par>
                              <p:par>
                                <p:cTn id="68" presetID="53" presetClass="entr" presetSubtype="16" fill="hold" grpId="0" nodeType="withEffect">
                                  <p:stCondLst>
                                    <p:cond delay="85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450" fill="hold"/>
                                        <p:tgtEl>
                                          <p:spTgt spid="20"/>
                                        </p:tgtEl>
                                        <p:attrNameLst>
                                          <p:attrName>ppt_w</p:attrName>
                                        </p:attrNameLst>
                                      </p:cBhvr>
                                      <p:tavLst>
                                        <p:tav tm="0">
                                          <p:val>
                                            <p:strVal val="#ppt_w*0.7"/>
                                          </p:val>
                                        </p:tav>
                                        <p:tav tm="100000">
                                          <p:val>
                                            <p:strVal val="#ppt_w"/>
                                          </p:val>
                                        </p:tav>
                                      </p:tavLst>
                                    </p:anim>
                                    <p:anim calcmode="lin" valueType="num">
                                      <p:cBhvr additive="base">
                                        <p:cTn id="71" dur="450" fill="hold"/>
                                        <p:tgtEl>
                                          <p:spTgt spid="20"/>
                                        </p:tgtEl>
                                        <p:attrNameLst>
                                          <p:attrName>ppt_h</p:attrName>
                                        </p:attrNameLst>
                                      </p:cBhvr>
                                      <p:tavLst>
                                        <p:tav tm="0">
                                          <p:val>
                                            <p:strVal val="#ppt_h*0.7"/>
                                          </p:val>
                                        </p:tav>
                                        <p:tav tm="100000">
                                          <p:val>
                                            <p:strVal val="#ppt_h"/>
                                          </p:val>
                                        </p:tav>
                                      </p:tavLst>
                                    </p:anim>
                                    <p:animEffect transition="in" filter="fade">
                                      <p:cBhvr>
                                        <p:cTn id="72" dur="450"/>
                                        <p:tgtEl>
                                          <p:spTgt spid="20"/>
                                        </p:tgtEl>
                                      </p:cBhvr>
                                    </p:animEffect>
                                  </p:childTnLst>
                                </p:cTn>
                              </p:par>
                              <p:par>
                                <p:cTn id="73" presetID="53" presetClass="entr" presetSubtype="16" fill="hold" grpId="0" nodeType="withEffect">
                                  <p:stCondLst>
                                    <p:cond delay="85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450" fill="hold"/>
                                        <p:tgtEl>
                                          <p:spTgt spid="21"/>
                                        </p:tgtEl>
                                        <p:attrNameLst>
                                          <p:attrName>ppt_w</p:attrName>
                                        </p:attrNameLst>
                                      </p:cBhvr>
                                      <p:tavLst>
                                        <p:tav tm="0">
                                          <p:val>
                                            <p:strVal val="#ppt_w*0.7"/>
                                          </p:val>
                                        </p:tav>
                                        <p:tav tm="100000">
                                          <p:val>
                                            <p:strVal val="#ppt_w"/>
                                          </p:val>
                                        </p:tav>
                                      </p:tavLst>
                                    </p:anim>
                                    <p:anim calcmode="lin" valueType="num">
                                      <p:cBhvr additive="base">
                                        <p:cTn id="76" dur="450" fill="hold"/>
                                        <p:tgtEl>
                                          <p:spTgt spid="21"/>
                                        </p:tgtEl>
                                        <p:attrNameLst>
                                          <p:attrName>ppt_h</p:attrName>
                                        </p:attrNameLst>
                                      </p:cBhvr>
                                      <p:tavLst>
                                        <p:tav tm="0">
                                          <p:val>
                                            <p:strVal val="#ppt_h*0.7"/>
                                          </p:val>
                                        </p:tav>
                                        <p:tav tm="100000">
                                          <p:val>
                                            <p:strVal val="#ppt_h"/>
                                          </p:val>
                                        </p:tav>
                                      </p:tavLst>
                                    </p:anim>
                                    <p:animEffect transition="in" filter="fade">
                                      <p:cBhvr>
                                        <p:cTn id="77" dur="450"/>
                                        <p:tgtEl>
                                          <p:spTgt spid="21"/>
                                        </p:tgtEl>
                                      </p:cBhvr>
                                    </p:animEffect>
                                  </p:childTnLst>
                                </p:cTn>
                              </p:par>
                              <p:par>
                                <p:cTn id="78" presetID="53" presetClass="entr" presetSubtype="16" fill="hold" grpId="0" nodeType="withEffect">
                                  <p:stCondLst>
                                    <p:cond delay="85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450" fill="hold"/>
                                        <p:tgtEl>
                                          <p:spTgt spid="22"/>
                                        </p:tgtEl>
                                        <p:attrNameLst>
                                          <p:attrName>ppt_w</p:attrName>
                                        </p:attrNameLst>
                                      </p:cBhvr>
                                      <p:tavLst>
                                        <p:tav tm="0">
                                          <p:val>
                                            <p:strVal val="#ppt_w*0.7"/>
                                          </p:val>
                                        </p:tav>
                                        <p:tav tm="100000">
                                          <p:val>
                                            <p:strVal val="#ppt_w"/>
                                          </p:val>
                                        </p:tav>
                                      </p:tavLst>
                                    </p:anim>
                                    <p:anim calcmode="lin" valueType="num">
                                      <p:cBhvr additive="base">
                                        <p:cTn id="81" dur="450" fill="hold"/>
                                        <p:tgtEl>
                                          <p:spTgt spid="22"/>
                                        </p:tgtEl>
                                        <p:attrNameLst>
                                          <p:attrName>ppt_h</p:attrName>
                                        </p:attrNameLst>
                                      </p:cBhvr>
                                      <p:tavLst>
                                        <p:tav tm="0">
                                          <p:val>
                                            <p:strVal val="#ppt_h*0.7"/>
                                          </p:val>
                                        </p:tav>
                                        <p:tav tm="100000">
                                          <p:val>
                                            <p:strVal val="#ppt_h"/>
                                          </p:val>
                                        </p:tav>
                                      </p:tavLst>
                                    </p:anim>
                                    <p:animEffect transition="in" filter="fade">
                                      <p:cBhvr>
                                        <p:cTn id="82" dur="450"/>
                                        <p:tgtEl>
                                          <p:spTgt spid="22"/>
                                        </p:tgtEl>
                                      </p:cBhvr>
                                    </p:animEffect>
                                  </p:childTnLst>
                                </p:cTn>
                              </p:par>
                              <p:par>
                                <p:cTn id="83" presetID="53" presetClass="entr" presetSubtype="16" fill="hold" grpId="0" nodeType="withEffect">
                                  <p:stCondLst>
                                    <p:cond delay="85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450" fill="hold"/>
                                        <p:tgtEl>
                                          <p:spTgt spid="23"/>
                                        </p:tgtEl>
                                        <p:attrNameLst>
                                          <p:attrName>ppt_w</p:attrName>
                                        </p:attrNameLst>
                                      </p:cBhvr>
                                      <p:tavLst>
                                        <p:tav tm="0">
                                          <p:val>
                                            <p:strVal val="#ppt_w*0.7"/>
                                          </p:val>
                                        </p:tav>
                                        <p:tav tm="100000">
                                          <p:val>
                                            <p:strVal val="#ppt_w"/>
                                          </p:val>
                                        </p:tav>
                                      </p:tavLst>
                                    </p:anim>
                                    <p:anim calcmode="lin" valueType="num">
                                      <p:cBhvr additive="base">
                                        <p:cTn id="86" dur="450" fill="hold"/>
                                        <p:tgtEl>
                                          <p:spTgt spid="23"/>
                                        </p:tgtEl>
                                        <p:attrNameLst>
                                          <p:attrName>ppt_h</p:attrName>
                                        </p:attrNameLst>
                                      </p:cBhvr>
                                      <p:tavLst>
                                        <p:tav tm="0">
                                          <p:val>
                                            <p:strVal val="#ppt_h*0.7"/>
                                          </p:val>
                                        </p:tav>
                                        <p:tav tm="100000">
                                          <p:val>
                                            <p:strVal val="#ppt_h"/>
                                          </p:val>
                                        </p:tav>
                                      </p:tavLst>
                                    </p:anim>
                                    <p:animEffect transition="in" filter="fade">
                                      <p:cBhvr>
                                        <p:cTn id="87" dur="450"/>
                                        <p:tgtEl>
                                          <p:spTgt spid="23"/>
                                        </p:tgtEl>
                                      </p:cBhvr>
                                    </p:animEffect>
                                  </p:childTnLst>
                                </p:cTn>
                              </p:par>
                              <p:par>
                                <p:cTn id="88" presetID="53" presetClass="entr" presetSubtype="16" fill="hold" grpId="0" nodeType="withEffect">
                                  <p:stCondLst>
                                    <p:cond delay="85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450" fill="hold"/>
                                        <p:tgtEl>
                                          <p:spTgt spid="24"/>
                                        </p:tgtEl>
                                        <p:attrNameLst>
                                          <p:attrName>ppt_w</p:attrName>
                                        </p:attrNameLst>
                                      </p:cBhvr>
                                      <p:tavLst>
                                        <p:tav tm="0">
                                          <p:val>
                                            <p:strVal val="#ppt_w*0.7"/>
                                          </p:val>
                                        </p:tav>
                                        <p:tav tm="100000">
                                          <p:val>
                                            <p:strVal val="#ppt_w"/>
                                          </p:val>
                                        </p:tav>
                                      </p:tavLst>
                                    </p:anim>
                                    <p:anim calcmode="lin" valueType="num">
                                      <p:cBhvr additive="base">
                                        <p:cTn id="91" dur="450" fill="hold"/>
                                        <p:tgtEl>
                                          <p:spTgt spid="24"/>
                                        </p:tgtEl>
                                        <p:attrNameLst>
                                          <p:attrName>ppt_h</p:attrName>
                                        </p:attrNameLst>
                                      </p:cBhvr>
                                      <p:tavLst>
                                        <p:tav tm="0">
                                          <p:val>
                                            <p:strVal val="#ppt_h*0.7"/>
                                          </p:val>
                                        </p:tav>
                                        <p:tav tm="100000">
                                          <p:val>
                                            <p:strVal val="#ppt_h"/>
                                          </p:val>
                                        </p:tav>
                                      </p:tavLst>
                                    </p:anim>
                                    <p:animEffect transition="in" filter="fade">
                                      <p:cBhvr>
                                        <p:cTn id="92" dur="450"/>
                                        <p:tgtEl>
                                          <p:spTgt spid="24"/>
                                        </p:tgtEl>
                                      </p:cBhvr>
                                    </p:animEffect>
                                  </p:childTnLst>
                                </p:cTn>
                              </p:par>
                              <p:par>
                                <p:cTn id="93" presetID="10" presetClass="entr" presetSubtype="0" fill="hold" grpId="0" nodeType="withEffect">
                                  <p:stCondLst>
                                    <p:cond delay="90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350"/>
                                        <p:tgtEl>
                                          <p:spTgt spid="25"/>
                                        </p:tgtEl>
                                      </p:cBhvr>
                                    </p:animEffect>
                                  </p:childTnLst>
                                </p:cTn>
                              </p:par>
                              <p:par>
                                <p:cTn id="96" presetID="10" presetClass="entr" presetSubtype="0" fill="hold" grpId="0" nodeType="withEffect">
                                  <p:stCondLst>
                                    <p:cond delay="90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350"/>
                                        <p:tgtEl>
                                          <p:spTgt spid="26"/>
                                        </p:tgtEl>
                                      </p:cBhvr>
                                    </p:animEffect>
                                  </p:childTnLst>
                                </p:cTn>
                              </p:par>
                              <p:par>
                                <p:cTn id="99" presetID="10" presetClass="entr" presetSubtype="0" fill="hold" grpId="0" nodeType="withEffect">
                                  <p:stCondLst>
                                    <p:cond delay="100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par>
                                <p:cTn id="102" presetID="10" presetClass="entr" presetSubtype="0" fill="hold" grpId="0" nodeType="withEffect">
                                  <p:stCondLst>
                                    <p:cond delay="100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350"/>
                                        <p:tgtEl>
                                          <p:spTgt spid="33"/>
                                        </p:tgtEl>
                                      </p:cBhvr>
                                    </p:animEffect>
                                  </p:childTnLst>
                                </p:cTn>
                              </p:par>
                              <p:par>
                                <p:cTn id="105" presetID="53" presetClass="entr" presetSubtype="16" fill="hold" grpId="0" nodeType="withEffect">
                                  <p:stCondLst>
                                    <p:cond delay="10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450" fill="hold"/>
                                        <p:tgtEl>
                                          <p:spTgt spid="27"/>
                                        </p:tgtEl>
                                        <p:attrNameLst>
                                          <p:attrName>ppt_w</p:attrName>
                                        </p:attrNameLst>
                                      </p:cBhvr>
                                      <p:tavLst>
                                        <p:tav tm="0">
                                          <p:val>
                                            <p:strVal val="#ppt_w*0.7"/>
                                          </p:val>
                                        </p:tav>
                                        <p:tav tm="100000">
                                          <p:val>
                                            <p:strVal val="#ppt_w"/>
                                          </p:val>
                                        </p:tav>
                                      </p:tavLst>
                                    </p:anim>
                                    <p:anim calcmode="lin" valueType="num">
                                      <p:cBhvr additive="base">
                                        <p:cTn id="108" dur="450" fill="hold"/>
                                        <p:tgtEl>
                                          <p:spTgt spid="27"/>
                                        </p:tgtEl>
                                        <p:attrNameLst>
                                          <p:attrName>ppt_h</p:attrName>
                                        </p:attrNameLst>
                                      </p:cBhvr>
                                      <p:tavLst>
                                        <p:tav tm="0">
                                          <p:val>
                                            <p:strVal val="#ppt_h*0.7"/>
                                          </p:val>
                                        </p:tav>
                                        <p:tav tm="100000">
                                          <p:val>
                                            <p:strVal val="#ppt_h"/>
                                          </p:val>
                                        </p:tav>
                                      </p:tavLst>
                                    </p:anim>
                                    <p:animEffect transition="in" filter="fade">
                                      <p:cBhvr>
                                        <p:cTn id="109" dur="450"/>
                                        <p:tgtEl>
                                          <p:spTgt spid="27"/>
                                        </p:tgtEl>
                                      </p:cBhvr>
                                    </p:animEffect>
                                  </p:childTnLst>
                                </p:cTn>
                              </p:par>
                              <p:par>
                                <p:cTn id="110" presetID="53" presetClass="entr" presetSubtype="16" fill="hold" grpId="0" nodeType="withEffect">
                                  <p:stCondLst>
                                    <p:cond delay="100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450" fill="hold"/>
                                        <p:tgtEl>
                                          <p:spTgt spid="28"/>
                                        </p:tgtEl>
                                        <p:attrNameLst>
                                          <p:attrName>ppt_w</p:attrName>
                                        </p:attrNameLst>
                                      </p:cBhvr>
                                      <p:tavLst>
                                        <p:tav tm="0">
                                          <p:val>
                                            <p:strVal val="#ppt_w*0.7"/>
                                          </p:val>
                                        </p:tav>
                                        <p:tav tm="100000">
                                          <p:val>
                                            <p:strVal val="#ppt_w"/>
                                          </p:val>
                                        </p:tav>
                                      </p:tavLst>
                                    </p:anim>
                                    <p:anim calcmode="lin" valueType="num">
                                      <p:cBhvr additive="base">
                                        <p:cTn id="113" dur="450" fill="hold"/>
                                        <p:tgtEl>
                                          <p:spTgt spid="28"/>
                                        </p:tgtEl>
                                        <p:attrNameLst>
                                          <p:attrName>ppt_h</p:attrName>
                                        </p:attrNameLst>
                                      </p:cBhvr>
                                      <p:tavLst>
                                        <p:tav tm="0">
                                          <p:val>
                                            <p:strVal val="#ppt_h*0.7"/>
                                          </p:val>
                                        </p:tav>
                                        <p:tav tm="100000">
                                          <p:val>
                                            <p:strVal val="#ppt_h"/>
                                          </p:val>
                                        </p:tav>
                                      </p:tavLst>
                                    </p:anim>
                                    <p:animEffect transition="in" filter="fade">
                                      <p:cBhvr>
                                        <p:cTn id="114" dur="450"/>
                                        <p:tgtEl>
                                          <p:spTgt spid="28"/>
                                        </p:tgtEl>
                                      </p:cBhvr>
                                    </p:animEffect>
                                  </p:childTnLst>
                                </p:cTn>
                              </p:par>
                              <p:par>
                                <p:cTn id="115" presetID="53" presetClass="entr" presetSubtype="16" fill="hold" grpId="0" nodeType="withEffect">
                                  <p:stCondLst>
                                    <p:cond delay="100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450" fill="hold"/>
                                        <p:tgtEl>
                                          <p:spTgt spid="29"/>
                                        </p:tgtEl>
                                        <p:attrNameLst>
                                          <p:attrName>ppt_w</p:attrName>
                                        </p:attrNameLst>
                                      </p:cBhvr>
                                      <p:tavLst>
                                        <p:tav tm="0">
                                          <p:val>
                                            <p:strVal val="#ppt_w*0.7"/>
                                          </p:val>
                                        </p:tav>
                                        <p:tav tm="100000">
                                          <p:val>
                                            <p:strVal val="#ppt_w"/>
                                          </p:val>
                                        </p:tav>
                                      </p:tavLst>
                                    </p:anim>
                                    <p:anim calcmode="lin" valueType="num">
                                      <p:cBhvr additive="base">
                                        <p:cTn id="118" dur="450" fill="hold"/>
                                        <p:tgtEl>
                                          <p:spTgt spid="29"/>
                                        </p:tgtEl>
                                        <p:attrNameLst>
                                          <p:attrName>ppt_h</p:attrName>
                                        </p:attrNameLst>
                                      </p:cBhvr>
                                      <p:tavLst>
                                        <p:tav tm="0">
                                          <p:val>
                                            <p:strVal val="#ppt_h*0.7"/>
                                          </p:val>
                                        </p:tav>
                                        <p:tav tm="100000">
                                          <p:val>
                                            <p:strVal val="#ppt_h"/>
                                          </p:val>
                                        </p:tav>
                                      </p:tavLst>
                                    </p:anim>
                                    <p:animEffect transition="in" filter="fade">
                                      <p:cBhvr>
                                        <p:cTn id="119" dur="450"/>
                                        <p:tgtEl>
                                          <p:spTgt spid="29"/>
                                        </p:tgtEl>
                                      </p:cBhvr>
                                    </p:animEffect>
                                  </p:childTnLst>
                                </p:cTn>
                              </p:par>
                              <p:par>
                                <p:cTn id="120" presetID="53" presetClass="entr" presetSubtype="16" fill="hold" grpId="0" nodeType="withEffect">
                                  <p:stCondLst>
                                    <p:cond delay="100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450" fill="hold"/>
                                        <p:tgtEl>
                                          <p:spTgt spid="30"/>
                                        </p:tgtEl>
                                        <p:attrNameLst>
                                          <p:attrName>ppt_w</p:attrName>
                                        </p:attrNameLst>
                                      </p:cBhvr>
                                      <p:tavLst>
                                        <p:tav tm="0">
                                          <p:val>
                                            <p:strVal val="#ppt_w*0.7"/>
                                          </p:val>
                                        </p:tav>
                                        <p:tav tm="100000">
                                          <p:val>
                                            <p:strVal val="#ppt_w"/>
                                          </p:val>
                                        </p:tav>
                                      </p:tavLst>
                                    </p:anim>
                                    <p:anim calcmode="lin" valueType="num">
                                      <p:cBhvr additive="base">
                                        <p:cTn id="123" dur="450" fill="hold"/>
                                        <p:tgtEl>
                                          <p:spTgt spid="30"/>
                                        </p:tgtEl>
                                        <p:attrNameLst>
                                          <p:attrName>ppt_h</p:attrName>
                                        </p:attrNameLst>
                                      </p:cBhvr>
                                      <p:tavLst>
                                        <p:tav tm="0">
                                          <p:val>
                                            <p:strVal val="#ppt_h*0.7"/>
                                          </p:val>
                                        </p:tav>
                                        <p:tav tm="100000">
                                          <p:val>
                                            <p:strVal val="#ppt_h"/>
                                          </p:val>
                                        </p:tav>
                                      </p:tavLst>
                                    </p:anim>
                                    <p:animEffect transition="in" filter="fade">
                                      <p:cBhvr>
                                        <p:cTn id="124" dur="450"/>
                                        <p:tgtEl>
                                          <p:spTgt spid="30"/>
                                        </p:tgtEl>
                                      </p:cBhvr>
                                    </p:animEffect>
                                  </p:childTnLst>
                                </p:cTn>
                              </p:par>
                              <p:par>
                                <p:cTn id="125" presetID="53" presetClass="entr" presetSubtype="16" fill="hold" grpId="0" nodeType="withEffect">
                                  <p:stCondLst>
                                    <p:cond delay="1000"/>
                                  </p:stCondLst>
                                  <p:childTnLst>
                                    <p:set>
                                      <p:cBhvr>
                                        <p:cTn id="126" dur="1" fill="hold">
                                          <p:stCondLst>
                                            <p:cond delay="0"/>
                                          </p:stCondLst>
                                        </p:cTn>
                                        <p:tgtEl>
                                          <p:spTgt spid="31"/>
                                        </p:tgtEl>
                                        <p:attrNameLst>
                                          <p:attrName>style.visibility</p:attrName>
                                        </p:attrNameLst>
                                      </p:cBhvr>
                                      <p:to>
                                        <p:strVal val="visible"/>
                                      </p:to>
                                    </p:set>
                                    <p:anim calcmode="lin" valueType="num">
                                      <p:cBhvr additive="base">
                                        <p:cTn id="127" dur="450" fill="hold"/>
                                        <p:tgtEl>
                                          <p:spTgt spid="31"/>
                                        </p:tgtEl>
                                        <p:attrNameLst>
                                          <p:attrName>ppt_w</p:attrName>
                                        </p:attrNameLst>
                                      </p:cBhvr>
                                      <p:tavLst>
                                        <p:tav tm="0">
                                          <p:val>
                                            <p:strVal val="#ppt_w*0.7"/>
                                          </p:val>
                                        </p:tav>
                                        <p:tav tm="100000">
                                          <p:val>
                                            <p:strVal val="#ppt_w"/>
                                          </p:val>
                                        </p:tav>
                                      </p:tavLst>
                                    </p:anim>
                                    <p:anim calcmode="lin" valueType="num">
                                      <p:cBhvr additive="base">
                                        <p:cTn id="128" dur="450" fill="hold"/>
                                        <p:tgtEl>
                                          <p:spTgt spid="31"/>
                                        </p:tgtEl>
                                        <p:attrNameLst>
                                          <p:attrName>ppt_h</p:attrName>
                                        </p:attrNameLst>
                                      </p:cBhvr>
                                      <p:tavLst>
                                        <p:tav tm="0">
                                          <p:val>
                                            <p:strVal val="#ppt_h*0.7"/>
                                          </p:val>
                                        </p:tav>
                                        <p:tav tm="100000">
                                          <p:val>
                                            <p:strVal val="#ppt_h"/>
                                          </p:val>
                                        </p:tav>
                                      </p:tavLst>
                                    </p:anim>
                                    <p:animEffect transition="in" filter="fade">
                                      <p:cBhvr>
                                        <p:cTn id="129" dur="450"/>
                                        <p:tgtEl>
                                          <p:spTgt spid="31"/>
                                        </p:tgtEl>
                                      </p:cBhvr>
                                    </p:animEffect>
                                  </p:childTnLst>
                                </p:cTn>
                              </p:par>
                              <p:par>
                                <p:cTn id="130" presetID="10" presetClass="entr" presetSubtype="0" fill="hold" grpId="0" nodeType="withEffect">
                                  <p:stCondLst>
                                    <p:cond delay="110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350"/>
                                        <p:tgtEl>
                                          <p:spTgt spid="39"/>
                                        </p:tgtEl>
                                      </p:cBhvr>
                                    </p:animEffect>
                                  </p:childTnLst>
                                </p:cTn>
                              </p:par>
                              <p:par>
                                <p:cTn id="133" presetID="10" presetClass="entr" presetSubtype="0" fill="hold" grpId="0" nodeType="withEffect">
                                  <p:stCondLst>
                                    <p:cond delay="110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350"/>
                                        <p:tgtEl>
                                          <p:spTgt spid="40"/>
                                        </p:tgtEl>
                                      </p:cBhvr>
                                    </p:animEffect>
                                  </p:childTnLst>
                                </p:cTn>
                              </p:par>
                              <p:par>
                                <p:cTn id="136" presetID="53" presetClass="entr" presetSubtype="16" fill="hold" grpId="0" nodeType="withEffect">
                                  <p:stCondLst>
                                    <p:cond delay="1150"/>
                                  </p:stCondLst>
                                  <p:childTnLst>
                                    <p:set>
                                      <p:cBhvr>
                                        <p:cTn id="137" dur="1" fill="hold">
                                          <p:stCondLst>
                                            <p:cond delay="0"/>
                                          </p:stCondLst>
                                        </p:cTn>
                                        <p:tgtEl>
                                          <p:spTgt spid="34"/>
                                        </p:tgtEl>
                                        <p:attrNameLst>
                                          <p:attrName>style.visibility</p:attrName>
                                        </p:attrNameLst>
                                      </p:cBhvr>
                                      <p:to>
                                        <p:strVal val="visible"/>
                                      </p:to>
                                    </p:set>
                                    <p:anim calcmode="lin" valueType="num">
                                      <p:cBhvr additive="base">
                                        <p:cTn id="138" dur="450" fill="hold"/>
                                        <p:tgtEl>
                                          <p:spTgt spid="34"/>
                                        </p:tgtEl>
                                        <p:attrNameLst>
                                          <p:attrName>ppt_w</p:attrName>
                                        </p:attrNameLst>
                                      </p:cBhvr>
                                      <p:tavLst>
                                        <p:tav tm="0">
                                          <p:val>
                                            <p:strVal val="#ppt_w*0.7"/>
                                          </p:val>
                                        </p:tav>
                                        <p:tav tm="100000">
                                          <p:val>
                                            <p:strVal val="#ppt_w"/>
                                          </p:val>
                                        </p:tav>
                                      </p:tavLst>
                                    </p:anim>
                                    <p:anim calcmode="lin" valueType="num">
                                      <p:cBhvr additive="base">
                                        <p:cTn id="139" dur="450" fill="hold"/>
                                        <p:tgtEl>
                                          <p:spTgt spid="34"/>
                                        </p:tgtEl>
                                        <p:attrNameLst>
                                          <p:attrName>ppt_h</p:attrName>
                                        </p:attrNameLst>
                                      </p:cBhvr>
                                      <p:tavLst>
                                        <p:tav tm="0">
                                          <p:val>
                                            <p:strVal val="#ppt_h*0.7"/>
                                          </p:val>
                                        </p:tav>
                                        <p:tav tm="100000">
                                          <p:val>
                                            <p:strVal val="#ppt_h"/>
                                          </p:val>
                                        </p:tav>
                                      </p:tavLst>
                                    </p:anim>
                                    <p:animEffect transition="in" filter="fade">
                                      <p:cBhvr>
                                        <p:cTn id="140" dur="450"/>
                                        <p:tgtEl>
                                          <p:spTgt spid="34"/>
                                        </p:tgtEl>
                                      </p:cBhvr>
                                    </p:animEffect>
                                  </p:childTnLst>
                                </p:cTn>
                              </p:par>
                              <p:par>
                                <p:cTn id="141" presetID="53" presetClass="entr" presetSubtype="16" fill="hold" grpId="0" nodeType="withEffect">
                                  <p:stCondLst>
                                    <p:cond delay="1150"/>
                                  </p:stCondLst>
                                  <p:childTnLst>
                                    <p:set>
                                      <p:cBhvr>
                                        <p:cTn id="142" dur="1" fill="hold">
                                          <p:stCondLst>
                                            <p:cond delay="0"/>
                                          </p:stCondLst>
                                        </p:cTn>
                                        <p:tgtEl>
                                          <p:spTgt spid="35"/>
                                        </p:tgtEl>
                                        <p:attrNameLst>
                                          <p:attrName>style.visibility</p:attrName>
                                        </p:attrNameLst>
                                      </p:cBhvr>
                                      <p:to>
                                        <p:strVal val="visible"/>
                                      </p:to>
                                    </p:set>
                                    <p:anim calcmode="lin" valueType="num">
                                      <p:cBhvr additive="base">
                                        <p:cTn id="143" dur="450" fill="hold"/>
                                        <p:tgtEl>
                                          <p:spTgt spid="35"/>
                                        </p:tgtEl>
                                        <p:attrNameLst>
                                          <p:attrName>ppt_w</p:attrName>
                                        </p:attrNameLst>
                                      </p:cBhvr>
                                      <p:tavLst>
                                        <p:tav tm="0">
                                          <p:val>
                                            <p:strVal val="#ppt_w*0.7"/>
                                          </p:val>
                                        </p:tav>
                                        <p:tav tm="100000">
                                          <p:val>
                                            <p:strVal val="#ppt_w"/>
                                          </p:val>
                                        </p:tav>
                                      </p:tavLst>
                                    </p:anim>
                                    <p:anim calcmode="lin" valueType="num">
                                      <p:cBhvr additive="base">
                                        <p:cTn id="144" dur="450" fill="hold"/>
                                        <p:tgtEl>
                                          <p:spTgt spid="35"/>
                                        </p:tgtEl>
                                        <p:attrNameLst>
                                          <p:attrName>ppt_h</p:attrName>
                                        </p:attrNameLst>
                                      </p:cBhvr>
                                      <p:tavLst>
                                        <p:tav tm="0">
                                          <p:val>
                                            <p:strVal val="#ppt_h*0.7"/>
                                          </p:val>
                                        </p:tav>
                                        <p:tav tm="100000">
                                          <p:val>
                                            <p:strVal val="#ppt_h"/>
                                          </p:val>
                                        </p:tav>
                                      </p:tavLst>
                                    </p:anim>
                                    <p:animEffect transition="in" filter="fade">
                                      <p:cBhvr>
                                        <p:cTn id="145" dur="450"/>
                                        <p:tgtEl>
                                          <p:spTgt spid="35"/>
                                        </p:tgtEl>
                                      </p:cBhvr>
                                    </p:animEffect>
                                  </p:childTnLst>
                                </p:cTn>
                              </p:par>
                              <p:par>
                                <p:cTn id="146" presetID="53" presetClass="entr" presetSubtype="16" fill="hold" grpId="0" nodeType="withEffect">
                                  <p:stCondLst>
                                    <p:cond delay="1150"/>
                                  </p:stCondLst>
                                  <p:childTnLst>
                                    <p:set>
                                      <p:cBhvr>
                                        <p:cTn id="147" dur="1" fill="hold">
                                          <p:stCondLst>
                                            <p:cond delay="0"/>
                                          </p:stCondLst>
                                        </p:cTn>
                                        <p:tgtEl>
                                          <p:spTgt spid="36"/>
                                        </p:tgtEl>
                                        <p:attrNameLst>
                                          <p:attrName>style.visibility</p:attrName>
                                        </p:attrNameLst>
                                      </p:cBhvr>
                                      <p:to>
                                        <p:strVal val="visible"/>
                                      </p:to>
                                    </p:set>
                                    <p:anim calcmode="lin" valueType="num">
                                      <p:cBhvr additive="base">
                                        <p:cTn id="148" dur="450" fill="hold"/>
                                        <p:tgtEl>
                                          <p:spTgt spid="36"/>
                                        </p:tgtEl>
                                        <p:attrNameLst>
                                          <p:attrName>ppt_w</p:attrName>
                                        </p:attrNameLst>
                                      </p:cBhvr>
                                      <p:tavLst>
                                        <p:tav tm="0">
                                          <p:val>
                                            <p:strVal val="#ppt_w*0.7"/>
                                          </p:val>
                                        </p:tav>
                                        <p:tav tm="100000">
                                          <p:val>
                                            <p:strVal val="#ppt_w"/>
                                          </p:val>
                                        </p:tav>
                                      </p:tavLst>
                                    </p:anim>
                                    <p:anim calcmode="lin" valueType="num">
                                      <p:cBhvr additive="base">
                                        <p:cTn id="149" dur="450" fill="hold"/>
                                        <p:tgtEl>
                                          <p:spTgt spid="36"/>
                                        </p:tgtEl>
                                        <p:attrNameLst>
                                          <p:attrName>ppt_h</p:attrName>
                                        </p:attrNameLst>
                                      </p:cBhvr>
                                      <p:tavLst>
                                        <p:tav tm="0">
                                          <p:val>
                                            <p:strVal val="#ppt_h*0.7"/>
                                          </p:val>
                                        </p:tav>
                                        <p:tav tm="100000">
                                          <p:val>
                                            <p:strVal val="#ppt_h"/>
                                          </p:val>
                                        </p:tav>
                                      </p:tavLst>
                                    </p:anim>
                                    <p:animEffect transition="in" filter="fade">
                                      <p:cBhvr>
                                        <p:cTn id="150" dur="450"/>
                                        <p:tgtEl>
                                          <p:spTgt spid="36"/>
                                        </p:tgtEl>
                                      </p:cBhvr>
                                    </p:animEffect>
                                  </p:childTnLst>
                                </p:cTn>
                              </p:par>
                              <p:par>
                                <p:cTn id="151" presetID="53" presetClass="entr" presetSubtype="16" fill="hold" grpId="0" nodeType="withEffect">
                                  <p:stCondLst>
                                    <p:cond delay="1150"/>
                                  </p:stCondLst>
                                  <p:childTnLst>
                                    <p:set>
                                      <p:cBhvr>
                                        <p:cTn id="152" dur="1" fill="hold">
                                          <p:stCondLst>
                                            <p:cond delay="0"/>
                                          </p:stCondLst>
                                        </p:cTn>
                                        <p:tgtEl>
                                          <p:spTgt spid="37"/>
                                        </p:tgtEl>
                                        <p:attrNameLst>
                                          <p:attrName>style.visibility</p:attrName>
                                        </p:attrNameLst>
                                      </p:cBhvr>
                                      <p:to>
                                        <p:strVal val="visible"/>
                                      </p:to>
                                    </p:set>
                                    <p:anim calcmode="lin" valueType="num">
                                      <p:cBhvr additive="base">
                                        <p:cTn id="153" dur="450" fill="hold"/>
                                        <p:tgtEl>
                                          <p:spTgt spid="37"/>
                                        </p:tgtEl>
                                        <p:attrNameLst>
                                          <p:attrName>ppt_w</p:attrName>
                                        </p:attrNameLst>
                                      </p:cBhvr>
                                      <p:tavLst>
                                        <p:tav tm="0">
                                          <p:val>
                                            <p:strVal val="#ppt_w*0.7"/>
                                          </p:val>
                                        </p:tav>
                                        <p:tav tm="100000">
                                          <p:val>
                                            <p:strVal val="#ppt_w"/>
                                          </p:val>
                                        </p:tav>
                                      </p:tavLst>
                                    </p:anim>
                                    <p:anim calcmode="lin" valueType="num">
                                      <p:cBhvr additive="base">
                                        <p:cTn id="154" dur="450" fill="hold"/>
                                        <p:tgtEl>
                                          <p:spTgt spid="37"/>
                                        </p:tgtEl>
                                        <p:attrNameLst>
                                          <p:attrName>ppt_h</p:attrName>
                                        </p:attrNameLst>
                                      </p:cBhvr>
                                      <p:tavLst>
                                        <p:tav tm="0">
                                          <p:val>
                                            <p:strVal val="#ppt_h*0.7"/>
                                          </p:val>
                                        </p:tav>
                                        <p:tav tm="100000">
                                          <p:val>
                                            <p:strVal val="#ppt_h"/>
                                          </p:val>
                                        </p:tav>
                                      </p:tavLst>
                                    </p:anim>
                                    <p:animEffect transition="in" filter="fade">
                                      <p:cBhvr>
                                        <p:cTn id="155" dur="450"/>
                                        <p:tgtEl>
                                          <p:spTgt spid="37"/>
                                        </p:tgtEl>
                                      </p:cBhvr>
                                    </p:animEffect>
                                  </p:childTnLst>
                                </p:cTn>
                              </p:par>
                              <p:par>
                                <p:cTn id="156" presetID="53" presetClass="entr" presetSubtype="16" fill="hold" grpId="0" nodeType="withEffect">
                                  <p:stCondLst>
                                    <p:cond delay="1150"/>
                                  </p:stCondLst>
                                  <p:childTnLst>
                                    <p:set>
                                      <p:cBhvr>
                                        <p:cTn id="157" dur="1" fill="hold">
                                          <p:stCondLst>
                                            <p:cond delay="0"/>
                                          </p:stCondLst>
                                        </p:cTn>
                                        <p:tgtEl>
                                          <p:spTgt spid="38"/>
                                        </p:tgtEl>
                                        <p:attrNameLst>
                                          <p:attrName>style.visibility</p:attrName>
                                        </p:attrNameLst>
                                      </p:cBhvr>
                                      <p:to>
                                        <p:strVal val="visible"/>
                                      </p:to>
                                    </p:set>
                                    <p:anim calcmode="lin" valueType="num">
                                      <p:cBhvr additive="base">
                                        <p:cTn id="158" dur="450" fill="hold"/>
                                        <p:tgtEl>
                                          <p:spTgt spid="38"/>
                                        </p:tgtEl>
                                        <p:attrNameLst>
                                          <p:attrName>ppt_w</p:attrName>
                                        </p:attrNameLst>
                                      </p:cBhvr>
                                      <p:tavLst>
                                        <p:tav tm="0">
                                          <p:val>
                                            <p:strVal val="#ppt_w*0.7"/>
                                          </p:val>
                                        </p:tav>
                                        <p:tav tm="100000">
                                          <p:val>
                                            <p:strVal val="#ppt_w"/>
                                          </p:val>
                                        </p:tav>
                                      </p:tavLst>
                                    </p:anim>
                                    <p:anim calcmode="lin" valueType="num">
                                      <p:cBhvr additive="base">
                                        <p:cTn id="159" dur="450" fill="hold"/>
                                        <p:tgtEl>
                                          <p:spTgt spid="38"/>
                                        </p:tgtEl>
                                        <p:attrNameLst>
                                          <p:attrName>ppt_h</p:attrName>
                                        </p:attrNameLst>
                                      </p:cBhvr>
                                      <p:tavLst>
                                        <p:tav tm="0">
                                          <p:val>
                                            <p:strVal val="#ppt_h*0.7"/>
                                          </p:val>
                                        </p:tav>
                                        <p:tav tm="100000">
                                          <p:val>
                                            <p:strVal val="#ppt_h"/>
                                          </p:val>
                                        </p:tav>
                                      </p:tavLst>
                                    </p:anim>
                                    <p:animEffect transition="in" filter="fade">
                                      <p:cBhvr>
                                        <p:cTn id="160"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animBg="1"/>
      <p:bldP spid="14" grpId="0" animBg="1"/>
      <p:bldP spid="16" grpId="0" animBg="1"/>
      <p:bldP spid="17" grpId="0" animBg="1"/>
      <p:bldP spid="19" grpId="0" animBg="1"/>
      <p:bldP spid="20" grpId="0" animBg="1"/>
      <p:bldP spid="21" grpId="0" animBg="1"/>
      <p:bldP spid="23" grpId="0" animBg="1"/>
      <p:bldP spid="24" grpId="0" animBg="1"/>
      <p:bldP spid="26" grpId="0" animBg="1"/>
      <p:bldP spid="33" grpId="0" animBg="1"/>
      <p:bldP spid="27" grpId="0" animBg="1"/>
      <p:bldP spid="28" grpId="0" animBg="1"/>
      <p:bldP spid="30" grpId="0" animBg="1"/>
      <p:bldP spid="31" grpId="0" animBg="1"/>
      <p:bldP spid="40" grpId="0" animBg="1"/>
      <p:bldP spid="34" grpId="0" animBg="1"/>
      <p:bldP spid="35" grpId="0" animBg="1"/>
      <p:bldP spid="37" grpId="0" animBg="1"/>
      <p:bldP spid="38"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786930"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02</a:t>
            </a:r>
          </a:p>
        </p:txBody>
      </p:sp>
      <p:sp>
        <p:nvSpPr>
          <p:cNvPr id="7" name="!!tag_text"/>
          <p:cNvSpPr txBox="1"/>
          <p:nvPr/>
        </p:nvSpPr>
        <p:spPr>
          <a:xfrm>
            <a:off x="896112" y="292608"/>
            <a:ext cx="1421170"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CHUYỂN ĐỔI SỐ</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TƯ VẤN &amp; TRIỂN KHAI CHUYỂN ĐỔI SỐ</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Không chỉ tư vấn lý thuyết – Viện STP trực tiếp phát triển và tích hợp giải pháp</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07</a:t>
            </a:r>
          </a:p>
        </p:txBody>
      </p:sp>
      <p:pic>
        <p:nvPicPr>
          <p:cNvPr id="11" name="Picture 10" descr="glow_7FC211_38_1.7.png"/>
          <p:cNvPicPr>
            <a:picLocks noChangeAspect="1"/>
          </p:cNvPicPr>
          <p:nvPr/>
        </p:nvPicPr>
        <p:blipFill>
          <a:blip r:embed="rId4"/>
          <a:stretch>
            <a:fillRect/>
          </a:stretch>
        </p:blipFill>
        <p:spPr>
          <a:xfrm>
            <a:off x="5777179" y="1083564"/>
            <a:ext cx="6062472" cy="6062472"/>
          </a:xfrm>
          <a:prstGeom prst="rect">
            <a:avLst/>
          </a:prstGeom>
        </p:spPr>
      </p:pic>
      <p:pic>
        <p:nvPicPr>
          <p:cNvPr id="12" name="!!hero" descr="stp_building.png"/>
          <p:cNvPicPr>
            <a:picLocks noChangeAspect="1"/>
          </p:cNvPicPr>
          <p:nvPr/>
        </p:nvPicPr>
        <p:blipFill>
          <a:blip r:embed="rId5"/>
          <a:srcRect/>
          <a:stretch>
            <a:fillRect/>
          </a:stretch>
        </p:blipFill>
        <p:spPr>
          <a:xfrm>
            <a:off x="5973775" y="2042260"/>
            <a:ext cx="5669280" cy="4145080"/>
          </a:xfrm>
          <a:prstGeom prst="rect">
            <a:avLst/>
          </a:prstGeom>
        </p:spPr>
      </p:pic>
      <p:sp>
        <p:nvSpPr>
          <p:cNvPr id="13" name="Rounded Rectangle 12"/>
          <p:cNvSpPr/>
          <p:nvPr/>
        </p:nvSpPr>
        <p:spPr>
          <a:xfrm>
            <a:off x="548640" y="1783080"/>
            <a:ext cx="50136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40664" y="2042541"/>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search_FFFFFF.png"/>
          <p:cNvPicPr>
            <a:picLocks noChangeAspect="1"/>
          </p:cNvPicPr>
          <p:nvPr/>
        </p:nvPicPr>
        <p:blipFill>
          <a:blip r:embed="rId6"/>
          <a:stretch>
            <a:fillRect/>
          </a:stretch>
        </p:blipFill>
        <p:spPr>
          <a:xfrm>
            <a:off x="867948" y="2169825"/>
            <a:ext cx="275783" cy="275783"/>
          </a:xfrm>
          <a:prstGeom prst="rect">
            <a:avLst/>
          </a:prstGeom>
        </p:spPr>
      </p:pic>
      <p:sp>
        <p:nvSpPr>
          <p:cNvPr id="16" name="TextBox 15"/>
          <p:cNvSpPr txBox="1"/>
          <p:nvPr/>
        </p:nvSpPr>
        <p:spPr>
          <a:xfrm>
            <a:off x="1417320" y="1874520"/>
            <a:ext cx="40078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Khảo sát &amp; chẩn đoán</a:t>
            </a:r>
          </a:p>
        </p:txBody>
      </p:sp>
      <p:sp>
        <p:nvSpPr>
          <p:cNvPr id="17" name="TextBox 16"/>
          <p:cNvSpPr txBox="1"/>
          <p:nvPr/>
        </p:nvSpPr>
        <p:spPr>
          <a:xfrm>
            <a:off x="1417320" y="2240280"/>
            <a:ext cx="40078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Đánh giá mức độ trưởng thành số, thiết kế lộ trình phù hợp, tránh lãng phí.</a:t>
            </a:r>
          </a:p>
        </p:txBody>
      </p:sp>
      <p:sp>
        <p:nvSpPr>
          <p:cNvPr id="18" name="Rounded Rectangle 17"/>
          <p:cNvSpPr/>
          <p:nvPr/>
        </p:nvSpPr>
        <p:spPr>
          <a:xfrm>
            <a:off x="548640" y="2987802"/>
            <a:ext cx="50136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Oval 18"/>
          <p:cNvSpPr/>
          <p:nvPr/>
        </p:nvSpPr>
        <p:spPr>
          <a:xfrm>
            <a:off x="740664" y="3247263"/>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cpu_FFFFFF.png"/>
          <p:cNvPicPr>
            <a:picLocks noChangeAspect="1"/>
          </p:cNvPicPr>
          <p:nvPr/>
        </p:nvPicPr>
        <p:blipFill>
          <a:blip r:embed="rId7"/>
          <a:stretch>
            <a:fillRect/>
          </a:stretch>
        </p:blipFill>
        <p:spPr>
          <a:xfrm>
            <a:off x="867948" y="3374547"/>
            <a:ext cx="275783" cy="275783"/>
          </a:xfrm>
          <a:prstGeom prst="rect">
            <a:avLst/>
          </a:prstGeom>
        </p:spPr>
      </p:pic>
      <p:sp>
        <p:nvSpPr>
          <p:cNvPr id="21" name="TextBox 20"/>
          <p:cNvSpPr txBox="1"/>
          <p:nvPr/>
        </p:nvSpPr>
        <p:spPr>
          <a:xfrm>
            <a:off x="1417320" y="3079242"/>
            <a:ext cx="40078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Xây dựng giải pháp công nghệ</a:t>
            </a:r>
          </a:p>
        </p:txBody>
      </p:sp>
      <p:sp>
        <p:nvSpPr>
          <p:cNvPr id="22" name="TextBox 21"/>
          <p:cNvSpPr txBox="1"/>
          <p:nvPr/>
        </p:nvSpPr>
        <p:spPr>
          <a:xfrm>
            <a:off x="1417320" y="3445002"/>
            <a:ext cx="40078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Phát triển, tích hợp phần mềm quản lý, tự động hóa quy trình.</a:t>
            </a:r>
          </a:p>
        </p:txBody>
      </p:sp>
      <p:sp>
        <p:nvSpPr>
          <p:cNvPr id="23" name="Rounded Rectangle 22"/>
          <p:cNvSpPr/>
          <p:nvPr/>
        </p:nvSpPr>
        <p:spPr>
          <a:xfrm>
            <a:off x="548640" y="4192524"/>
            <a:ext cx="50136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4" name="Oval 23"/>
          <p:cNvSpPr/>
          <p:nvPr/>
        </p:nvSpPr>
        <p:spPr>
          <a:xfrm>
            <a:off x="740664" y="4451985"/>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bot_FFFFFF.png"/>
          <p:cNvPicPr>
            <a:picLocks noChangeAspect="1"/>
          </p:cNvPicPr>
          <p:nvPr/>
        </p:nvPicPr>
        <p:blipFill>
          <a:blip r:embed="rId8"/>
          <a:stretch>
            <a:fillRect/>
          </a:stretch>
        </p:blipFill>
        <p:spPr>
          <a:xfrm>
            <a:off x="867948" y="4579269"/>
            <a:ext cx="275783" cy="275783"/>
          </a:xfrm>
          <a:prstGeom prst="rect">
            <a:avLst/>
          </a:prstGeom>
        </p:spPr>
      </p:pic>
      <p:sp>
        <p:nvSpPr>
          <p:cNvPr id="26" name="TextBox 25"/>
          <p:cNvSpPr txBox="1"/>
          <p:nvPr/>
        </p:nvSpPr>
        <p:spPr>
          <a:xfrm>
            <a:off x="1417320" y="4283964"/>
            <a:ext cx="40078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Giải pháp AI đa thể thức</a:t>
            </a:r>
          </a:p>
        </p:txBody>
      </p:sp>
      <p:sp>
        <p:nvSpPr>
          <p:cNvPr id="27" name="TextBox 26"/>
          <p:cNvSpPr txBox="1"/>
          <p:nvPr/>
        </p:nvSpPr>
        <p:spPr>
          <a:xfrm>
            <a:off x="1417320" y="4649724"/>
            <a:ext cx="40078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Tư vấn trọn gói AI theo đặc thù kinh doanh và quản lý nhà nước.</a:t>
            </a:r>
          </a:p>
        </p:txBody>
      </p:sp>
      <p:sp>
        <p:nvSpPr>
          <p:cNvPr id="28" name="Rounded Rectangle 27"/>
          <p:cNvSpPr/>
          <p:nvPr/>
        </p:nvSpPr>
        <p:spPr>
          <a:xfrm>
            <a:off x="548640" y="5397246"/>
            <a:ext cx="50136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9" name="Oval 28"/>
          <p:cNvSpPr/>
          <p:nvPr/>
        </p:nvSpPr>
        <p:spPr>
          <a:xfrm>
            <a:off x="740664" y="5656707"/>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handshake_FFFFFF.png"/>
          <p:cNvPicPr>
            <a:picLocks noChangeAspect="1"/>
          </p:cNvPicPr>
          <p:nvPr/>
        </p:nvPicPr>
        <p:blipFill>
          <a:blip r:embed="rId9"/>
          <a:stretch>
            <a:fillRect/>
          </a:stretch>
        </p:blipFill>
        <p:spPr>
          <a:xfrm>
            <a:off x="867948" y="5783991"/>
            <a:ext cx="275783" cy="275783"/>
          </a:xfrm>
          <a:prstGeom prst="rect">
            <a:avLst/>
          </a:prstGeom>
        </p:spPr>
      </p:pic>
      <p:sp>
        <p:nvSpPr>
          <p:cNvPr id="31" name="TextBox 30"/>
          <p:cNvSpPr txBox="1"/>
          <p:nvPr/>
        </p:nvSpPr>
        <p:spPr>
          <a:xfrm>
            <a:off x="1417320" y="5488686"/>
            <a:ext cx="40078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Chuyển giao &amp; đồng hành</a:t>
            </a:r>
          </a:p>
        </p:txBody>
      </p:sp>
      <p:sp>
        <p:nvSpPr>
          <p:cNvPr id="32" name="TextBox 31"/>
          <p:cNvSpPr txBox="1"/>
          <p:nvPr/>
        </p:nvSpPr>
        <p:spPr>
          <a:xfrm>
            <a:off x="1417320" y="5854446"/>
            <a:ext cx="40078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Tư vấn thẩm định giá, tổ chức hội nghị, hội thảo khoa học – công nghệ.</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2" presetClass="entr" presetSubtype="2"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ppt_x</p:attrName>
                                        </p:attrNameLst>
                                      </p:cBhvr>
                                      <p:tavLst>
                                        <p:tav tm="0">
                                          <p:val>
                                            <p:strVal val="1+#ppt_w/2"/>
                                          </p:val>
                                        </p:tav>
                                        <p:tav tm="100000">
                                          <p:val>
                                            <p:strVal val="#ppt_x"/>
                                          </p:val>
                                        </p:tav>
                                      </p:tavLst>
                                    </p:anim>
                                    <p:anim calcmode="lin" valueType="num">
                                      <p:cBhvr additive="base">
                                        <p:cTn id="26" dur="700" fill="hold"/>
                                        <p:tgtEl>
                                          <p:spTgt spid="12"/>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25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par>
                                <p:cTn id="33" presetID="10" presetClass="entr" presetSubtype="0" fill="hold" grpId="0" nodeType="withEffect">
                                  <p:stCondLst>
                                    <p:cond delay="3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par>
                                <p:cTn id="36" presetID="2" presetClass="entr" presetSubtype="8" fill="hold" grpId="0" nodeType="withEffect">
                                  <p:stCondLst>
                                    <p:cond delay="70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450" fill="hold"/>
                                        <p:tgtEl>
                                          <p:spTgt spid="13"/>
                                        </p:tgtEl>
                                        <p:attrNameLst>
                                          <p:attrName>ppt_x</p:attrName>
                                        </p:attrNameLst>
                                      </p:cBhvr>
                                      <p:tavLst>
                                        <p:tav tm="0">
                                          <p:val>
                                            <p:strVal val="0-#ppt_w/2"/>
                                          </p:val>
                                        </p:tav>
                                        <p:tav tm="100000">
                                          <p:val>
                                            <p:strVal val="#ppt_x"/>
                                          </p:val>
                                        </p:tav>
                                      </p:tavLst>
                                    </p:anim>
                                    <p:anim calcmode="lin" valueType="num">
                                      <p:cBhvr additive="base">
                                        <p:cTn id="39" dur="450" fill="hold"/>
                                        <p:tgtEl>
                                          <p:spTgt spid="13"/>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70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450" fill="hold"/>
                                        <p:tgtEl>
                                          <p:spTgt spid="14"/>
                                        </p:tgtEl>
                                        <p:attrNameLst>
                                          <p:attrName>ppt_x</p:attrName>
                                        </p:attrNameLst>
                                      </p:cBhvr>
                                      <p:tavLst>
                                        <p:tav tm="0">
                                          <p:val>
                                            <p:strVal val="0-#ppt_w/2"/>
                                          </p:val>
                                        </p:tav>
                                        <p:tav tm="100000">
                                          <p:val>
                                            <p:strVal val="#ppt_x"/>
                                          </p:val>
                                        </p:tav>
                                      </p:tavLst>
                                    </p:anim>
                                    <p:anim calcmode="lin" valueType="num">
                                      <p:cBhvr additive="base">
                                        <p:cTn id="43" dur="450" fill="hold"/>
                                        <p:tgtEl>
                                          <p:spTgt spid="14"/>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450" fill="hold"/>
                                        <p:tgtEl>
                                          <p:spTgt spid="15"/>
                                        </p:tgtEl>
                                        <p:attrNameLst>
                                          <p:attrName>ppt_x</p:attrName>
                                        </p:attrNameLst>
                                      </p:cBhvr>
                                      <p:tavLst>
                                        <p:tav tm="0">
                                          <p:val>
                                            <p:strVal val="0-#ppt_w/2"/>
                                          </p:val>
                                        </p:tav>
                                        <p:tav tm="100000">
                                          <p:val>
                                            <p:strVal val="#ppt_x"/>
                                          </p:val>
                                        </p:tav>
                                      </p:tavLst>
                                    </p:anim>
                                    <p:anim calcmode="lin" valueType="num">
                                      <p:cBhvr additive="base">
                                        <p:cTn id="47" dur="450" fill="hold"/>
                                        <p:tgtEl>
                                          <p:spTgt spid="15"/>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70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450" fill="hold"/>
                                        <p:tgtEl>
                                          <p:spTgt spid="16"/>
                                        </p:tgtEl>
                                        <p:attrNameLst>
                                          <p:attrName>ppt_x</p:attrName>
                                        </p:attrNameLst>
                                      </p:cBhvr>
                                      <p:tavLst>
                                        <p:tav tm="0">
                                          <p:val>
                                            <p:strVal val="0-#ppt_w/2"/>
                                          </p:val>
                                        </p:tav>
                                        <p:tav tm="100000">
                                          <p:val>
                                            <p:strVal val="#ppt_x"/>
                                          </p:val>
                                        </p:tav>
                                      </p:tavLst>
                                    </p:anim>
                                    <p:anim calcmode="lin" valueType="num">
                                      <p:cBhvr additive="base">
                                        <p:cTn id="51" dur="450" fill="hold"/>
                                        <p:tgtEl>
                                          <p:spTgt spid="16"/>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70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450" fill="hold"/>
                                        <p:tgtEl>
                                          <p:spTgt spid="17"/>
                                        </p:tgtEl>
                                        <p:attrNameLst>
                                          <p:attrName>ppt_x</p:attrName>
                                        </p:attrNameLst>
                                      </p:cBhvr>
                                      <p:tavLst>
                                        <p:tav tm="0">
                                          <p:val>
                                            <p:strVal val="0-#ppt_w/2"/>
                                          </p:val>
                                        </p:tav>
                                        <p:tav tm="100000">
                                          <p:val>
                                            <p:strVal val="#ppt_x"/>
                                          </p:val>
                                        </p:tav>
                                      </p:tavLst>
                                    </p:anim>
                                    <p:anim calcmode="lin" valueType="num">
                                      <p:cBhvr additive="base">
                                        <p:cTn id="55" dur="450" fill="hold"/>
                                        <p:tgtEl>
                                          <p:spTgt spid="17"/>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85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450" fill="hold"/>
                                        <p:tgtEl>
                                          <p:spTgt spid="18"/>
                                        </p:tgtEl>
                                        <p:attrNameLst>
                                          <p:attrName>ppt_x</p:attrName>
                                        </p:attrNameLst>
                                      </p:cBhvr>
                                      <p:tavLst>
                                        <p:tav tm="0">
                                          <p:val>
                                            <p:strVal val="0-#ppt_w/2"/>
                                          </p:val>
                                        </p:tav>
                                        <p:tav tm="100000">
                                          <p:val>
                                            <p:strVal val="#ppt_x"/>
                                          </p:val>
                                        </p:tav>
                                      </p:tavLst>
                                    </p:anim>
                                    <p:anim calcmode="lin" valueType="num">
                                      <p:cBhvr additive="base">
                                        <p:cTn id="59" dur="450" fill="hold"/>
                                        <p:tgtEl>
                                          <p:spTgt spid="18"/>
                                        </p:tgtEl>
                                        <p:attrNameLst>
                                          <p:attrName>ppt_y</p:attrName>
                                        </p:attrNameLst>
                                      </p:cBhvr>
                                      <p:tavLst>
                                        <p:tav tm="0">
                                          <p:val>
                                            <p:strVal val="#ppt_y"/>
                                          </p:val>
                                        </p:tav>
                                        <p:tav tm="100000">
                                          <p:val>
                                            <p:strVal val="#ppt_y"/>
                                          </p:val>
                                        </p:tav>
                                      </p:tavLst>
                                    </p:anim>
                                  </p:childTnLst>
                                </p:cTn>
                              </p:par>
                              <p:par>
                                <p:cTn id="60" presetID="2" presetClass="entr" presetSubtype="8" fill="hold" grpId="0" nodeType="withEffect">
                                  <p:stCondLst>
                                    <p:cond delay="85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450" fill="hold"/>
                                        <p:tgtEl>
                                          <p:spTgt spid="19"/>
                                        </p:tgtEl>
                                        <p:attrNameLst>
                                          <p:attrName>ppt_x</p:attrName>
                                        </p:attrNameLst>
                                      </p:cBhvr>
                                      <p:tavLst>
                                        <p:tav tm="0">
                                          <p:val>
                                            <p:strVal val="0-#ppt_w/2"/>
                                          </p:val>
                                        </p:tav>
                                        <p:tav tm="100000">
                                          <p:val>
                                            <p:strVal val="#ppt_x"/>
                                          </p:val>
                                        </p:tav>
                                      </p:tavLst>
                                    </p:anim>
                                    <p:anim calcmode="lin" valueType="num">
                                      <p:cBhvr additive="base">
                                        <p:cTn id="63" dur="450" fill="hold"/>
                                        <p:tgtEl>
                                          <p:spTgt spid="19"/>
                                        </p:tgtEl>
                                        <p:attrNameLst>
                                          <p:attrName>ppt_y</p:attrName>
                                        </p:attrNameLst>
                                      </p:cBhvr>
                                      <p:tavLst>
                                        <p:tav tm="0">
                                          <p:val>
                                            <p:strVal val="#ppt_y"/>
                                          </p:val>
                                        </p:tav>
                                        <p:tav tm="100000">
                                          <p:val>
                                            <p:strVal val="#ppt_y"/>
                                          </p:val>
                                        </p:tav>
                                      </p:tavLst>
                                    </p:anim>
                                  </p:childTnLst>
                                </p:cTn>
                              </p:par>
                              <p:par>
                                <p:cTn id="64" presetID="2" presetClass="entr" presetSubtype="8" fill="hold" grpId="0" nodeType="withEffect">
                                  <p:stCondLst>
                                    <p:cond delay="85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450" fill="hold"/>
                                        <p:tgtEl>
                                          <p:spTgt spid="20"/>
                                        </p:tgtEl>
                                        <p:attrNameLst>
                                          <p:attrName>ppt_x</p:attrName>
                                        </p:attrNameLst>
                                      </p:cBhvr>
                                      <p:tavLst>
                                        <p:tav tm="0">
                                          <p:val>
                                            <p:strVal val="0-#ppt_w/2"/>
                                          </p:val>
                                        </p:tav>
                                        <p:tav tm="100000">
                                          <p:val>
                                            <p:strVal val="#ppt_x"/>
                                          </p:val>
                                        </p:tav>
                                      </p:tavLst>
                                    </p:anim>
                                    <p:anim calcmode="lin" valueType="num">
                                      <p:cBhvr additive="base">
                                        <p:cTn id="67" dur="450" fill="hold"/>
                                        <p:tgtEl>
                                          <p:spTgt spid="20"/>
                                        </p:tgtEl>
                                        <p:attrNameLst>
                                          <p:attrName>ppt_y</p:attrName>
                                        </p:attrNameLst>
                                      </p:cBhvr>
                                      <p:tavLst>
                                        <p:tav tm="0">
                                          <p:val>
                                            <p:strVal val="#ppt_y"/>
                                          </p:val>
                                        </p:tav>
                                        <p:tav tm="100000">
                                          <p:val>
                                            <p:strVal val="#ppt_y"/>
                                          </p:val>
                                        </p:tav>
                                      </p:tavLst>
                                    </p:anim>
                                  </p:childTnLst>
                                </p:cTn>
                              </p:par>
                              <p:par>
                                <p:cTn id="68" presetID="2" presetClass="entr" presetSubtype="8" fill="hold" grpId="0" nodeType="withEffect">
                                  <p:stCondLst>
                                    <p:cond delay="85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450" fill="hold"/>
                                        <p:tgtEl>
                                          <p:spTgt spid="21"/>
                                        </p:tgtEl>
                                        <p:attrNameLst>
                                          <p:attrName>ppt_x</p:attrName>
                                        </p:attrNameLst>
                                      </p:cBhvr>
                                      <p:tavLst>
                                        <p:tav tm="0">
                                          <p:val>
                                            <p:strVal val="0-#ppt_w/2"/>
                                          </p:val>
                                        </p:tav>
                                        <p:tav tm="100000">
                                          <p:val>
                                            <p:strVal val="#ppt_x"/>
                                          </p:val>
                                        </p:tav>
                                      </p:tavLst>
                                    </p:anim>
                                    <p:anim calcmode="lin" valueType="num">
                                      <p:cBhvr additive="base">
                                        <p:cTn id="71" dur="450" fill="hold"/>
                                        <p:tgtEl>
                                          <p:spTgt spid="21"/>
                                        </p:tgtEl>
                                        <p:attrNameLst>
                                          <p:attrName>ppt_y</p:attrName>
                                        </p:attrNameLst>
                                      </p:cBhvr>
                                      <p:tavLst>
                                        <p:tav tm="0">
                                          <p:val>
                                            <p:strVal val="#ppt_y"/>
                                          </p:val>
                                        </p:tav>
                                        <p:tav tm="100000">
                                          <p:val>
                                            <p:strVal val="#ppt_y"/>
                                          </p:val>
                                        </p:tav>
                                      </p:tavLst>
                                    </p:anim>
                                  </p:childTnLst>
                                </p:cTn>
                              </p:par>
                              <p:par>
                                <p:cTn id="72" presetID="2" presetClass="entr" presetSubtype="8" fill="hold" grpId="0" nodeType="withEffect">
                                  <p:stCondLst>
                                    <p:cond delay="85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450" fill="hold"/>
                                        <p:tgtEl>
                                          <p:spTgt spid="22"/>
                                        </p:tgtEl>
                                        <p:attrNameLst>
                                          <p:attrName>ppt_x</p:attrName>
                                        </p:attrNameLst>
                                      </p:cBhvr>
                                      <p:tavLst>
                                        <p:tav tm="0">
                                          <p:val>
                                            <p:strVal val="0-#ppt_w/2"/>
                                          </p:val>
                                        </p:tav>
                                        <p:tav tm="100000">
                                          <p:val>
                                            <p:strVal val="#ppt_x"/>
                                          </p:val>
                                        </p:tav>
                                      </p:tavLst>
                                    </p:anim>
                                    <p:anim calcmode="lin" valueType="num">
                                      <p:cBhvr additive="base">
                                        <p:cTn id="75" dur="450" fill="hold"/>
                                        <p:tgtEl>
                                          <p:spTgt spid="22"/>
                                        </p:tgtEl>
                                        <p:attrNameLst>
                                          <p:attrName>ppt_y</p:attrName>
                                        </p:attrNameLst>
                                      </p:cBhvr>
                                      <p:tavLst>
                                        <p:tav tm="0">
                                          <p:val>
                                            <p:strVal val="#ppt_y"/>
                                          </p:val>
                                        </p:tav>
                                        <p:tav tm="100000">
                                          <p:val>
                                            <p:strVal val="#ppt_y"/>
                                          </p:val>
                                        </p:tav>
                                      </p:tavLst>
                                    </p:anim>
                                  </p:childTnLst>
                                </p:cTn>
                              </p:par>
                              <p:par>
                                <p:cTn id="76" presetID="2" presetClass="entr" presetSubtype="8" fill="hold" grpId="0" nodeType="withEffect">
                                  <p:stCondLst>
                                    <p:cond delay="100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450" fill="hold"/>
                                        <p:tgtEl>
                                          <p:spTgt spid="23"/>
                                        </p:tgtEl>
                                        <p:attrNameLst>
                                          <p:attrName>ppt_x</p:attrName>
                                        </p:attrNameLst>
                                      </p:cBhvr>
                                      <p:tavLst>
                                        <p:tav tm="0">
                                          <p:val>
                                            <p:strVal val="0-#ppt_w/2"/>
                                          </p:val>
                                        </p:tav>
                                        <p:tav tm="100000">
                                          <p:val>
                                            <p:strVal val="#ppt_x"/>
                                          </p:val>
                                        </p:tav>
                                      </p:tavLst>
                                    </p:anim>
                                    <p:anim calcmode="lin" valueType="num">
                                      <p:cBhvr additive="base">
                                        <p:cTn id="79" dur="450" fill="hold"/>
                                        <p:tgtEl>
                                          <p:spTgt spid="23"/>
                                        </p:tgtEl>
                                        <p:attrNameLst>
                                          <p:attrName>ppt_y</p:attrName>
                                        </p:attrNameLst>
                                      </p:cBhvr>
                                      <p:tavLst>
                                        <p:tav tm="0">
                                          <p:val>
                                            <p:strVal val="#ppt_y"/>
                                          </p:val>
                                        </p:tav>
                                        <p:tav tm="100000">
                                          <p:val>
                                            <p:strVal val="#ppt_y"/>
                                          </p:val>
                                        </p:tav>
                                      </p:tavLst>
                                    </p:anim>
                                  </p:childTnLst>
                                </p:cTn>
                              </p:par>
                              <p:par>
                                <p:cTn id="80" presetID="2" presetClass="entr" presetSubtype="8" fill="hold" grpId="0" nodeType="withEffect">
                                  <p:stCondLst>
                                    <p:cond delay="10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450" fill="hold"/>
                                        <p:tgtEl>
                                          <p:spTgt spid="24"/>
                                        </p:tgtEl>
                                        <p:attrNameLst>
                                          <p:attrName>ppt_x</p:attrName>
                                        </p:attrNameLst>
                                      </p:cBhvr>
                                      <p:tavLst>
                                        <p:tav tm="0">
                                          <p:val>
                                            <p:strVal val="0-#ppt_w/2"/>
                                          </p:val>
                                        </p:tav>
                                        <p:tav tm="100000">
                                          <p:val>
                                            <p:strVal val="#ppt_x"/>
                                          </p:val>
                                        </p:tav>
                                      </p:tavLst>
                                    </p:anim>
                                    <p:anim calcmode="lin" valueType="num">
                                      <p:cBhvr additive="base">
                                        <p:cTn id="83" dur="450" fill="hold"/>
                                        <p:tgtEl>
                                          <p:spTgt spid="24"/>
                                        </p:tgtEl>
                                        <p:attrNameLst>
                                          <p:attrName>ppt_y</p:attrName>
                                        </p:attrNameLst>
                                      </p:cBhvr>
                                      <p:tavLst>
                                        <p:tav tm="0">
                                          <p:val>
                                            <p:strVal val="#ppt_y"/>
                                          </p:val>
                                        </p:tav>
                                        <p:tav tm="100000">
                                          <p:val>
                                            <p:strVal val="#ppt_y"/>
                                          </p:val>
                                        </p:tav>
                                      </p:tavLst>
                                    </p:anim>
                                  </p:childTnLst>
                                </p:cTn>
                              </p:par>
                              <p:par>
                                <p:cTn id="84" presetID="2" presetClass="entr" presetSubtype="8" fill="hold" grpId="0" nodeType="withEffect">
                                  <p:stCondLst>
                                    <p:cond delay="1000"/>
                                  </p:stCondLst>
                                  <p:childTnLst>
                                    <p:set>
                                      <p:cBhvr>
                                        <p:cTn id="85" dur="1" fill="hold">
                                          <p:stCondLst>
                                            <p:cond delay="0"/>
                                          </p:stCondLst>
                                        </p:cTn>
                                        <p:tgtEl>
                                          <p:spTgt spid="25"/>
                                        </p:tgtEl>
                                        <p:attrNameLst>
                                          <p:attrName>style.visibility</p:attrName>
                                        </p:attrNameLst>
                                      </p:cBhvr>
                                      <p:to>
                                        <p:strVal val="visible"/>
                                      </p:to>
                                    </p:set>
                                    <p:anim calcmode="lin" valueType="num">
                                      <p:cBhvr additive="base">
                                        <p:cTn id="86" dur="450" fill="hold"/>
                                        <p:tgtEl>
                                          <p:spTgt spid="25"/>
                                        </p:tgtEl>
                                        <p:attrNameLst>
                                          <p:attrName>ppt_x</p:attrName>
                                        </p:attrNameLst>
                                      </p:cBhvr>
                                      <p:tavLst>
                                        <p:tav tm="0">
                                          <p:val>
                                            <p:strVal val="0-#ppt_w/2"/>
                                          </p:val>
                                        </p:tav>
                                        <p:tav tm="100000">
                                          <p:val>
                                            <p:strVal val="#ppt_x"/>
                                          </p:val>
                                        </p:tav>
                                      </p:tavLst>
                                    </p:anim>
                                    <p:anim calcmode="lin" valueType="num">
                                      <p:cBhvr additive="base">
                                        <p:cTn id="87" dur="450" fill="hold"/>
                                        <p:tgtEl>
                                          <p:spTgt spid="25"/>
                                        </p:tgtEl>
                                        <p:attrNameLst>
                                          <p:attrName>ppt_y</p:attrName>
                                        </p:attrNameLst>
                                      </p:cBhvr>
                                      <p:tavLst>
                                        <p:tav tm="0">
                                          <p:val>
                                            <p:strVal val="#ppt_y"/>
                                          </p:val>
                                        </p:tav>
                                        <p:tav tm="100000">
                                          <p:val>
                                            <p:strVal val="#ppt_y"/>
                                          </p:val>
                                        </p:tav>
                                      </p:tavLst>
                                    </p:anim>
                                  </p:childTnLst>
                                </p:cTn>
                              </p:par>
                              <p:par>
                                <p:cTn id="88" presetID="2" presetClass="entr" presetSubtype="8" fill="hold" grpId="0" nodeType="withEffect">
                                  <p:stCondLst>
                                    <p:cond delay="1000"/>
                                  </p:stCondLst>
                                  <p:childTnLst>
                                    <p:set>
                                      <p:cBhvr>
                                        <p:cTn id="89" dur="1" fill="hold">
                                          <p:stCondLst>
                                            <p:cond delay="0"/>
                                          </p:stCondLst>
                                        </p:cTn>
                                        <p:tgtEl>
                                          <p:spTgt spid="26"/>
                                        </p:tgtEl>
                                        <p:attrNameLst>
                                          <p:attrName>style.visibility</p:attrName>
                                        </p:attrNameLst>
                                      </p:cBhvr>
                                      <p:to>
                                        <p:strVal val="visible"/>
                                      </p:to>
                                    </p:set>
                                    <p:anim calcmode="lin" valueType="num">
                                      <p:cBhvr additive="base">
                                        <p:cTn id="90" dur="450" fill="hold"/>
                                        <p:tgtEl>
                                          <p:spTgt spid="26"/>
                                        </p:tgtEl>
                                        <p:attrNameLst>
                                          <p:attrName>ppt_x</p:attrName>
                                        </p:attrNameLst>
                                      </p:cBhvr>
                                      <p:tavLst>
                                        <p:tav tm="0">
                                          <p:val>
                                            <p:strVal val="0-#ppt_w/2"/>
                                          </p:val>
                                        </p:tav>
                                        <p:tav tm="100000">
                                          <p:val>
                                            <p:strVal val="#ppt_x"/>
                                          </p:val>
                                        </p:tav>
                                      </p:tavLst>
                                    </p:anim>
                                    <p:anim calcmode="lin" valueType="num">
                                      <p:cBhvr additive="base">
                                        <p:cTn id="91" dur="450" fill="hold"/>
                                        <p:tgtEl>
                                          <p:spTgt spid="26"/>
                                        </p:tgtEl>
                                        <p:attrNameLst>
                                          <p:attrName>ppt_y</p:attrName>
                                        </p:attrNameLst>
                                      </p:cBhvr>
                                      <p:tavLst>
                                        <p:tav tm="0">
                                          <p:val>
                                            <p:strVal val="#ppt_y"/>
                                          </p:val>
                                        </p:tav>
                                        <p:tav tm="100000">
                                          <p:val>
                                            <p:strVal val="#ppt_y"/>
                                          </p:val>
                                        </p:tav>
                                      </p:tavLst>
                                    </p:anim>
                                  </p:childTnLst>
                                </p:cTn>
                              </p:par>
                              <p:par>
                                <p:cTn id="92" presetID="2" presetClass="entr" presetSubtype="8" fill="hold" grpId="0" nodeType="withEffect">
                                  <p:stCondLst>
                                    <p:cond delay="100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450" fill="hold"/>
                                        <p:tgtEl>
                                          <p:spTgt spid="27"/>
                                        </p:tgtEl>
                                        <p:attrNameLst>
                                          <p:attrName>ppt_x</p:attrName>
                                        </p:attrNameLst>
                                      </p:cBhvr>
                                      <p:tavLst>
                                        <p:tav tm="0">
                                          <p:val>
                                            <p:strVal val="0-#ppt_w/2"/>
                                          </p:val>
                                        </p:tav>
                                        <p:tav tm="100000">
                                          <p:val>
                                            <p:strVal val="#ppt_x"/>
                                          </p:val>
                                        </p:tav>
                                      </p:tavLst>
                                    </p:anim>
                                    <p:anim calcmode="lin" valueType="num">
                                      <p:cBhvr additive="base">
                                        <p:cTn id="95" dur="450" fill="hold"/>
                                        <p:tgtEl>
                                          <p:spTgt spid="27"/>
                                        </p:tgtEl>
                                        <p:attrNameLst>
                                          <p:attrName>ppt_y</p:attrName>
                                        </p:attrNameLst>
                                      </p:cBhvr>
                                      <p:tavLst>
                                        <p:tav tm="0">
                                          <p:val>
                                            <p:strVal val="#ppt_y"/>
                                          </p:val>
                                        </p:tav>
                                        <p:tav tm="100000">
                                          <p:val>
                                            <p:strVal val="#ppt_y"/>
                                          </p:val>
                                        </p:tav>
                                      </p:tavLst>
                                    </p:anim>
                                  </p:childTnLst>
                                </p:cTn>
                              </p:par>
                              <p:par>
                                <p:cTn id="96" presetID="2" presetClass="entr" presetSubtype="8" fill="hold" grpId="0" nodeType="withEffect">
                                  <p:stCondLst>
                                    <p:cond delay="1150"/>
                                  </p:stCondLst>
                                  <p:childTnLst>
                                    <p:set>
                                      <p:cBhvr>
                                        <p:cTn id="97" dur="1" fill="hold">
                                          <p:stCondLst>
                                            <p:cond delay="0"/>
                                          </p:stCondLst>
                                        </p:cTn>
                                        <p:tgtEl>
                                          <p:spTgt spid="28"/>
                                        </p:tgtEl>
                                        <p:attrNameLst>
                                          <p:attrName>style.visibility</p:attrName>
                                        </p:attrNameLst>
                                      </p:cBhvr>
                                      <p:to>
                                        <p:strVal val="visible"/>
                                      </p:to>
                                    </p:set>
                                    <p:anim calcmode="lin" valueType="num">
                                      <p:cBhvr additive="base">
                                        <p:cTn id="98" dur="450" fill="hold"/>
                                        <p:tgtEl>
                                          <p:spTgt spid="28"/>
                                        </p:tgtEl>
                                        <p:attrNameLst>
                                          <p:attrName>ppt_x</p:attrName>
                                        </p:attrNameLst>
                                      </p:cBhvr>
                                      <p:tavLst>
                                        <p:tav tm="0">
                                          <p:val>
                                            <p:strVal val="0-#ppt_w/2"/>
                                          </p:val>
                                        </p:tav>
                                        <p:tav tm="100000">
                                          <p:val>
                                            <p:strVal val="#ppt_x"/>
                                          </p:val>
                                        </p:tav>
                                      </p:tavLst>
                                    </p:anim>
                                    <p:anim calcmode="lin" valueType="num">
                                      <p:cBhvr additive="base">
                                        <p:cTn id="99" dur="450" fill="hold"/>
                                        <p:tgtEl>
                                          <p:spTgt spid="28"/>
                                        </p:tgtEl>
                                        <p:attrNameLst>
                                          <p:attrName>ppt_y</p:attrName>
                                        </p:attrNameLst>
                                      </p:cBhvr>
                                      <p:tavLst>
                                        <p:tav tm="0">
                                          <p:val>
                                            <p:strVal val="#ppt_y"/>
                                          </p:val>
                                        </p:tav>
                                        <p:tav tm="100000">
                                          <p:val>
                                            <p:strVal val="#ppt_y"/>
                                          </p:val>
                                        </p:tav>
                                      </p:tavLst>
                                    </p:anim>
                                  </p:childTnLst>
                                </p:cTn>
                              </p:par>
                              <p:par>
                                <p:cTn id="100" presetID="2" presetClass="entr" presetSubtype="8" fill="hold" grpId="0" nodeType="withEffect">
                                  <p:stCondLst>
                                    <p:cond delay="1150"/>
                                  </p:stCondLst>
                                  <p:childTnLst>
                                    <p:set>
                                      <p:cBhvr>
                                        <p:cTn id="101" dur="1" fill="hold">
                                          <p:stCondLst>
                                            <p:cond delay="0"/>
                                          </p:stCondLst>
                                        </p:cTn>
                                        <p:tgtEl>
                                          <p:spTgt spid="29"/>
                                        </p:tgtEl>
                                        <p:attrNameLst>
                                          <p:attrName>style.visibility</p:attrName>
                                        </p:attrNameLst>
                                      </p:cBhvr>
                                      <p:to>
                                        <p:strVal val="visible"/>
                                      </p:to>
                                    </p:set>
                                    <p:anim calcmode="lin" valueType="num">
                                      <p:cBhvr additive="base">
                                        <p:cTn id="102" dur="450" fill="hold"/>
                                        <p:tgtEl>
                                          <p:spTgt spid="29"/>
                                        </p:tgtEl>
                                        <p:attrNameLst>
                                          <p:attrName>ppt_x</p:attrName>
                                        </p:attrNameLst>
                                      </p:cBhvr>
                                      <p:tavLst>
                                        <p:tav tm="0">
                                          <p:val>
                                            <p:strVal val="0-#ppt_w/2"/>
                                          </p:val>
                                        </p:tav>
                                        <p:tav tm="100000">
                                          <p:val>
                                            <p:strVal val="#ppt_x"/>
                                          </p:val>
                                        </p:tav>
                                      </p:tavLst>
                                    </p:anim>
                                    <p:anim calcmode="lin" valueType="num">
                                      <p:cBhvr additive="base">
                                        <p:cTn id="103" dur="450" fill="hold"/>
                                        <p:tgtEl>
                                          <p:spTgt spid="29"/>
                                        </p:tgtEl>
                                        <p:attrNameLst>
                                          <p:attrName>ppt_y</p:attrName>
                                        </p:attrNameLst>
                                      </p:cBhvr>
                                      <p:tavLst>
                                        <p:tav tm="0">
                                          <p:val>
                                            <p:strVal val="#ppt_y"/>
                                          </p:val>
                                        </p:tav>
                                        <p:tav tm="100000">
                                          <p:val>
                                            <p:strVal val="#ppt_y"/>
                                          </p:val>
                                        </p:tav>
                                      </p:tavLst>
                                    </p:anim>
                                  </p:childTnLst>
                                </p:cTn>
                              </p:par>
                              <p:par>
                                <p:cTn id="104" presetID="2" presetClass="entr" presetSubtype="8" fill="hold" grpId="0" nodeType="withEffect">
                                  <p:stCondLst>
                                    <p:cond delay="1150"/>
                                  </p:stCondLst>
                                  <p:childTnLst>
                                    <p:set>
                                      <p:cBhvr>
                                        <p:cTn id="105" dur="1" fill="hold">
                                          <p:stCondLst>
                                            <p:cond delay="0"/>
                                          </p:stCondLst>
                                        </p:cTn>
                                        <p:tgtEl>
                                          <p:spTgt spid="30"/>
                                        </p:tgtEl>
                                        <p:attrNameLst>
                                          <p:attrName>style.visibility</p:attrName>
                                        </p:attrNameLst>
                                      </p:cBhvr>
                                      <p:to>
                                        <p:strVal val="visible"/>
                                      </p:to>
                                    </p:set>
                                    <p:anim calcmode="lin" valueType="num">
                                      <p:cBhvr additive="base">
                                        <p:cTn id="106" dur="450" fill="hold"/>
                                        <p:tgtEl>
                                          <p:spTgt spid="30"/>
                                        </p:tgtEl>
                                        <p:attrNameLst>
                                          <p:attrName>ppt_x</p:attrName>
                                        </p:attrNameLst>
                                      </p:cBhvr>
                                      <p:tavLst>
                                        <p:tav tm="0">
                                          <p:val>
                                            <p:strVal val="0-#ppt_w/2"/>
                                          </p:val>
                                        </p:tav>
                                        <p:tav tm="100000">
                                          <p:val>
                                            <p:strVal val="#ppt_x"/>
                                          </p:val>
                                        </p:tav>
                                      </p:tavLst>
                                    </p:anim>
                                    <p:anim calcmode="lin" valueType="num">
                                      <p:cBhvr additive="base">
                                        <p:cTn id="107" dur="450" fill="hold"/>
                                        <p:tgtEl>
                                          <p:spTgt spid="30"/>
                                        </p:tgtEl>
                                        <p:attrNameLst>
                                          <p:attrName>ppt_y</p:attrName>
                                        </p:attrNameLst>
                                      </p:cBhvr>
                                      <p:tavLst>
                                        <p:tav tm="0">
                                          <p:val>
                                            <p:strVal val="#ppt_y"/>
                                          </p:val>
                                        </p:tav>
                                        <p:tav tm="100000">
                                          <p:val>
                                            <p:strVal val="#ppt_y"/>
                                          </p:val>
                                        </p:tav>
                                      </p:tavLst>
                                    </p:anim>
                                  </p:childTnLst>
                                </p:cTn>
                              </p:par>
                              <p:par>
                                <p:cTn id="108" presetID="2" presetClass="entr" presetSubtype="8" fill="hold" grpId="0" nodeType="withEffect">
                                  <p:stCondLst>
                                    <p:cond delay="115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450" fill="hold"/>
                                        <p:tgtEl>
                                          <p:spTgt spid="31"/>
                                        </p:tgtEl>
                                        <p:attrNameLst>
                                          <p:attrName>ppt_x</p:attrName>
                                        </p:attrNameLst>
                                      </p:cBhvr>
                                      <p:tavLst>
                                        <p:tav tm="0">
                                          <p:val>
                                            <p:strVal val="0-#ppt_w/2"/>
                                          </p:val>
                                        </p:tav>
                                        <p:tav tm="100000">
                                          <p:val>
                                            <p:strVal val="#ppt_x"/>
                                          </p:val>
                                        </p:tav>
                                      </p:tavLst>
                                    </p:anim>
                                    <p:anim calcmode="lin" valueType="num">
                                      <p:cBhvr additive="base">
                                        <p:cTn id="111" dur="450" fill="hold"/>
                                        <p:tgtEl>
                                          <p:spTgt spid="31"/>
                                        </p:tgtEl>
                                        <p:attrNameLst>
                                          <p:attrName>ppt_y</p:attrName>
                                        </p:attrNameLst>
                                      </p:cBhvr>
                                      <p:tavLst>
                                        <p:tav tm="0">
                                          <p:val>
                                            <p:strVal val="#ppt_y"/>
                                          </p:val>
                                        </p:tav>
                                        <p:tav tm="100000">
                                          <p:val>
                                            <p:strVal val="#ppt_y"/>
                                          </p:val>
                                        </p:tav>
                                      </p:tavLst>
                                    </p:anim>
                                  </p:childTnLst>
                                </p:cTn>
                              </p:par>
                              <p:par>
                                <p:cTn id="112" presetID="2" presetClass="entr" presetSubtype="8" fill="hold" grpId="0" nodeType="withEffect">
                                  <p:stCondLst>
                                    <p:cond delay="1150"/>
                                  </p:stCondLst>
                                  <p:childTnLst>
                                    <p:set>
                                      <p:cBhvr>
                                        <p:cTn id="113" dur="1" fill="hold">
                                          <p:stCondLst>
                                            <p:cond delay="0"/>
                                          </p:stCondLst>
                                        </p:cTn>
                                        <p:tgtEl>
                                          <p:spTgt spid="32"/>
                                        </p:tgtEl>
                                        <p:attrNameLst>
                                          <p:attrName>style.visibility</p:attrName>
                                        </p:attrNameLst>
                                      </p:cBhvr>
                                      <p:to>
                                        <p:strVal val="visible"/>
                                      </p:to>
                                    </p:set>
                                    <p:anim calcmode="lin" valueType="num">
                                      <p:cBhvr additive="base">
                                        <p:cTn id="114" dur="450" fill="hold"/>
                                        <p:tgtEl>
                                          <p:spTgt spid="32"/>
                                        </p:tgtEl>
                                        <p:attrNameLst>
                                          <p:attrName>ppt_x</p:attrName>
                                        </p:attrNameLst>
                                      </p:cBhvr>
                                      <p:tavLst>
                                        <p:tav tm="0">
                                          <p:val>
                                            <p:strVal val="0-#ppt_w/2"/>
                                          </p:val>
                                        </p:tav>
                                        <p:tav tm="100000">
                                          <p:val>
                                            <p:strVal val="#ppt_x"/>
                                          </p:val>
                                        </p:tav>
                                      </p:tavLst>
                                    </p:anim>
                                    <p:anim calcmode="lin" valueType="num">
                                      <p:cBhvr additive="base">
                                        <p:cTn id="115" dur="45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sec_classroom_0b0915_207D08032A1Bc_0.50_0.5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7FC211"/>
                  </a:solidFill>
                </a:ln>
                <a:solidFill>
                  <a:srgbClr val="7FC211">
                    <a:alpha val="22000"/>
                  </a:srgbClr>
                </a:solidFill>
                <a:latin typeface="Lexend Exa"/>
                <a:ea typeface="Lexend Exa"/>
                <a:cs typeface="Lexend Exa"/>
              </a:rPr>
              <a:t>03</a:t>
            </a:r>
          </a:p>
        </p:txBody>
      </p:sp>
      <p:pic>
        <p:nvPicPr>
          <p:cNvPr id="4" name="!!cut" descr="stp_atld_engineers.png"/>
          <p:cNvPicPr>
            <a:picLocks noChangeAspect="1"/>
          </p:cNvPicPr>
          <p:nvPr/>
        </p:nvPicPr>
        <p:blipFill>
          <a:blip r:embed="rId3"/>
          <a:stretch>
            <a:fillRect/>
          </a:stretch>
        </p:blipFill>
        <p:spPr>
          <a:xfrm>
            <a:off x="0" y="3162773"/>
            <a:ext cx="5120640" cy="3695227"/>
          </a:xfrm>
          <a:prstGeom prst="rect">
            <a:avLst/>
          </a:prstGeom>
        </p:spPr>
      </p:pic>
      <p:sp>
        <p:nvSpPr>
          <p:cNvPr id="5" name="!!sectitle"/>
          <p:cNvSpPr txBox="1"/>
          <p:nvPr/>
        </p:nvSpPr>
        <p:spPr>
          <a:xfrm>
            <a:off x="4327855" y="3749040"/>
            <a:ext cx="7315200" cy="1424940"/>
          </a:xfrm>
          <a:prstGeom prst="rect">
            <a:avLst/>
          </a:prstGeom>
          <a:noFill/>
        </p:spPr>
        <p:txBody>
          <a:bodyPr wrap="square" lIns="0" rIns="0" tIns="0" bIns="0" anchor="t">
            <a:noAutofit/>
          </a:bodyPr>
          <a:lstStyle/>
          <a:p>
            <a:pPr algn="r">
              <a:lnSpc>
                <a:spcPct val="95000"/>
              </a:lnSpc>
            </a:pPr>
            <a:r>
              <a:rPr sz="4200" b="1" i="0">
                <a:solidFill>
                  <a:srgbClr val="FFFFFF"/>
                </a:solidFill>
                <a:effectLst>
                  <a:glow rad="91440">
                    <a:srgbClr val="7FC211">
                      <a:alpha val="30000"/>
                    </a:srgbClr>
                  </a:glow>
                </a:effectLst>
                <a:latin typeface="Lexend Exa"/>
                <a:ea typeface="Lexend Exa"/>
                <a:cs typeface="Lexend Exa"/>
              </a:rPr>
              <a:t>ĐÀO TẠO</a:t>
            </a:r>
          </a:p>
          <a:p>
            <a:pPr algn="r">
              <a:lnSpc>
                <a:spcPct val="95000"/>
              </a:lnSpc>
            </a:pPr>
            <a:r>
              <a:rPr sz="4200" b="1" i="0">
                <a:solidFill>
                  <a:srgbClr val="FFFFFF"/>
                </a:solidFill>
                <a:effectLst>
                  <a:glow rad="91440">
                    <a:srgbClr val="7FC211">
                      <a:alpha val="30000"/>
                    </a:srgbClr>
                  </a:glow>
                </a:effectLst>
                <a:latin typeface="Lexend Exa"/>
                <a:ea typeface="Lexend Exa"/>
                <a:cs typeface="Lexend Exa"/>
              </a:rPr>
              <a:t>&amp; CẤP CHỨNG CHỈ</a:t>
            </a:r>
          </a:p>
        </p:txBody>
      </p:sp>
      <p:sp>
        <p:nvSpPr>
          <p:cNvPr id="6" name="TextBox 5"/>
          <p:cNvSpPr txBox="1"/>
          <p:nvPr/>
        </p:nvSpPr>
        <p:spPr>
          <a:xfrm>
            <a:off x="5242255" y="52197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Nâng tầm nguồn nhân lực – học đến đâu, làm được đến đó</a:t>
            </a:r>
          </a:p>
        </p:txBody>
      </p:sp>
      <p:pic>
        <p:nvPicPr>
          <p:cNvPr id="7" name="!!logo_mark" descr="logo_stp.png"/>
          <p:cNvPicPr>
            <a:picLocks noChangeAspect="1"/>
          </p:cNvPicPr>
          <p:nvPr/>
        </p:nvPicPr>
        <p:blipFill>
          <a:blip r:embed="rId4"/>
          <a:stretch>
            <a:fillRect/>
          </a:stretch>
        </p:blipFill>
        <p:spPr>
          <a:xfrm>
            <a:off x="10094884" y="237744"/>
            <a:ext cx="493776" cy="493776"/>
          </a:xfrm>
          <a:prstGeom prst="rect">
            <a:avLst/>
          </a:prstGeom>
        </p:spPr>
      </p:pic>
      <p:sp>
        <p:nvSpPr>
          <p:cNvPr id="8"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VIỆN STP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2" presetClass="entr" presetSubtype="8" fill="hold" grpId="0" nodeType="withEffect">
                                  <p:stCondLst>
                                    <p:cond delay="2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800" fill="hold"/>
                                        <p:tgtEl>
                                          <p:spTgt spid="4"/>
                                        </p:tgtEl>
                                        <p:attrNameLst>
                                          <p:attrName>ppt_x</p:attrName>
                                        </p:attrNameLst>
                                      </p:cBhvr>
                                      <p:tavLst>
                                        <p:tav tm="0">
                                          <p:val>
                                            <p:strVal val="0-#ppt_w/2"/>
                                          </p:val>
                                        </p:tav>
                                        <p:tav tm="100000">
                                          <p:val>
                                            <p:strVal val="#ppt_x"/>
                                          </p:val>
                                        </p:tav>
                                      </p:tavLst>
                                    </p:anim>
                                    <p:anim calcmode="lin" valueType="num">
                                      <p:cBhvr additive="base">
                                        <p:cTn id="13" dur="800" fill="hold"/>
                                        <p:tgtEl>
                                          <p:spTgt spid="4"/>
                                        </p:tgtEl>
                                        <p:attrNameLst>
                                          <p:attrName>ppt_y</p:attrName>
                                        </p:attrNameLst>
                                      </p:cBhvr>
                                      <p:tavLst>
                                        <p:tav tm="0">
                                          <p:val>
                                            <p:strVal val="#ppt_y"/>
                                          </p:val>
                                        </p:tav>
                                        <p:tav tm="100000">
                                          <p:val>
                                            <p:strVal val="#ppt_y"/>
                                          </p:val>
                                        </p:tav>
                                      </p:tavLst>
                                    </p:anim>
                                  </p:childTnLst>
                                </p:cTn>
                              </p:par>
                              <p:par>
                                <p:cTn id="14" presetID="10" presetClass="entr" presetSubtype="0" fill="hold" grpId="0" nodeType="withEffect">
                                  <p:stCondLst>
                                    <p:cond delay="20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42" presetClass="entr" presetSubtype="0" fill="hold" grpId="0" nodeType="withEffect">
                                  <p:stCondLst>
                                    <p:cond delay="5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700"/>
                                        <p:tgtEl>
                                          <p:spTgt spid="5"/>
                                        </p:tgtEl>
                                      </p:cBhvr>
                                    </p:animEffect>
                                    <p:anim calcmode="lin" valueType="num">
                                      <p:cBhvr additive="base">
                                        <p:cTn id="23" dur="700" fill="hold"/>
                                        <p:tgtEl>
                                          <p:spTgt spid="5"/>
                                        </p:tgtEl>
                                        <p:attrNameLst>
                                          <p:attrName>ppt_x</p:attrName>
                                        </p:attrNameLst>
                                      </p:cBhvr>
                                      <p:tavLst>
                                        <p:tav tm="0">
                                          <p:val>
                                            <p:strVal val="#ppt_x"/>
                                          </p:val>
                                        </p:tav>
                                        <p:tav tm="100000">
                                          <p:val>
                                            <p:strVal val="#ppt_x"/>
                                          </p:val>
                                        </p:tav>
                                      </p:tavLst>
                                    </p:anim>
                                    <p:anim calcmode="lin" valueType="num">
                                      <p:cBhvr additive="base">
                                        <p:cTn id="24" dur="700" fill="hold"/>
                                        <p:tgtEl>
                                          <p:spTgt spid="5"/>
                                        </p:tgtEl>
                                        <p:attrNameLst>
                                          <p:attrName>ppt_y</p:attrName>
                                        </p:attrNameLst>
                                      </p:cBhvr>
                                      <p:tavLst>
                                        <p:tav tm="0">
                                          <p:val>
                                            <p:strVal val="#ppt_y+.06"/>
                                          </p:val>
                                        </p:tav>
                                        <p:tav tm="100000">
                                          <p:val>
                                            <p:strVal val="#ppt_y"/>
                                          </p:val>
                                        </p:tav>
                                      </p:tavLst>
                                    </p:anim>
                                  </p:childTnLst>
                                </p:cTn>
                              </p:par>
                              <p:par>
                                <p:cTn id="25" presetID="10" presetClass="entr" presetSubtype="0" fill="hold" grpId="0" nodeType="withEffect">
                                  <p:stCondLst>
                                    <p:cond delay="90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6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5" grpId="0" animBg="1"/>
      <p:bldP spid="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30710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94134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ĐÀO TẠO</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HỆ SINH THÁI ĐÀO TẠO TOÀN DIỆN</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Đồng hành từ khảo sát nhu cầu, xây dựng lộ trình đến ứng dụng thực tiễn</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09</a:t>
            </a:r>
          </a:p>
        </p:txBody>
      </p:sp>
      <p:sp>
        <p:nvSpPr>
          <p:cNvPr id="11" name="Rounded Rectangle 10"/>
          <p:cNvSpPr/>
          <p:nvPr/>
        </p:nvSpPr>
        <p:spPr>
          <a:xfrm>
            <a:off x="548640" y="1783080"/>
            <a:ext cx="2602154" cy="4663440"/>
          </a:xfrm>
          <a:prstGeom prst="roundRect">
            <a:avLst>
              <a:gd name="adj" fmla="val 4919"/>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2" name="Picture 11" descr="group_73.jpg"/>
          <p:cNvPicPr>
            <a:picLocks noChangeAspect="1"/>
          </p:cNvPicPr>
          <p:nvPr/>
        </p:nvPicPr>
        <p:blipFill>
          <a:blip r:embed="rId4"/>
          <a:srcRect l="21998" r="21998"/>
          <a:stretch>
            <a:fillRect/>
          </a:stretch>
        </p:blipFill>
        <p:spPr>
          <a:xfrm>
            <a:off x="548640" y="1783080"/>
            <a:ext cx="2602154" cy="2984602"/>
          </a:xfrm>
          <a:prstGeom prst="round2SameRect">
            <a:avLst>
              <a:gd name="adj1" fmla="val 4289"/>
              <a:gd name="adj2" fmla="val 0"/>
            </a:avLst>
          </a:prstGeom>
        </p:spPr>
      </p:pic>
      <p:sp>
        <p:nvSpPr>
          <p:cNvPr id="13" name="TextBox 12"/>
          <p:cNvSpPr txBox="1"/>
          <p:nvPr/>
        </p:nvSpPr>
        <p:spPr>
          <a:xfrm>
            <a:off x="731520" y="4877410"/>
            <a:ext cx="2236394" cy="384048"/>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Chứng chỉ nghiệp vụ</a:t>
            </a:r>
          </a:p>
        </p:txBody>
      </p:sp>
      <p:sp>
        <p:nvSpPr>
          <p:cNvPr id="14" name="TextBox 13"/>
          <p:cNvSpPr txBox="1"/>
          <p:nvPr/>
        </p:nvSpPr>
        <p:spPr>
          <a:xfrm>
            <a:off x="731520" y="5288890"/>
            <a:ext cx="2236394" cy="1130198"/>
          </a:xfrm>
          <a:prstGeom prst="rect">
            <a:avLst/>
          </a:prstGeom>
          <a:noFill/>
        </p:spPr>
        <p:txBody>
          <a:bodyPr wrap="square" lIns="0" rIns="0" tIns="0" bIns="0" anchor="t">
            <a:noAutofit/>
          </a:bodyPr>
          <a:lstStyle/>
          <a:p>
            <a:pPr algn="l">
              <a:lnSpc>
                <a:spcPct val="115000"/>
              </a:lnSpc>
              <a:spcAft>
                <a:spcPts val="0"/>
              </a:spcAft>
            </a:pPr>
            <a:r>
              <a:rPr sz="1150" b="0" i="0">
                <a:solidFill>
                  <a:srgbClr val="465A4D"/>
                </a:solidFill>
                <a:latin typeface="Be Vietnam Pro"/>
                <a:ea typeface="Be Vietnam Pro"/>
                <a:cs typeface="Be Vietnam Pro"/>
              </a:rPr>
              <a:t>Đường thủy nội địa, xây dựng, sơ cấp cứu, an toàn điện, hóa chất…</a:t>
            </a:r>
          </a:p>
        </p:txBody>
      </p:sp>
      <p:sp>
        <p:nvSpPr>
          <p:cNvPr id="15" name="Rounded Rectangle 14"/>
          <p:cNvSpPr/>
          <p:nvPr/>
        </p:nvSpPr>
        <p:spPr>
          <a:xfrm>
            <a:off x="3379394" y="1783080"/>
            <a:ext cx="2602154" cy="4663440"/>
          </a:xfrm>
          <a:prstGeom prst="roundRect">
            <a:avLst>
              <a:gd name="adj" fmla="val 4919"/>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6" name="Picture 15" descr="atld_engineers.jpg"/>
          <p:cNvPicPr>
            <a:picLocks noChangeAspect="1"/>
          </p:cNvPicPr>
          <p:nvPr/>
        </p:nvPicPr>
        <p:blipFill>
          <a:blip r:embed="rId5"/>
          <a:srcRect l="15341" r="15341"/>
          <a:stretch>
            <a:fillRect/>
          </a:stretch>
        </p:blipFill>
        <p:spPr>
          <a:xfrm>
            <a:off x="3379394" y="1783080"/>
            <a:ext cx="2602154" cy="2984602"/>
          </a:xfrm>
          <a:prstGeom prst="round2SameRect">
            <a:avLst>
              <a:gd name="adj1" fmla="val 4289"/>
              <a:gd name="adj2" fmla="val 0"/>
            </a:avLst>
          </a:prstGeom>
        </p:spPr>
      </p:pic>
      <p:sp>
        <p:nvSpPr>
          <p:cNvPr id="17" name="Rounded Rectangle 16"/>
          <p:cNvSpPr/>
          <p:nvPr/>
        </p:nvSpPr>
        <p:spPr>
          <a:xfrm>
            <a:off x="3516554" y="1920240"/>
            <a:ext cx="912680"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Trọng tâm</a:t>
            </a:r>
          </a:p>
        </p:txBody>
      </p:sp>
      <p:sp>
        <p:nvSpPr>
          <p:cNvPr id="18" name="TextBox 17"/>
          <p:cNvSpPr txBox="1"/>
          <p:nvPr/>
        </p:nvSpPr>
        <p:spPr>
          <a:xfrm>
            <a:off x="3562274" y="4877410"/>
            <a:ext cx="2236394" cy="384048"/>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An toàn lao động</a:t>
            </a:r>
          </a:p>
        </p:txBody>
      </p:sp>
      <p:sp>
        <p:nvSpPr>
          <p:cNvPr id="19" name="TextBox 18"/>
          <p:cNvSpPr txBox="1"/>
          <p:nvPr/>
        </p:nvSpPr>
        <p:spPr>
          <a:xfrm>
            <a:off x="3562274" y="5288890"/>
            <a:ext cx="2236394" cy="1130198"/>
          </a:xfrm>
          <a:prstGeom prst="rect">
            <a:avLst/>
          </a:prstGeom>
          <a:noFill/>
        </p:spPr>
        <p:txBody>
          <a:bodyPr wrap="square" lIns="0" rIns="0" tIns="0" bIns="0" anchor="t">
            <a:noAutofit/>
          </a:bodyPr>
          <a:lstStyle/>
          <a:p>
            <a:pPr algn="l">
              <a:lnSpc>
                <a:spcPct val="115000"/>
              </a:lnSpc>
              <a:spcAft>
                <a:spcPts val="0"/>
              </a:spcAft>
            </a:pPr>
            <a:r>
              <a:rPr sz="1150" b="0" i="0">
                <a:solidFill>
                  <a:srgbClr val="465A4D"/>
                </a:solidFill>
                <a:latin typeface="Be Vietnam Pro"/>
                <a:ea typeface="Be Vietnam Pro"/>
                <a:cs typeface="Be Vietnam Pro"/>
              </a:rPr>
              <a:t>Huấn luyện 6 nhóm đối tượng, cấp chứng chỉ và số hóa quản lý ATVSLĐ.</a:t>
            </a:r>
          </a:p>
        </p:txBody>
      </p:sp>
      <p:sp>
        <p:nvSpPr>
          <p:cNvPr id="20" name="Rounded Rectangle 19"/>
          <p:cNvSpPr/>
          <p:nvPr/>
        </p:nvSpPr>
        <p:spPr>
          <a:xfrm>
            <a:off x="6210148" y="1783080"/>
            <a:ext cx="2602154" cy="4663440"/>
          </a:xfrm>
          <a:prstGeom prst="roundRect">
            <a:avLst>
              <a:gd name="adj" fmla="val 4919"/>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1" name="Picture 20" descr="ai_learners.jpg"/>
          <p:cNvPicPr>
            <a:picLocks noChangeAspect="1"/>
          </p:cNvPicPr>
          <p:nvPr/>
        </p:nvPicPr>
        <p:blipFill>
          <a:blip r:embed="rId6"/>
          <a:srcRect l="18395" r="18395"/>
          <a:stretch>
            <a:fillRect/>
          </a:stretch>
        </p:blipFill>
        <p:spPr>
          <a:xfrm>
            <a:off x="6210148" y="1783080"/>
            <a:ext cx="2602154" cy="2984602"/>
          </a:xfrm>
          <a:prstGeom prst="round2SameRect">
            <a:avLst>
              <a:gd name="adj1" fmla="val 4289"/>
              <a:gd name="adj2" fmla="val 0"/>
            </a:avLst>
          </a:prstGeom>
        </p:spPr>
      </p:pic>
      <p:sp>
        <p:nvSpPr>
          <p:cNvPr id="22" name="TextBox 21"/>
          <p:cNvSpPr txBox="1"/>
          <p:nvPr/>
        </p:nvSpPr>
        <p:spPr>
          <a:xfrm>
            <a:off x="6393028" y="4877410"/>
            <a:ext cx="2236394" cy="384048"/>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Ứng dụng AI</a:t>
            </a:r>
          </a:p>
        </p:txBody>
      </p:sp>
      <p:sp>
        <p:nvSpPr>
          <p:cNvPr id="23" name="TextBox 22"/>
          <p:cNvSpPr txBox="1"/>
          <p:nvPr/>
        </p:nvSpPr>
        <p:spPr>
          <a:xfrm>
            <a:off x="6393028" y="5288890"/>
            <a:ext cx="2236394" cy="1130198"/>
          </a:xfrm>
          <a:prstGeom prst="rect">
            <a:avLst/>
          </a:prstGeom>
          <a:noFill/>
        </p:spPr>
        <p:txBody>
          <a:bodyPr wrap="square" lIns="0" rIns="0" tIns="0" bIns="0" anchor="t">
            <a:noAutofit/>
          </a:bodyPr>
          <a:lstStyle/>
          <a:p>
            <a:pPr algn="l">
              <a:lnSpc>
                <a:spcPct val="115000"/>
              </a:lnSpc>
              <a:spcAft>
                <a:spcPts val="0"/>
              </a:spcAft>
            </a:pPr>
            <a:r>
              <a:rPr sz="1150" b="0" i="0">
                <a:solidFill>
                  <a:srgbClr val="465A4D"/>
                </a:solidFill>
                <a:latin typeface="Be Vietnam Pro"/>
                <a:ea typeface="Be Vietnam Pro"/>
                <a:cs typeface="Be Vietnam Pro"/>
              </a:rPr>
              <a:t>Thiết kế riêng theo nghiệp vụ từng cơ quan, doanh nghiệp, trường học.</a:t>
            </a:r>
          </a:p>
        </p:txBody>
      </p:sp>
      <p:sp>
        <p:nvSpPr>
          <p:cNvPr id="24" name="Rounded Rectangle 23"/>
          <p:cNvSpPr/>
          <p:nvPr/>
        </p:nvSpPr>
        <p:spPr>
          <a:xfrm>
            <a:off x="9040901" y="1783080"/>
            <a:ext cx="2602154" cy="4663440"/>
          </a:xfrm>
          <a:prstGeom prst="roundRect">
            <a:avLst>
              <a:gd name="adj" fmla="val 4919"/>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5" name="Picture 24" descr="students.jpg"/>
          <p:cNvPicPr>
            <a:picLocks noChangeAspect="1"/>
          </p:cNvPicPr>
          <p:nvPr/>
        </p:nvPicPr>
        <p:blipFill>
          <a:blip r:embed="rId7"/>
          <a:srcRect l="19743" r="19743"/>
          <a:stretch>
            <a:fillRect/>
          </a:stretch>
        </p:blipFill>
        <p:spPr>
          <a:xfrm>
            <a:off x="9040901" y="1783080"/>
            <a:ext cx="2602154" cy="2984602"/>
          </a:xfrm>
          <a:prstGeom prst="round2SameRect">
            <a:avLst>
              <a:gd name="adj1" fmla="val 4289"/>
              <a:gd name="adj2" fmla="val 0"/>
            </a:avLst>
          </a:prstGeom>
        </p:spPr>
      </p:pic>
      <p:sp>
        <p:nvSpPr>
          <p:cNvPr id="26" name="TextBox 25"/>
          <p:cNvSpPr txBox="1"/>
          <p:nvPr/>
        </p:nvSpPr>
        <p:spPr>
          <a:xfrm>
            <a:off x="9223781" y="4877410"/>
            <a:ext cx="2236394" cy="384048"/>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Tuyển sinh &amp; khảo thí</a:t>
            </a:r>
          </a:p>
        </p:txBody>
      </p:sp>
      <p:sp>
        <p:nvSpPr>
          <p:cNvPr id="27" name="TextBox 26"/>
          <p:cNvSpPr txBox="1"/>
          <p:nvPr/>
        </p:nvSpPr>
        <p:spPr>
          <a:xfrm>
            <a:off x="9223781" y="5288890"/>
            <a:ext cx="2236394" cy="1130198"/>
          </a:xfrm>
          <a:prstGeom prst="rect">
            <a:avLst/>
          </a:prstGeom>
          <a:noFill/>
        </p:spPr>
        <p:txBody>
          <a:bodyPr wrap="square" lIns="0" rIns="0" tIns="0" bIns="0" anchor="t">
            <a:noAutofit/>
          </a:bodyPr>
          <a:lstStyle/>
          <a:p>
            <a:pPr algn="l">
              <a:lnSpc>
                <a:spcPct val="115000"/>
              </a:lnSpc>
              <a:spcAft>
                <a:spcPts val="0"/>
              </a:spcAft>
            </a:pPr>
            <a:r>
              <a:rPr sz="1150" b="0" i="0">
                <a:solidFill>
                  <a:srgbClr val="465A4D"/>
                </a:solidFill>
                <a:latin typeface="Be Vietnam Pro"/>
                <a:ea typeface="Be Vietnam Pro"/>
                <a:cs typeface="Be Vietnam Pro"/>
              </a:rPr>
              <a:t>Liên kết tuyển sinh Sơ cấp → Tiến sĩ; khảo thí tiếng Anh chuẩn Cambridge.</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42"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30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ppt_y+.06"/>
                                          </p:val>
                                        </p:tav>
                                        <p:tav tm="100000">
                                          <p:val>
                                            <p:strVal val="#ppt_y"/>
                                          </p:val>
                                        </p:tav>
                                      </p:tavLst>
                                    </p:anim>
                                  </p:childTnLst>
                                </p:cTn>
                              </p:par>
                              <p:par>
                                <p:cTn id="46" presetID="10" presetClass="entr" presetSubtype="0" fill="hold" grpId="0" nodeType="withEffect">
                                  <p:stCondLst>
                                    <p:cond delay="35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400"/>
                                        <p:tgtEl>
                                          <p:spTgt spid="10"/>
                                        </p:tgtEl>
                                      </p:cBhvr>
                                    </p:animEffect>
                                  </p:childTnLst>
                                </p:cTn>
                              </p:par>
                              <p:par>
                                <p:cTn id="49" presetID="42" presetClass="entr" presetSubtype="0" fill="hold" grpId="0" nodeType="withEffect">
                                  <p:stCondLst>
                                    <p:cond delay="48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anim calcmode="lin" valueType="num">
                                      <p:cBhvr additive="base">
                                        <p:cTn id="52" dur="500" fill="hold"/>
                                        <p:tgtEl>
                                          <p:spTgt spid="15"/>
                                        </p:tgtEl>
                                        <p:attrNameLst>
                                          <p:attrName>ppt_x</p:attrName>
                                        </p:attrNameLst>
                                      </p:cBhvr>
                                      <p:tavLst>
                                        <p:tav tm="0">
                                          <p:val>
                                            <p:strVal val="#ppt_x"/>
                                          </p:val>
                                        </p:tav>
                                        <p:tav tm="100000">
                                          <p:val>
                                            <p:strVal val="#ppt_x"/>
                                          </p:val>
                                        </p:tav>
                                      </p:tavLst>
                                    </p:anim>
                                    <p:anim calcmode="lin" valueType="num">
                                      <p:cBhvr additive="base">
                                        <p:cTn id="53" dur="50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8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48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anim calcmode="lin" valueType="num">
                                      <p:cBhvr additive="base">
                                        <p:cTn id="62" dur="500" fill="hold"/>
                                        <p:tgtEl>
                                          <p:spTgt spid="17"/>
                                        </p:tgtEl>
                                        <p:attrNameLst>
                                          <p:attrName>ppt_x</p:attrName>
                                        </p:attrNameLst>
                                      </p:cBhvr>
                                      <p:tavLst>
                                        <p:tav tm="0">
                                          <p:val>
                                            <p:strVal val="#ppt_x"/>
                                          </p:val>
                                        </p:tav>
                                        <p:tav tm="100000">
                                          <p:val>
                                            <p:strVal val="#ppt_x"/>
                                          </p:val>
                                        </p:tav>
                                      </p:tavLst>
                                    </p:anim>
                                    <p:anim calcmode="lin" valueType="num">
                                      <p:cBhvr additive="base">
                                        <p:cTn id="63" dur="50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8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48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anim calcmode="lin" valueType="num">
                                      <p:cBhvr additive="base">
                                        <p:cTn id="72" dur="500" fill="hold"/>
                                        <p:tgtEl>
                                          <p:spTgt spid="19"/>
                                        </p:tgtEl>
                                        <p:attrNameLst>
                                          <p:attrName>ppt_x</p:attrName>
                                        </p:attrNameLst>
                                      </p:cBhvr>
                                      <p:tavLst>
                                        <p:tav tm="0">
                                          <p:val>
                                            <p:strVal val="#ppt_x"/>
                                          </p:val>
                                        </p:tav>
                                        <p:tav tm="100000">
                                          <p:val>
                                            <p:strVal val="#ppt_x"/>
                                          </p:val>
                                        </p:tav>
                                      </p:tavLst>
                                    </p:anim>
                                    <p:anim calcmode="lin" valueType="num">
                                      <p:cBhvr additive="base">
                                        <p:cTn id="73" dur="50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659"/>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59"/>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anim calcmode="lin" valueType="num">
                                      <p:cBhvr additive="base">
                                        <p:cTn id="82" dur="500" fill="hold"/>
                                        <p:tgtEl>
                                          <p:spTgt spid="21"/>
                                        </p:tgtEl>
                                        <p:attrNameLst>
                                          <p:attrName>ppt_x</p:attrName>
                                        </p:attrNameLst>
                                      </p:cBhvr>
                                      <p:tavLst>
                                        <p:tav tm="0">
                                          <p:val>
                                            <p:strVal val="#ppt_x"/>
                                          </p:val>
                                        </p:tav>
                                        <p:tav tm="100000">
                                          <p:val>
                                            <p:strVal val="#ppt_x"/>
                                          </p:val>
                                        </p:tav>
                                      </p:tavLst>
                                    </p:anim>
                                    <p:anim calcmode="lin" valueType="num">
                                      <p:cBhvr additive="base">
                                        <p:cTn id="83" dur="50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659"/>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additive="base">
                                        <p:cTn id="87" dur="500" fill="hold"/>
                                        <p:tgtEl>
                                          <p:spTgt spid="22"/>
                                        </p:tgtEl>
                                        <p:attrNameLst>
                                          <p:attrName>ppt_x</p:attrName>
                                        </p:attrNameLst>
                                      </p:cBhvr>
                                      <p:tavLst>
                                        <p:tav tm="0">
                                          <p:val>
                                            <p:strVal val="#ppt_x"/>
                                          </p:val>
                                        </p:tav>
                                        <p:tav tm="100000">
                                          <p:val>
                                            <p:strVal val="#ppt_x"/>
                                          </p:val>
                                        </p:tav>
                                      </p:tavLst>
                                    </p:anim>
                                    <p:anim calcmode="lin" valueType="num">
                                      <p:cBhvr additive="base">
                                        <p:cTn id="88" dur="50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659"/>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ppt_x</p:attrName>
                                        </p:attrNameLst>
                                      </p:cBhvr>
                                      <p:tavLst>
                                        <p:tav tm="0">
                                          <p:val>
                                            <p:strVal val="#ppt_x"/>
                                          </p:val>
                                        </p:tav>
                                        <p:tav tm="100000">
                                          <p:val>
                                            <p:strVal val="#ppt_x"/>
                                          </p:val>
                                        </p:tav>
                                      </p:tavLst>
                                    </p:anim>
                                    <p:anim calcmode="lin" valueType="num">
                                      <p:cBhvr additive="base">
                                        <p:cTn id="93" dur="50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839"/>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anim calcmode="lin" valueType="num">
                                      <p:cBhvr additive="base">
                                        <p:cTn id="97" dur="500" fill="hold"/>
                                        <p:tgtEl>
                                          <p:spTgt spid="24"/>
                                        </p:tgtEl>
                                        <p:attrNameLst>
                                          <p:attrName>ppt_x</p:attrName>
                                        </p:attrNameLst>
                                      </p:cBhvr>
                                      <p:tavLst>
                                        <p:tav tm="0">
                                          <p:val>
                                            <p:strVal val="#ppt_x"/>
                                          </p:val>
                                        </p:tav>
                                        <p:tav tm="100000">
                                          <p:val>
                                            <p:strVal val="#ppt_x"/>
                                          </p:val>
                                        </p:tav>
                                      </p:tavLst>
                                    </p:anim>
                                    <p:anim calcmode="lin" valueType="num">
                                      <p:cBhvr additive="base">
                                        <p:cTn id="98" dur="50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839"/>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anim calcmode="lin" valueType="num">
                                      <p:cBhvr additive="base">
                                        <p:cTn id="102" dur="500" fill="hold"/>
                                        <p:tgtEl>
                                          <p:spTgt spid="25"/>
                                        </p:tgtEl>
                                        <p:attrNameLst>
                                          <p:attrName>ppt_x</p:attrName>
                                        </p:attrNameLst>
                                      </p:cBhvr>
                                      <p:tavLst>
                                        <p:tav tm="0">
                                          <p:val>
                                            <p:strVal val="#ppt_x"/>
                                          </p:val>
                                        </p:tav>
                                        <p:tav tm="100000">
                                          <p:val>
                                            <p:strVal val="#ppt_x"/>
                                          </p:val>
                                        </p:tav>
                                      </p:tavLst>
                                    </p:anim>
                                    <p:anim calcmode="lin" valueType="num">
                                      <p:cBhvr additive="base">
                                        <p:cTn id="103" dur="50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839"/>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anim calcmode="lin" valueType="num">
                                      <p:cBhvr additive="base">
                                        <p:cTn id="107" dur="500" fill="hold"/>
                                        <p:tgtEl>
                                          <p:spTgt spid="26"/>
                                        </p:tgtEl>
                                        <p:attrNameLst>
                                          <p:attrName>ppt_x</p:attrName>
                                        </p:attrNameLst>
                                      </p:cBhvr>
                                      <p:tavLst>
                                        <p:tav tm="0">
                                          <p:val>
                                            <p:strVal val="#ppt_x"/>
                                          </p:val>
                                        </p:tav>
                                        <p:tav tm="100000">
                                          <p:val>
                                            <p:strVal val="#ppt_x"/>
                                          </p:val>
                                        </p:tav>
                                      </p:tavLst>
                                    </p:anim>
                                    <p:anim calcmode="lin" valueType="num">
                                      <p:cBhvr additive="base">
                                        <p:cTn id="108" dur="50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839"/>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00"/>
                                        <p:tgtEl>
                                          <p:spTgt spid="27"/>
                                        </p:tgtEl>
                                      </p:cBhvr>
                                    </p:animEffect>
                                    <p:anim calcmode="lin" valueType="num">
                                      <p:cBhvr additive="base">
                                        <p:cTn id="112" dur="500" fill="hold"/>
                                        <p:tgtEl>
                                          <p:spTgt spid="27"/>
                                        </p:tgtEl>
                                        <p:attrNameLst>
                                          <p:attrName>ppt_x</p:attrName>
                                        </p:attrNameLst>
                                      </p:cBhvr>
                                      <p:tavLst>
                                        <p:tav tm="0">
                                          <p:val>
                                            <p:strVal val="#ppt_x"/>
                                          </p:val>
                                        </p:tav>
                                        <p:tav tm="100000">
                                          <p:val>
                                            <p:strVal val="#ppt_x"/>
                                          </p:val>
                                        </p:tav>
                                      </p:tavLst>
                                    </p:anim>
                                    <p:anim calcmode="lin" valueType="num">
                                      <p:cBhvr additive="base">
                                        <p:cTn id="113" dur="500" fill="hold"/>
                                        <p:tgtEl>
                                          <p:spTgt spid="27"/>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3" grpId="0" animBg="1"/>
      <p:bldP spid="14" grpId="0" animBg="1"/>
      <p:bldP spid="10" grpId="0" animBg="1"/>
      <p:bldP spid="15" grpId="0" animBg="1"/>
      <p:bldP spid="17"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30710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94134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ĐÀO TẠO</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CHỨNG CHỈ NGHIỆP VỤ CHUYÊN NGÀNH</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Học viên được cấp Chứng nhận nghiệp vụ song ngữ Việt – Anh (Certificate of Knowledge)</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10</a:t>
            </a:r>
          </a:p>
        </p:txBody>
      </p:sp>
      <p:graphicFrame>
        <p:nvGraphicFramePr>
          <p:cNvPr id="11" name="Table 10"/>
          <p:cNvGraphicFramePr>
            <a:graphicFrameLocks noGrp="1"/>
          </p:cNvGraphicFramePr>
          <p:nvPr/>
        </p:nvGraphicFramePr>
        <p:xfrm>
          <a:off x="548640" y="1783080"/>
          <a:ext cx="11094415" cy="4206237"/>
        </p:xfrm>
        <a:graphic>
          <a:graphicData uri="http://schemas.openxmlformats.org/drawingml/2006/table">
            <a:tbl>
              <a:tblPr firstRow="0" bandRow="0">
                <a:tableStyleId>{2D5ABB26-0587-4C30-8999-92F81FD0307C}</a:tableStyleId>
              </a:tblPr>
              <a:tblGrid>
                <a:gridCol w="2622316"/>
                <a:gridCol w="5446349"/>
                <a:gridCol w="3025750"/>
              </a:tblGrid>
              <a:tr h="600891">
                <a:tc>
                  <a:txBody>
                    <a:bodyPr wrap="square"/>
                    <a:lstStyle/>
                    <a:p>
                      <a:pPr algn="ctr"/>
                      <a:r>
                        <a:rPr sz="1200" b="0" i="0">
                          <a:solidFill>
                            <a:srgbClr val="FFFFFF"/>
                          </a:solidFill>
                          <a:latin typeface="Be Vietnam Pro SemiBold"/>
                          <a:ea typeface="Be Vietnam Pro SemiBold"/>
                          <a:cs typeface="Be Vietnam Pro SemiBold"/>
                        </a:rPr>
                        <a:t>Lĩnh vực</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207D08"/>
                    </a:solidFill>
                  </a:tcPr>
                </a:tc>
                <a:tc>
                  <a:txBody>
                    <a:bodyPr wrap="square"/>
                    <a:lstStyle/>
                    <a:p>
                      <a:pPr algn="ctr"/>
                      <a:r>
                        <a:rPr sz="1200" b="0" i="0">
                          <a:solidFill>
                            <a:srgbClr val="FFFFFF"/>
                          </a:solidFill>
                          <a:latin typeface="Be Vietnam Pro SemiBold"/>
                          <a:ea typeface="Be Vietnam Pro SemiBold"/>
                          <a:cs typeface="Be Vietnam Pro SemiBold"/>
                        </a:rPr>
                        <a:t>Chương trình bồi dưỡng</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207D08"/>
                    </a:solidFill>
                  </a:tcPr>
                </a:tc>
                <a:tc>
                  <a:txBody>
                    <a:bodyPr wrap="square"/>
                    <a:lstStyle/>
                    <a:p>
                      <a:pPr algn="ctr"/>
                      <a:r>
                        <a:rPr sz="1200" b="0" i="0">
                          <a:solidFill>
                            <a:srgbClr val="FFFFFF"/>
                          </a:solidFill>
                          <a:latin typeface="Be Vietnam Pro SemiBold"/>
                          <a:ea typeface="Be Vietnam Pro SemiBold"/>
                          <a:cs typeface="Be Vietnam Pro SemiBold"/>
                        </a:rPr>
                        <a:t>Căn cứ pháp lý</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207D08"/>
                    </a:solidFill>
                  </a:tcPr>
                </a:tc>
              </a:tr>
              <a:tr h="600891">
                <a:tc>
                  <a:txBody>
                    <a:bodyPr wrap="square"/>
                    <a:lstStyle/>
                    <a:p>
                      <a:pPr algn="l"/>
                      <a:r>
                        <a:rPr sz="1150" b="0" i="0">
                          <a:solidFill>
                            <a:srgbClr val="0D2B1C"/>
                          </a:solidFill>
                          <a:latin typeface="Be Vietnam Pro SemiBold"/>
                          <a:ea typeface="Be Vietnam Pro SemiBold"/>
                          <a:cs typeface="Be Vietnam Pro SemiBold"/>
                        </a:rPr>
                        <a:t>Đường thủy nội địa</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c>
                  <a:txBody>
                    <a:bodyPr wrap="square"/>
                    <a:lstStyle/>
                    <a:p>
                      <a:pPr algn="ctr"/>
                      <a:r>
                        <a:rPr sz="1150" b="0" i="0">
                          <a:solidFill>
                            <a:srgbClr val="0D2B1C"/>
                          </a:solidFill>
                          <a:latin typeface="Be Vietnam Pro"/>
                          <a:ea typeface="Be Vietnam Pro"/>
                          <a:cs typeface="Be Vietnam Pro"/>
                        </a:rPr>
                        <a:t>Nghiệp vụ bảo đảm an toàn giao thông đường thủy nội địa</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c>
                  <a:txBody>
                    <a:bodyPr wrap="square"/>
                    <a:lstStyle/>
                    <a:p>
                      <a:pPr algn="ctr"/>
                      <a:r>
                        <a:rPr sz="1150" b="0" i="0">
                          <a:solidFill>
                            <a:srgbClr val="0D2B1C"/>
                          </a:solidFill>
                          <a:latin typeface="Be Vietnam Pro"/>
                          <a:ea typeface="Be Vietnam Pro"/>
                          <a:cs typeface="Be Vietnam Pro"/>
                        </a:rPr>
                        <a:t>Lĩnh vực khai thác vận tải thủy</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r>
              <a:tr h="600891">
                <a:tc>
                  <a:txBody>
                    <a:bodyPr wrap="square"/>
                    <a:lstStyle/>
                    <a:p>
                      <a:pPr algn="l"/>
                      <a:r>
                        <a:rPr sz="1150" b="0" i="0">
                          <a:solidFill>
                            <a:srgbClr val="0D2B1C"/>
                          </a:solidFill>
                          <a:latin typeface="Be Vietnam Pro SemiBold"/>
                          <a:ea typeface="Be Vietnam Pro SemiBold"/>
                          <a:cs typeface="Be Vietnam Pro SemiBold"/>
                        </a:rPr>
                        <a:t>Xây dựng</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c>
                  <a:txBody>
                    <a:bodyPr wrap="square"/>
                    <a:lstStyle/>
                    <a:p>
                      <a:pPr algn="ctr"/>
                      <a:r>
                        <a:rPr sz="1150" b="0" i="0">
                          <a:solidFill>
                            <a:srgbClr val="0D2B1C"/>
                          </a:solidFill>
                          <a:latin typeface="Be Vietnam Pro"/>
                          <a:ea typeface="Be Vietnam Pro"/>
                          <a:cs typeface="Be Vietnam Pro"/>
                        </a:rPr>
                        <a:t>Giám sát thi công xây dựng công trình · Chỉ huy trưởng công trình</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c>
                  <a:txBody>
                    <a:bodyPr wrap="square"/>
                    <a:lstStyle/>
                    <a:p>
                      <a:pPr algn="ctr"/>
                      <a:r>
                        <a:rPr sz="1150" b="0" i="0">
                          <a:solidFill>
                            <a:srgbClr val="0D2B1C"/>
                          </a:solidFill>
                          <a:latin typeface="Be Vietnam Pro"/>
                          <a:ea typeface="Be Vietnam Pro"/>
                          <a:cs typeface="Be Vietnam Pro"/>
                        </a:rPr>
                        <a:t>TT 25/2009/TT-BXD</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r>
              <a:tr h="600891">
                <a:tc>
                  <a:txBody>
                    <a:bodyPr wrap="square"/>
                    <a:lstStyle/>
                    <a:p>
                      <a:pPr algn="l"/>
                      <a:r>
                        <a:rPr sz="1150" b="0" i="0">
                          <a:solidFill>
                            <a:srgbClr val="0D2B1C"/>
                          </a:solidFill>
                          <a:latin typeface="Be Vietnam Pro SemiBold"/>
                          <a:ea typeface="Be Vietnam Pro SemiBold"/>
                          <a:cs typeface="Be Vietnam Pro SemiBold"/>
                        </a:rPr>
                        <a:t>An toàn, vệ sinh lao động</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c>
                  <a:txBody>
                    <a:bodyPr wrap="square"/>
                    <a:lstStyle/>
                    <a:p>
                      <a:pPr algn="ctr"/>
                      <a:r>
                        <a:rPr sz="1150" b="0" i="0">
                          <a:solidFill>
                            <a:srgbClr val="0D2B1C"/>
                          </a:solidFill>
                          <a:latin typeface="Be Vietnam Pro"/>
                          <a:ea typeface="Be Vietnam Pro"/>
                          <a:cs typeface="Be Vietnam Pro"/>
                        </a:rPr>
                        <a:t>Huấn luyện nhóm 1 – 6</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c>
                  <a:txBody>
                    <a:bodyPr wrap="square"/>
                    <a:lstStyle/>
                    <a:p>
                      <a:pPr algn="ctr"/>
                      <a:r>
                        <a:rPr sz="1150" b="0" i="0">
                          <a:solidFill>
                            <a:srgbClr val="0D2B1C"/>
                          </a:solidFill>
                          <a:latin typeface="Be Vietnam Pro"/>
                          <a:ea typeface="Be Vietnam Pro"/>
                          <a:cs typeface="Be Vietnam Pro"/>
                        </a:rPr>
                        <a:t>NĐ 44/2016, NĐ 140/2018/NĐ-CP</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r>
              <a:tr h="600891">
                <a:tc>
                  <a:txBody>
                    <a:bodyPr wrap="square"/>
                    <a:lstStyle/>
                    <a:p>
                      <a:pPr algn="l"/>
                      <a:r>
                        <a:rPr sz="1150" b="0" i="0">
                          <a:solidFill>
                            <a:srgbClr val="0D2B1C"/>
                          </a:solidFill>
                          <a:latin typeface="Be Vietnam Pro SemiBold"/>
                          <a:ea typeface="Be Vietnam Pro SemiBold"/>
                          <a:cs typeface="Be Vietnam Pro SemiBold"/>
                        </a:rPr>
                        <a:t>Sơ cấp cứu</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c>
                  <a:txBody>
                    <a:bodyPr wrap="square"/>
                    <a:lstStyle/>
                    <a:p>
                      <a:pPr algn="ctr"/>
                      <a:r>
                        <a:rPr sz="1150" b="0" i="0">
                          <a:solidFill>
                            <a:srgbClr val="0D2B1C"/>
                          </a:solidFill>
                          <a:latin typeface="Be Vietnam Pro"/>
                          <a:ea typeface="Be Vietnam Pro"/>
                          <a:cs typeface="Be Vietnam Pro"/>
                        </a:rPr>
                        <a:t>Huấn luyện sơ cấp cứu tại nơi làm việc</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c>
                  <a:txBody>
                    <a:bodyPr wrap="square"/>
                    <a:lstStyle/>
                    <a:p>
                      <a:pPr algn="ctr"/>
                      <a:r>
                        <a:rPr sz="1150" b="0" i="0">
                          <a:solidFill>
                            <a:srgbClr val="0D2B1C"/>
                          </a:solidFill>
                          <a:latin typeface="Be Vietnam Pro"/>
                          <a:ea typeface="Be Vietnam Pro"/>
                          <a:cs typeface="Be Vietnam Pro"/>
                        </a:rPr>
                        <a:t>TT 19/2016/TT-BYT</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r>
              <a:tr h="600891">
                <a:tc>
                  <a:txBody>
                    <a:bodyPr wrap="square"/>
                    <a:lstStyle/>
                    <a:p>
                      <a:pPr algn="l"/>
                      <a:r>
                        <a:rPr sz="1150" b="0" i="0">
                          <a:solidFill>
                            <a:srgbClr val="0D2B1C"/>
                          </a:solidFill>
                          <a:latin typeface="Be Vietnam Pro SemiBold"/>
                          <a:ea typeface="Be Vietnam Pro SemiBold"/>
                          <a:cs typeface="Be Vietnam Pro SemiBold"/>
                        </a:rPr>
                        <a:t>An toàn điện · Hóa chất</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c>
                  <a:txBody>
                    <a:bodyPr wrap="square"/>
                    <a:lstStyle/>
                    <a:p>
                      <a:pPr algn="ctr"/>
                      <a:r>
                        <a:rPr sz="1150" b="0" i="0">
                          <a:solidFill>
                            <a:srgbClr val="0D2B1C"/>
                          </a:solidFill>
                          <a:latin typeface="Be Vietnam Pro"/>
                          <a:ea typeface="Be Vietnam Pro"/>
                          <a:cs typeface="Be Vietnam Pro"/>
                        </a:rPr>
                        <a:t>Huấn luyện an toàn điện, an toàn hóa chất</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c>
                  <a:txBody>
                    <a:bodyPr wrap="square"/>
                    <a:lstStyle/>
                    <a:p>
                      <a:pPr algn="ctr"/>
                      <a:r>
                        <a:rPr sz="1150" b="0" i="0">
                          <a:solidFill>
                            <a:srgbClr val="0D2B1C"/>
                          </a:solidFill>
                          <a:latin typeface="Be Vietnam Pro"/>
                          <a:ea typeface="Be Vietnam Pro"/>
                          <a:cs typeface="Be Vietnam Pro"/>
                        </a:rPr>
                        <a:t>TT 05/2021/TT-BCT · NĐ 113/2017</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FFFFFF"/>
                    </a:solidFill>
                  </a:tcPr>
                </a:tc>
              </a:tr>
              <a:tr h="600891">
                <a:tc>
                  <a:txBody>
                    <a:bodyPr wrap="square"/>
                    <a:lstStyle/>
                    <a:p>
                      <a:pPr algn="l"/>
                      <a:r>
                        <a:rPr sz="1150" b="0" i="0">
                          <a:solidFill>
                            <a:srgbClr val="0D2B1C"/>
                          </a:solidFill>
                          <a:latin typeface="Be Vietnam Pro SemiBold"/>
                          <a:ea typeface="Be Vietnam Pro SemiBold"/>
                          <a:cs typeface="Be Vietnam Pro SemiBold"/>
                        </a:rPr>
                        <a:t>Giáo dục nghề nghiệp</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c>
                  <a:txBody>
                    <a:bodyPr wrap="square"/>
                    <a:lstStyle/>
                    <a:p>
                      <a:pPr algn="ctr"/>
                      <a:r>
                        <a:rPr sz="1150" b="0" i="0">
                          <a:solidFill>
                            <a:srgbClr val="0D2B1C"/>
                          </a:solidFill>
                          <a:latin typeface="Be Vietnam Pro"/>
                          <a:ea typeface="Be Vietnam Pro"/>
                          <a:cs typeface="Be Vietnam Pro"/>
                        </a:rPr>
                        <a:t>Bồi dưỡng nghiệp vụ, kỹ năng nghề</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c>
                  <a:txBody>
                    <a:bodyPr wrap="square"/>
                    <a:lstStyle/>
                    <a:p>
                      <a:pPr algn="ctr"/>
                      <a:r>
                        <a:rPr sz="1150" b="0" i="0">
                          <a:solidFill>
                            <a:srgbClr val="0D2B1C"/>
                          </a:solidFill>
                          <a:latin typeface="Be Vietnam Pro"/>
                          <a:ea typeface="Be Vietnam Pro"/>
                          <a:cs typeface="Be Vietnam Pro"/>
                        </a:rPr>
                        <a:t>TT 42, 43/2015/TT-BLĐTBXH</a:t>
                      </a:r>
                    </a:p>
                  </a:txBody>
                  <a:tcPr marL="91440" marR="91440" marT="27432" marB="27432" anchor="ctr">
                    <a:lnL w="9525">
                      <a:solidFill>
                        <a:srgbClr val="D4E4CC"/>
                      </a:solidFill>
                    </a:lnL>
                    <a:lnR w="9525">
                      <a:solidFill>
                        <a:srgbClr val="D4E4CC"/>
                      </a:solidFill>
                    </a:lnR>
                    <a:lnT w="9525">
                      <a:solidFill>
                        <a:srgbClr val="D4E4CC"/>
                      </a:solidFill>
                    </a:lnT>
                    <a:lnB w="9525">
                      <a:solidFill>
                        <a:srgbClr val="D4E4CC"/>
                      </a:solidFill>
                    </a:lnB>
                    <a:solidFill>
                      <a:srgbClr val="E4F2DA"/>
                    </a:solidFill>
                  </a:tcPr>
                </a:tc>
              </a:tr>
            </a:tbl>
          </a:graphicData>
        </a:graphic>
      </p:graphicFrame>
      <p:sp>
        <p:nvSpPr>
          <p:cNvPr id="12" name="TextBox 11"/>
          <p:cNvSpPr txBox="1"/>
          <p:nvPr/>
        </p:nvSpPr>
        <p:spPr>
          <a:xfrm>
            <a:off x="548640" y="6126480"/>
            <a:ext cx="11094415" cy="320040"/>
          </a:xfrm>
          <a:prstGeom prst="rect">
            <a:avLst/>
          </a:prstGeom>
          <a:noFill/>
        </p:spPr>
        <p:txBody>
          <a:bodyPr wrap="square" lIns="0" rIns="0" tIns="0" bIns="0" anchor="t">
            <a:noAutofit/>
          </a:bodyPr>
          <a:lstStyle/>
          <a:p>
            <a:pPr algn="l"/>
            <a:r>
              <a:rPr sz="950" b="0" i="1">
                <a:solidFill>
                  <a:srgbClr val="86988C"/>
                </a:solidFill>
                <a:latin typeface="Be Vietnam Pro"/>
                <a:ea typeface="Be Vietnam Pro"/>
                <a:cs typeface="Be Vietnam Pro"/>
              </a:rPr>
              <a:t>Chứng nhận có số hiệu, số vào sổ; tra cứu, xác thực trực tuyến.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22" presetClass="entr" presetSubtype="1"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wipe(up)">
                                      <p:cBhvr>
                                        <p:cTn id="28" dur="900"/>
                                        <p:tgtEl>
                                          <p:spTgt spid="11"/>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10" presetClass="entr" presetSubtype="0" fill="hold" grpId="0" nodeType="withEffect">
                                  <p:stCondLst>
                                    <p:cond delay="110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Graphic spid="11" grpId="0">
        <p:bldAsOne/>
      </p:bldGraphic>
      <p:bldP spid="10" grpId="0" animBg="1"/>
      <p:bldP spid="1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30710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94134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ĐÀO TẠO</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HUẤN LUYỆN AN TOÀN, VỆ SINH LAO ĐỘNG</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6 nhóm đối tượng theo NĐ 44/2016/NĐ-CP và NĐ 140/2018/NĐ-CP · triển khai cùng DAKO Marine Technology</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11</a:t>
            </a:r>
          </a:p>
        </p:txBody>
      </p:sp>
      <p:sp>
        <p:nvSpPr>
          <p:cNvPr id="11" name="Rounded Rectangle 10"/>
          <p:cNvSpPr/>
          <p:nvPr/>
        </p:nvSpPr>
        <p:spPr>
          <a:xfrm>
            <a:off x="548640" y="1783080"/>
            <a:ext cx="3545738" cy="2217420"/>
          </a:xfrm>
          <a:prstGeom prst="roundRect">
            <a:avLst>
              <a:gd name="adj" fmla="val 577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2" name="Picture 11" descr="group_73.jpg"/>
          <p:cNvPicPr>
            <a:picLocks noChangeAspect="1"/>
          </p:cNvPicPr>
          <p:nvPr/>
        </p:nvPicPr>
        <p:blipFill>
          <a:blip r:embed="rId4"/>
          <a:srcRect t="21767" b="21767"/>
          <a:stretch>
            <a:fillRect/>
          </a:stretch>
        </p:blipFill>
        <p:spPr>
          <a:xfrm>
            <a:off x="548640" y="1783080"/>
            <a:ext cx="3545738" cy="1286104"/>
          </a:xfrm>
          <a:prstGeom prst="round2SameRect">
            <a:avLst>
              <a:gd name="adj1" fmla="val 9953"/>
              <a:gd name="adj2" fmla="val 0"/>
            </a:avLst>
          </a:prstGeom>
        </p:spPr>
      </p:pic>
      <p:sp>
        <p:nvSpPr>
          <p:cNvPr id="13" name="Rounded Rectangle 12"/>
          <p:cNvSpPr/>
          <p:nvPr/>
        </p:nvSpPr>
        <p:spPr>
          <a:xfrm>
            <a:off x="685800" y="1920240"/>
            <a:ext cx="732776"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Nhóm 1</a:t>
            </a:r>
          </a:p>
        </p:txBody>
      </p:sp>
      <p:sp>
        <p:nvSpPr>
          <p:cNvPr id="14" name="TextBox 13"/>
          <p:cNvSpPr txBox="1"/>
          <p:nvPr/>
        </p:nvSpPr>
        <p:spPr>
          <a:xfrm>
            <a:off x="731520" y="3178912"/>
            <a:ext cx="3179978" cy="384048"/>
          </a:xfrm>
          <a:prstGeom prst="rect">
            <a:avLst/>
          </a:prstGeom>
          <a:noFill/>
        </p:spPr>
        <p:txBody>
          <a:bodyPr wrap="square" lIns="0" rIns="0" tIns="0" bIns="0" anchor="ctr">
            <a:noAutofit/>
          </a:bodyPr>
          <a:lstStyle/>
          <a:p>
            <a:pPr algn="l">
              <a:lnSpc>
                <a:spcPct val="100000"/>
              </a:lnSpc>
            </a:pPr>
            <a:r>
              <a:rPr sz="1250" b="1" i="0">
                <a:solidFill>
                  <a:srgbClr val="0D2B1C"/>
                </a:solidFill>
                <a:latin typeface="Be Vietnam Pro"/>
                <a:ea typeface="Be Vietnam Pro"/>
                <a:cs typeface="Be Vietnam Pro"/>
              </a:rPr>
              <a:t>Quản lý, chỉ huy sản xuất</a:t>
            </a:r>
          </a:p>
        </p:txBody>
      </p:sp>
      <p:sp>
        <p:nvSpPr>
          <p:cNvPr id="15" name="TextBox 14"/>
          <p:cNvSpPr txBox="1"/>
          <p:nvPr/>
        </p:nvSpPr>
        <p:spPr>
          <a:xfrm>
            <a:off x="731520" y="3590392"/>
            <a:ext cx="3179978" cy="382676"/>
          </a:xfrm>
          <a:prstGeom prst="rect">
            <a:avLst/>
          </a:prstGeom>
          <a:noFill/>
        </p:spPr>
        <p:txBody>
          <a:bodyPr wrap="square" lIns="0" rIns="0" tIns="0" bIns="0" anchor="t">
            <a:noAutofit/>
          </a:bodyPr>
          <a:lstStyle/>
          <a:p>
            <a:pPr algn="l">
              <a:lnSpc>
                <a:spcPct val="115000"/>
              </a:lnSpc>
              <a:spcAft>
                <a:spcPts val="0"/>
              </a:spcAft>
            </a:pPr>
            <a:r>
              <a:rPr sz="1000" b="0" i="0">
                <a:solidFill>
                  <a:srgbClr val="465A4D"/>
                </a:solidFill>
                <a:latin typeface="Be Vietnam Pro"/>
                <a:ea typeface="Be Vietnam Pro"/>
                <a:cs typeface="Be Vietnam Pro"/>
              </a:rPr>
              <a:t>Chuẩn hóa hệ thống quản lý ATLĐ, nâng cao hiệu quả sản xuất.</a:t>
            </a:r>
          </a:p>
        </p:txBody>
      </p:sp>
      <p:sp>
        <p:nvSpPr>
          <p:cNvPr id="16" name="Rounded Rectangle 15"/>
          <p:cNvSpPr/>
          <p:nvPr/>
        </p:nvSpPr>
        <p:spPr>
          <a:xfrm>
            <a:off x="4322978" y="1783080"/>
            <a:ext cx="3545738" cy="2217420"/>
          </a:xfrm>
          <a:prstGeom prst="roundRect">
            <a:avLst>
              <a:gd name="adj" fmla="val 577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7" name="Picture 16" descr="group_75.jpg"/>
          <p:cNvPicPr>
            <a:picLocks noChangeAspect="1"/>
          </p:cNvPicPr>
          <p:nvPr/>
        </p:nvPicPr>
        <p:blipFill>
          <a:blip r:embed="rId5"/>
          <a:srcRect t="21767" b="21767"/>
          <a:stretch>
            <a:fillRect/>
          </a:stretch>
        </p:blipFill>
        <p:spPr>
          <a:xfrm>
            <a:off x="4322978" y="1783080"/>
            <a:ext cx="3545738" cy="1286104"/>
          </a:xfrm>
          <a:prstGeom prst="round2SameRect">
            <a:avLst>
              <a:gd name="adj1" fmla="val 9953"/>
              <a:gd name="adj2" fmla="val 0"/>
            </a:avLst>
          </a:prstGeom>
        </p:spPr>
      </p:pic>
      <p:sp>
        <p:nvSpPr>
          <p:cNvPr id="18" name="Rounded Rectangle 17"/>
          <p:cNvSpPr/>
          <p:nvPr/>
        </p:nvSpPr>
        <p:spPr>
          <a:xfrm>
            <a:off x="4460138" y="1920240"/>
            <a:ext cx="760776"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Nhóm 2</a:t>
            </a:r>
          </a:p>
        </p:txBody>
      </p:sp>
      <p:sp>
        <p:nvSpPr>
          <p:cNvPr id="19" name="TextBox 18"/>
          <p:cNvSpPr txBox="1"/>
          <p:nvPr/>
        </p:nvSpPr>
        <p:spPr>
          <a:xfrm>
            <a:off x="4505858" y="3178912"/>
            <a:ext cx="3179978" cy="384048"/>
          </a:xfrm>
          <a:prstGeom prst="rect">
            <a:avLst/>
          </a:prstGeom>
          <a:noFill/>
        </p:spPr>
        <p:txBody>
          <a:bodyPr wrap="square" lIns="0" rIns="0" tIns="0" bIns="0" anchor="ctr">
            <a:noAutofit/>
          </a:bodyPr>
          <a:lstStyle/>
          <a:p>
            <a:pPr algn="l">
              <a:lnSpc>
                <a:spcPct val="100000"/>
              </a:lnSpc>
            </a:pPr>
            <a:r>
              <a:rPr sz="1250" b="1" i="0">
                <a:solidFill>
                  <a:srgbClr val="0D2B1C"/>
                </a:solidFill>
                <a:latin typeface="Be Vietnam Pro"/>
                <a:ea typeface="Be Vietnam Pro"/>
                <a:cs typeface="Be Vietnam Pro"/>
              </a:rPr>
              <a:t>Người làm công tác ATVSLĐ</a:t>
            </a:r>
          </a:p>
        </p:txBody>
      </p:sp>
      <p:sp>
        <p:nvSpPr>
          <p:cNvPr id="20" name="TextBox 19"/>
          <p:cNvSpPr txBox="1"/>
          <p:nvPr/>
        </p:nvSpPr>
        <p:spPr>
          <a:xfrm>
            <a:off x="4505858" y="3590392"/>
            <a:ext cx="3179978" cy="382676"/>
          </a:xfrm>
          <a:prstGeom prst="rect">
            <a:avLst/>
          </a:prstGeom>
          <a:noFill/>
        </p:spPr>
        <p:txBody>
          <a:bodyPr wrap="square" lIns="0" rIns="0" tIns="0" bIns="0" anchor="t">
            <a:noAutofit/>
          </a:bodyPr>
          <a:lstStyle/>
          <a:p>
            <a:pPr algn="l">
              <a:lnSpc>
                <a:spcPct val="115000"/>
              </a:lnSpc>
              <a:spcAft>
                <a:spcPts val="0"/>
              </a:spcAft>
            </a:pPr>
            <a:r>
              <a:rPr sz="1000" b="0" i="0">
                <a:solidFill>
                  <a:srgbClr val="465A4D"/>
                </a:solidFill>
                <a:latin typeface="Be Vietnam Pro"/>
                <a:ea typeface="Be Vietnam Pro"/>
                <a:cs typeface="Be Vietnam Pro"/>
              </a:rPr>
              <a:t>Vững chuyên môn, chủ động kiểm soát rủi ro tại hiện trường.</a:t>
            </a:r>
          </a:p>
        </p:txBody>
      </p:sp>
      <p:sp>
        <p:nvSpPr>
          <p:cNvPr id="21" name="Rounded Rectangle 20"/>
          <p:cNvSpPr/>
          <p:nvPr/>
        </p:nvSpPr>
        <p:spPr>
          <a:xfrm>
            <a:off x="8097317" y="1783080"/>
            <a:ext cx="3545738" cy="2217420"/>
          </a:xfrm>
          <a:prstGeom prst="roundRect">
            <a:avLst>
              <a:gd name="adj" fmla="val 577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2" name="Picture 21" descr="group_77.jpg"/>
          <p:cNvPicPr>
            <a:picLocks noChangeAspect="1"/>
          </p:cNvPicPr>
          <p:nvPr/>
        </p:nvPicPr>
        <p:blipFill>
          <a:blip r:embed="rId6"/>
          <a:srcRect t="21820" b="21820"/>
          <a:stretch>
            <a:fillRect/>
          </a:stretch>
        </p:blipFill>
        <p:spPr>
          <a:xfrm>
            <a:off x="8097317" y="1783080"/>
            <a:ext cx="3545738" cy="1286104"/>
          </a:xfrm>
          <a:prstGeom prst="round2SameRect">
            <a:avLst>
              <a:gd name="adj1" fmla="val 9953"/>
              <a:gd name="adj2" fmla="val 0"/>
            </a:avLst>
          </a:prstGeom>
        </p:spPr>
      </p:pic>
      <p:sp>
        <p:nvSpPr>
          <p:cNvPr id="23" name="Rounded Rectangle 22"/>
          <p:cNvSpPr/>
          <p:nvPr/>
        </p:nvSpPr>
        <p:spPr>
          <a:xfrm>
            <a:off x="8234477" y="1920240"/>
            <a:ext cx="762373"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Nhóm 3</a:t>
            </a:r>
          </a:p>
        </p:txBody>
      </p:sp>
      <p:sp>
        <p:nvSpPr>
          <p:cNvPr id="24" name="TextBox 23"/>
          <p:cNvSpPr txBox="1"/>
          <p:nvPr/>
        </p:nvSpPr>
        <p:spPr>
          <a:xfrm>
            <a:off x="8280197" y="3178912"/>
            <a:ext cx="3179978" cy="384048"/>
          </a:xfrm>
          <a:prstGeom prst="rect">
            <a:avLst/>
          </a:prstGeom>
          <a:noFill/>
        </p:spPr>
        <p:txBody>
          <a:bodyPr wrap="square" lIns="0" rIns="0" tIns="0" bIns="0" anchor="ctr">
            <a:noAutofit/>
          </a:bodyPr>
          <a:lstStyle/>
          <a:p>
            <a:pPr algn="l">
              <a:lnSpc>
                <a:spcPct val="100000"/>
              </a:lnSpc>
            </a:pPr>
            <a:r>
              <a:rPr sz="1250" b="1" i="0">
                <a:solidFill>
                  <a:srgbClr val="0D2B1C"/>
                </a:solidFill>
                <a:latin typeface="Be Vietnam Pro"/>
                <a:ea typeface="Be Vietnam Pro"/>
                <a:cs typeface="Be Vietnam Pro"/>
              </a:rPr>
              <a:t>Công việc yêu cầu nghiêm ngặt</a:t>
            </a:r>
          </a:p>
        </p:txBody>
      </p:sp>
      <p:sp>
        <p:nvSpPr>
          <p:cNvPr id="25" name="TextBox 24"/>
          <p:cNvSpPr txBox="1"/>
          <p:nvPr/>
        </p:nvSpPr>
        <p:spPr>
          <a:xfrm>
            <a:off x="8280197" y="3590392"/>
            <a:ext cx="3179978" cy="382676"/>
          </a:xfrm>
          <a:prstGeom prst="rect">
            <a:avLst/>
          </a:prstGeom>
          <a:noFill/>
        </p:spPr>
        <p:txBody>
          <a:bodyPr wrap="square" lIns="0" rIns="0" tIns="0" bIns="0" anchor="t">
            <a:noAutofit/>
          </a:bodyPr>
          <a:lstStyle/>
          <a:p>
            <a:pPr algn="l">
              <a:lnSpc>
                <a:spcPct val="115000"/>
              </a:lnSpc>
              <a:spcAft>
                <a:spcPts val="0"/>
              </a:spcAft>
            </a:pPr>
            <a:r>
              <a:rPr sz="1000" b="0" i="0">
                <a:solidFill>
                  <a:srgbClr val="465A4D"/>
                </a:solidFill>
                <a:latin typeface="Be Vietnam Pro"/>
                <a:ea typeface="Be Vietnam Pro"/>
                <a:cs typeface="Be Vietnam Pro"/>
              </a:rPr>
              <a:t>Vận hành an toàn thiết bị, môi trường đặc thù.</a:t>
            </a:r>
          </a:p>
        </p:txBody>
      </p:sp>
      <p:sp>
        <p:nvSpPr>
          <p:cNvPr id="26" name="Rounded Rectangle 25"/>
          <p:cNvSpPr/>
          <p:nvPr/>
        </p:nvSpPr>
        <p:spPr>
          <a:xfrm>
            <a:off x="548640" y="4229100"/>
            <a:ext cx="3545738" cy="2217420"/>
          </a:xfrm>
          <a:prstGeom prst="roundRect">
            <a:avLst>
              <a:gd name="adj" fmla="val 577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7" name="Picture 26" descr="group_79.jpg"/>
          <p:cNvPicPr>
            <a:picLocks noChangeAspect="1"/>
          </p:cNvPicPr>
          <p:nvPr/>
        </p:nvPicPr>
        <p:blipFill>
          <a:blip r:embed="rId7"/>
          <a:srcRect t="21767" b="21767"/>
          <a:stretch>
            <a:fillRect/>
          </a:stretch>
        </p:blipFill>
        <p:spPr>
          <a:xfrm>
            <a:off x="548640" y="4229100"/>
            <a:ext cx="3545738" cy="1286104"/>
          </a:xfrm>
          <a:prstGeom prst="round2SameRect">
            <a:avLst>
              <a:gd name="adj1" fmla="val 9953"/>
              <a:gd name="adj2" fmla="val 0"/>
            </a:avLst>
          </a:prstGeom>
        </p:spPr>
      </p:pic>
      <p:sp>
        <p:nvSpPr>
          <p:cNvPr id="28" name="Rounded Rectangle 27"/>
          <p:cNvSpPr/>
          <p:nvPr/>
        </p:nvSpPr>
        <p:spPr>
          <a:xfrm>
            <a:off x="685800" y="4366260"/>
            <a:ext cx="767175"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Nhóm 4</a:t>
            </a:r>
          </a:p>
        </p:txBody>
      </p:sp>
      <p:sp>
        <p:nvSpPr>
          <p:cNvPr id="29" name="TextBox 28"/>
          <p:cNvSpPr txBox="1"/>
          <p:nvPr/>
        </p:nvSpPr>
        <p:spPr>
          <a:xfrm>
            <a:off x="731520" y="5624932"/>
            <a:ext cx="3179978" cy="384048"/>
          </a:xfrm>
          <a:prstGeom prst="rect">
            <a:avLst/>
          </a:prstGeom>
          <a:noFill/>
        </p:spPr>
        <p:txBody>
          <a:bodyPr wrap="square" lIns="0" rIns="0" tIns="0" bIns="0" anchor="ctr">
            <a:noAutofit/>
          </a:bodyPr>
          <a:lstStyle/>
          <a:p>
            <a:pPr algn="l">
              <a:lnSpc>
                <a:spcPct val="100000"/>
              </a:lnSpc>
            </a:pPr>
            <a:r>
              <a:rPr sz="1250" b="1" i="0">
                <a:solidFill>
                  <a:srgbClr val="0D2B1C"/>
                </a:solidFill>
                <a:latin typeface="Be Vietnam Pro"/>
                <a:ea typeface="Be Vietnam Pro"/>
                <a:cs typeface="Be Vietnam Pro"/>
              </a:rPr>
              <a:t>Người lao động khác</a:t>
            </a:r>
          </a:p>
        </p:txBody>
      </p:sp>
      <p:sp>
        <p:nvSpPr>
          <p:cNvPr id="30" name="TextBox 29"/>
          <p:cNvSpPr txBox="1"/>
          <p:nvPr/>
        </p:nvSpPr>
        <p:spPr>
          <a:xfrm>
            <a:off x="731520" y="6036412"/>
            <a:ext cx="3179978" cy="382676"/>
          </a:xfrm>
          <a:prstGeom prst="rect">
            <a:avLst/>
          </a:prstGeom>
          <a:noFill/>
        </p:spPr>
        <p:txBody>
          <a:bodyPr wrap="square" lIns="0" rIns="0" tIns="0" bIns="0" anchor="t">
            <a:noAutofit/>
          </a:bodyPr>
          <a:lstStyle/>
          <a:p>
            <a:pPr algn="l">
              <a:lnSpc>
                <a:spcPct val="115000"/>
              </a:lnSpc>
              <a:spcAft>
                <a:spcPts val="0"/>
              </a:spcAft>
            </a:pPr>
            <a:r>
              <a:rPr sz="1000" b="0" i="0">
                <a:solidFill>
                  <a:srgbClr val="465A4D"/>
                </a:solidFill>
                <a:latin typeface="Be Vietnam Pro"/>
                <a:ea typeface="Be Vietnam Pro"/>
                <a:cs typeface="Be Vietnam Pro"/>
              </a:rPr>
              <a:t>Chuẩn hóa hành vi an toàn, đáp ứng thanh tra, kiểm tra.</a:t>
            </a:r>
          </a:p>
        </p:txBody>
      </p:sp>
      <p:sp>
        <p:nvSpPr>
          <p:cNvPr id="31" name="Rounded Rectangle 30"/>
          <p:cNvSpPr/>
          <p:nvPr/>
        </p:nvSpPr>
        <p:spPr>
          <a:xfrm>
            <a:off x="4322978" y="4229100"/>
            <a:ext cx="3545738" cy="2217420"/>
          </a:xfrm>
          <a:prstGeom prst="roundRect">
            <a:avLst>
              <a:gd name="adj" fmla="val 577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2" name="Picture 31" descr="group_81.jpg"/>
          <p:cNvPicPr>
            <a:picLocks noChangeAspect="1"/>
          </p:cNvPicPr>
          <p:nvPr/>
        </p:nvPicPr>
        <p:blipFill>
          <a:blip r:embed="rId8"/>
          <a:srcRect t="21767" b="21767"/>
          <a:stretch>
            <a:fillRect/>
          </a:stretch>
        </p:blipFill>
        <p:spPr>
          <a:xfrm>
            <a:off x="4322978" y="4229100"/>
            <a:ext cx="3545738" cy="1286104"/>
          </a:xfrm>
          <a:prstGeom prst="round2SameRect">
            <a:avLst>
              <a:gd name="adj1" fmla="val 9953"/>
              <a:gd name="adj2" fmla="val 0"/>
            </a:avLst>
          </a:prstGeom>
        </p:spPr>
      </p:pic>
      <p:sp>
        <p:nvSpPr>
          <p:cNvPr id="33" name="Rounded Rectangle 32"/>
          <p:cNvSpPr/>
          <p:nvPr/>
        </p:nvSpPr>
        <p:spPr>
          <a:xfrm>
            <a:off x="4460138" y="4366260"/>
            <a:ext cx="762373"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Nhóm 5</a:t>
            </a:r>
          </a:p>
        </p:txBody>
      </p:sp>
      <p:sp>
        <p:nvSpPr>
          <p:cNvPr id="34" name="TextBox 33"/>
          <p:cNvSpPr txBox="1"/>
          <p:nvPr/>
        </p:nvSpPr>
        <p:spPr>
          <a:xfrm>
            <a:off x="4505858" y="5624932"/>
            <a:ext cx="3179978" cy="384048"/>
          </a:xfrm>
          <a:prstGeom prst="rect">
            <a:avLst/>
          </a:prstGeom>
          <a:noFill/>
        </p:spPr>
        <p:txBody>
          <a:bodyPr wrap="square" lIns="0" rIns="0" tIns="0" bIns="0" anchor="ctr">
            <a:noAutofit/>
          </a:bodyPr>
          <a:lstStyle/>
          <a:p>
            <a:pPr algn="l">
              <a:lnSpc>
                <a:spcPct val="100000"/>
              </a:lnSpc>
            </a:pPr>
            <a:r>
              <a:rPr sz="1250" b="1" i="0">
                <a:solidFill>
                  <a:srgbClr val="0D2B1C"/>
                </a:solidFill>
                <a:latin typeface="Be Vietnam Pro"/>
                <a:ea typeface="Be Vietnam Pro"/>
                <a:cs typeface="Be Vietnam Pro"/>
              </a:rPr>
              <a:t>Người làm công tác y tế</a:t>
            </a:r>
          </a:p>
        </p:txBody>
      </p:sp>
      <p:sp>
        <p:nvSpPr>
          <p:cNvPr id="35" name="TextBox 34"/>
          <p:cNvSpPr txBox="1"/>
          <p:nvPr/>
        </p:nvSpPr>
        <p:spPr>
          <a:xfrm>
            <a:off x="4505858" y="6036412"/>
            <a:ext cx="3179978" cy="382676"/>
          </a:xfrm>
          <a:prstGeom prst="rect">
            <a:avLst/>
          </a:prstGeom>
          <a:noFill/>
        </p:spPr>
        <p:txBody>
          <a:bodyPr wrap="square" lIns="0" rIns="0" tIns="0" bIns="0" anchor="t">
            <a:noAutofit/>
          </a:bodyPr>
          <a:lstStyle/>
          <a:p>
            <a:pPr algn="l">
              <a:lnSpc>
                <a:spcPct val="115000"/>
              </a:lnSpc>
              <a:spcAft>
                <a:spcPts val="0"/>
              </a:spcAft>
            </a:pPr>
            <a:r>
              <a:rPr sz="1000" b="0" i="0">
                <a:solidFill>
                  <a:srgbClr val="465A4D"/>
                </a:solidFill>
                <a:latin typeface="Be Vietnam Pro"/>
                <a:ea typeface="Be Vietnam Pro"/>
                <a:cs typeface="Be Vietnam Pro"/>
              </a:rPr>
              <a:t>Sơ cấp cứu, phòng chống TNLĐ và bệnh nghề nghiệp.</a:t>
            </a:r>
          </a:p>
        </p:txBody>
      </p:sp>
      <p:sp>
        <p:nvSpPr>
          <p:cNvPr id="36" name="Rounded Rectangle 35"/>
          <p:cNvSpPr/>
          <p:nvPr/>
        </p:nvSpPr>
        <p:spPr>
          <a:xfrm>
            <a:off x="8097317" y="4229100"/>
            <a:ext cx="3545738" cy="2217420"/>
          </a:xfrm>
          <a:prstGeom prst="roundRect">
            <a:avLst>
              <a:gd name="adj" fmla="val 577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7" name="Picture 36" descr="group_83.jpg"/>
          <p:cNvPicPr>
            <a:picLocks noChangeAspect="1"/>
          </p:cNvPicPr>
          <p:nvPr/>
        </p:nvPicPr>
        <p:blipFill>
          <a:blip r:embed="rId9"/>
          <a:srcRect t="21767" b="21767"/>
          <a:stretch>
            <a:fillRect/>
          </a:stretch>
        </p:blipFill>
        <p:spPr>
          <a:xfrm>
            <a:off x="8097317" y="4229100"/>
            <a:ext cx="3545738" cy="1286104"/>
          </a:xfrm>
          <a:prstGeom prst="round2SameRect">
            <a:avLst>
              <a:gd name="adj1" fmla="val 9953"/>
              <a:gd name="adj2" fmla="val 0"/>
            </a:avLst>
          </a:prstGeom>
        </p:spPr>
      </p:pic>
      <p:sp>
        <p:nvSpPr>
          <p:cNvPr id="38" name="Rounded Rectangle 37"/>
          <p:cNvSpPr/>
          <p:nvPr/>
        </p:nvSpPr>
        <p:spPr>
          <a:xfrm>
            <a:off x="8234477" y="4366260"/>
            <a:ext cx="764546" cy="274320"/>
          </a:xfrm>
          <a:prstGeom prst="roundRect">
            <a:avLst>
              <a:gd name="adj" fmla="val 50000"/>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45720" rIns="45720" tIns="0" bIns="0" wrap="square"/>
          <a:lstStyle/>
          <a:p>
            <a:pPr algn="ctr"/>
            <a:r>
              <a:rPr sz="900" b="0" i="0">
                <a:solidFill>
                  <a:srgbClr val="FFFFFF"/>
                </a:solidFill>
                <a:latin typeface="Be Vietnam Pro SemiBold"/>
                <a:ea typeface="Be Vietnam Pro SemiBold"/>
                <a:cs typeface="Be Vietnam Pro SemiBold"/>
              </a:rPr>
              <a:t>Nhóm 6</a:t>
            </a:r>
          </a:p>
        </p:txBody>
      </p:sp>
      <p:sp>
        <p:nvSpPr>
          <p:cNvPr id="39" name="TextBox 38"/>
          <p:cNvSpPr txBox="1"/>
          <p:nvPr/>
        </p:nvSpPr>
        <p:spPr>
          <a:xfrm>
            <a:off x="8280197" y="5624932"/>
            <a:ext cx="3179978" cy="384048"/>
          </a:xfrm>
          <a:prstGeom prst="rect">
            <a:avLst/>
          </a:prstGeom>
          <a:noFill/>
        </p:spPr>
        <p:txBody>
          <a:bodyPr wrap="square" lIns="0" rIns="0" tIns="0" bIns="0" anchor="ctr">
            <a:noAutofit/>
          </a:bodyPr>
          <a:lstStyle/>
          <a:p>
            <a:pPr algn="l">
              <a:lnSpc>
                <a:spcPct val="100000"/>
              </a:lnSpc>
            </a:pPr>
            <a:r>
              <a:rPr sz="1250" b="1" i="0">
                <a:solidFill>
                  <a:srgbClr val="0D2B1C"/>
                </a:solidFill>
                <a:latin typeface="Be Vietnam Pro"/>
                <a:ea typeface="Be Vietnam Pro"/>
                <a:cs typeface="Be Vietnam Pro"/>
              </a:rPr>
              <a:t>An toàn, vệ sinh viên</a:t>
            </a:r>
          </a:p>
        </p:txBody>
      </p:sp>
      <p:sp>
        <p:nvSpPr>
          <p:cNvPr id="40" name="TextBox 39"/>
          <p:cNvSpPr txBox="1"/>
          <p:nvPr/>
        </p:nvSpPr>
        <p:spPr>
          <a:xfrm>
            <a:off x="8280197" y="6036412"/>
            <a:ext cx="3179978" cy="382676"/>
          </a:xfrm>
          <a:prstGeom prst="rect">
            <a:avLst/>
          </a:prstGeom>
          <a:noFill/>
        </p:spPr>
        <p:txBody>
          <a:bodyPr wrap="square" lIns="0" rIns="0" tIns="0" bIns="0" anchor="t">
            <a:noAutofit/>
          </a:bodyPr>
          <a:lstStyle/>
          <a:p>
            <a:pPr algn="l">
              <a:lnSpc>
                <a:spcPct val="115000"/>
              </a:lnSpc>
              <a:spcAft>
                <a:spcPts val="0"/>
              </a:spcAft>
            </a:pPr>
            <a:r>
              <a:rPr sz="1000" b="0" i="0">
                <a:solidFill>
                  <a:srgbClr val="465A4D"/>
                </a:solidFill>
                <a:latin typeface="Be Vietnam Pro"/>
                <a:ea typeface="Be Vietnam Pro"/>
                <a:cs typeface="Be Vietnam Pro"/>
              </a:rPr>
              <a:t>Nhận diện nguy cơ, xây dựng văn hóa an toàn.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42"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30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anim calcmode="lin" valueType="num">
                                      <p:cBhvr additive="base">
                                        <p:cTn id="44" dur="500" fill="hold"/>
                                        <p:tgtEl>
                                          <p:spTgt spid="14"/>
                                        </p:tgtEl>
                                        <p:attrNameLst>
                                          <p:attrName>ppt_x</p:attrName>
                                        </p:attrNameLst>
                                      </p:cBhvr>
                                      <p:tavLst>
                                        <p:tav tm="0">
                                          <p:val>
                                            <p:strVal val="#ppt_x"/>
                                          </p:val>
                                        </p:tav>
                                        <p:tav tm="100000">
                                          <p:val>
                                            <p:strVal val="#ppt_x"/>
                                          </p:val>
                                        </p:tav>
                                      </p:tavLst>
                                    </p:anim>
                                    <p:anim calcmode="lin" valueType="num">
                                      <p:cBhvr additive="base">
                                        <p:cTn id="45" dur="500" fill="hold"/>
                                        <p:tgtEl>
                                          <p:spTgt spid="14"/>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300"/>
                                  </p:stCondLst>
                                  <p:childTnLst>
                                    <p:set>
                                      <p:cBhvr>
                                        <p:cTn id="47" dur="1" fill="hold">
                                          <p:stCondLst>
                                            <p:cond delay="0"/>
                                          </p:stCondLst>
                                        </p:cTn>
                                        <p:tgtEl>
                                          <p:spTgt spid="15"/>
                                        </p:tgtEl>
                                        <p:attrNameLst>
                                          <p:attrName>style.visibility</p:attrName>
                                        </p:attrNameLst>
                                      </p:cBhvr>
                                      <p:to>
                                        <p:strVal val="visible"/>
                                      </p:to>
                                    </p:set>
                                    <p:animEffect transition="in" filter="fade">
                                      <p:cBhvr>
                                        <p:cTn id="48" dur="500"/>
                                        <p:tgtEl>
                                          <p:spTgt spid="15"/>
                                        </p:tgtEl>
                                      </p:cBhvr>
                                    </p:animEffect>
                                    <p:anim calcmode="lin" valueType="num">
                                      <p:cBhvr additive="base">
                                        <p:cTn id="49" dur="500" fill="hold"/>
                                        <p:tgtEl>
                                          <p:spTgt spid="15"/>
                                        </p:tgtEl>
                                        <p:attrNameLst>
                                          <p:attrName>ppt_x</p:attrName>
                                        </p:attrNameLst>
                                      </p:cBhvr>
                                      <p:tavLst>
                                        <p:tav tm="0">
                                          <p:val>
                                            <p:strVal val="#ppt_x"/>
                                          </p:val>
                                        </p:tav>
                                        <p:tav tm="100000">
                                          <p:val>
                                            <p:strVal val="#ppt_x"/>
                                          </p:val>
                                        </p:tav>
                                      </p:tavLst>
                                    </p:anim>
                                    <p:anim calcmode="lin" valueType="num">
                                      <p:cBhvr additive="base">
                                        <p:cTn id="50" dur="500" fill="hold"/>
                                        <p:tgtEl>
                                          <p:spTgt spid="15"/>
                                        </p:tgtEl>
                                        <p:attrNameLst>
                                          <p:attrName>ppt_y</p:attrName>
                                        </p:attrNameLst>
                                      </p:cBhvr>
                                      <p:tavLst>
                                        <p:tav tm="0">
                                          <p:val>
                                            <p:strVal val="#ppt_y+.06"/>
                                          </p:val>
                                        </p:tav>
                                        <p:tav tm="100000">
                                          <p:val>
                                            <p:strVal val="#ppt_y"/>
                                          </p:val>
                                        </p:tav>
                                      </p:tavLst>
                                    </p:anim>
                                  </p:childTnLst>
                                </p:cTn>
                              </p:par>
                              <p:par>
                                <p:cTn id="51" presetID="10" presetClass="entr" presetSubtype="0" fill="hold" grpId="0" nodeType="withEffect">
                                  <p:stCondLst>
                                    <p:cond delay="350"/>
                                  </p:stCondLst>
                                  <p:childTnLst>
                                    <p:set>
                                      <p:cBhvr>
                                        <p:cTn id="52" dur="1" fill="hold">
                                          <p:stCondLst>
                                            <p:cond delay="0"/>
                                          </p:stCondLst>
                                        </p:cTn>
                                        <p:tgtEl>
                                          <p:spTgt spid="10"/>
                                        </p:tgtEl>
                                        <p:attrNameLst>
                                          <p:attrName>style.visibility</p:attrName>
                                        </p:attrNameLst>
                                      </p:cBhvr>
                                      <p:to>
                                        <p:strVal val="visible"/>
                                      </p:to>
                                    </p:set>
                                    <p:animEffect transition="in" filter="fade">
                                      <p:cBhvr>
                                        <p:cTn id="53" dur="400"/>
                                        <p:tgtEl>
                                          <p:spTgt spid="10"/>
                                        </p:tgtEl>
                                      </p:cBhvr>
                                    </p:animEffect>
                                  </p:childTnLst>
                                </p:cTn>
                              </p:par>
                              <p:par>
                                <p:cTn id="54" presetID="42" presetClass="entr" presetSubtype="0" fill="hold" grpId="0" nodeType="withEffect">
                                  <p:stCondLst>
                                    <p:cond delay="42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42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anim calcmode="lin" valueType="num">
                                      <p:cBhvr additive="base">
                                        <p:cTn id="62" dur="500" fill="hold"/>
                                        <p:tgtEl>
                                          <p:spTgt spid="17"/>
                                        </p:tgtEl>
                                        <p:attrNameLst>
                                          <p:attrName>ppt_x</p:attrName>
                                        </p:attrNameLst>
                                      </p:cBhvr>
                                      <p:tavLst>
                                        <p:tav tm="0">
                                          <p:val>
                                            <p:strVal val="#ppt_x"/>
                                          </p:val>
                                        </p:tav>
                                        <p:tav tm="100000">
                                          <p:val>
                                            <p:strVal val="#ppt_x"/>
                                          </p:val>
                                        </p:tav>
                                      </p:tavLst>
                                    </p:anim>
                                    <p:anim calcmode="lin" valueType="num">
                                      <p:cBhvr additive="base">
                                        <p:cTn id="63" dur="50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42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42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anim calcmode="lin" valueType="num">
                                      <p:cBhvr additive="base">
                                        <p:cTn id="72" dur="500" fill="hold"/>
                                        <p:tgtEl>
                                          <p:spTgt spid="19"/>
                                        </p:tgtEl>
                                        <p:attrNameLst>
                                          <p:attrName>ppt_x</p:attrName>
                                        </p:attrNameLst>
                                      </p:cBhvr>
                                      <p:tavLst>
                                        <p:tav tm="0">
                                          <p:val>
                                            <p:strVal val="#ppt_x"/>
                                          </p:val>
                                        </p:tav>
                                        <p:tav tm="100000">
                                          <p:val>
                                            <p:strVal val="#ppt_x"/>
                                          </p:val>
                                        </p:tav>
                                      </p:tavLst>
                                    </p:anim>
                                    <p:anim calcmode="lin" valueType="num">
                                      <p:cBhvr additive="base">
                                        <p:cTn id="73" dur="50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42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54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anim calcmode="lin" valueType="num">
                                      <p:cBhvr additive="base">
                                        <p:cTn id="82" dur="500" fill="hold"/>
                                        <p:tgtEl>
                                          <p:spTgt spid="21"/>
                                        </p:tgtEl>
                                        <p:attrNameLst>
                                          <p:attrName>ppt_x</p:attrName>
                                        </p:attrNameLst>
                                      </p:cBhvr>
                                      <p:tavLst>
                                        <p:tav tm="0">
                                          <p:val>
                                            <p:strVal val="#ppt_x"/>
                                          </p:val>
                                        </p:tav>
                                        <p:tav tm="100000">
                                          <p:val>
                                            <p:strVal val="#ppt_x"/>
                                          </p:val>
                                        </p:tav>
                                      </p:tavLst>
                                    </p:anim>
                                    <p:anim calcmode="lin" valueType="num">
                                      <p:cBhvr additive="base">
                                        <p:cTn id="83" dur="50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54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additive="base">
                                        <p:cTn id="87" dur="500" fill="hold"/>
                                        <p:tgtEl>
                                          <p:spTgt spid="22"/>
                                        </p:tgtEl>
                                        <p:attrNameLst>
                                          <p:attrName>ppt_x</p:attrName>
                                        </p:attrNameLst>
                                      </p:cBhvr>
                                      <p:tavLst>
                                        <p:tav tm="0">
                                          <p:val>
                                            <p:strVal val="#ppt_x"/>
                                          </p:val>
                                        </p:tav>
                                        <p:tav tm="100000">
                                          <p:val>
                                            <p:strVal val="#ppt_x"/>
                                          </p:val>
                                        </p:tav>
                                      </p:tavLst>
                                    </p:anim>
                                    <p:anim calcmode="lin" valueType="num">
                                      <p:cBhvr additive="base">
                                        <p:cTn id="88" dur="50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54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ppt_x</p:attrName>
                                        </p:attrNameLst>
                                      </p:cBhvr>
                                      <p:tavLst>
                                        <p:tav tm="0">
                                          <p:val>
                                            <p:strVal val="#ppt_x"/>
                                          </p:val>
                                        </p:tav>
                                        <p:tav tm="100000">
                                          <p:val>
                                            <p:strVal val="#ppt_x"/>
                                          </p:val>
                                        </p:tav>
                                      </p:tavLst>
                                    </p:anim>
                                    <p:anim calcmode="lin" valueType="num">
                                      <p:cBhvr additive="base">
                                        <p:cTn id="93" dur="50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54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anim calcmode="lin" valueType="num">
                                      <p:cBhvr additive="base">
                                        <p:cTn id="97" dur="500" fill="hold"/>
                                        <p:tgtEl>
                                          <p:spTgt spid="24"/>
                                        </p:tgtEl>
                                        <p:attrNameLst>
                                          <p:attrName>ppt_x</p:attrName>
                                        </p:attrNameLst>
                                      </p:cBhvr>
                                      <p:tavLst>
                                        <p:tav tm="0">
                                          <p:val>
                                            <p:strVal val="#ppt_x"/>
                                          </p:val>
                                        </p:tav>
                                        <p:tav tm="100000">
                                          <p:val>
                                            <p:strVal val="#ppt_x"/>
                                          </p:val>
                                        </p:tav>
                                      </p:tavLst>
                                    </p:anim>
                                    <p:anim calcmode="lin" valueType="num">
                                      <p:cBhvr additive="base">
                                        <p:cTn id="98" dur="50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54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anim calcmode="lin" valueType="num">
                                      <p:cBhvr additive="base">
                                        <p:cTn id="102" dur="500" fill="hold"/>
                                        <p:tgtEl>
                                          <p:spTgt spid="25"/>
                                        </p:tgtEl>
                                        <p:attrNameLst>
                                          <p:attrName>ppt_x</p:attrName>
                                        </p:attrNameLst>
                                      </p:cBhvr>
                                      <p:tavLst>
                                        <p:tav tm="0">
                                          <p:val>
                                            <p:strVal val="#ppt_x"/>
                                          </p:val>
                                        </p:tav>
                                        <p:tav tm="100000">
                                          <p:val>
                                            <p:strVal val="#ppt_x"/>
                                          </p:val>
                                        </p:tav>
                                      </p:tavLst>
                                    </p:anim>
                                    <p:anim calcmode="lin" valueType="num">
                                      <p:cBhvr additive="base">
                                        <p:cTn id="103" dur="50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66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anim calcmode="lin" valueType="num">
                                      <p:cBhvr additive="base">
                                        <p:cTn id="107" dur="500" fill="hold"/>
                                        <p:tgtEl>
                                          <p:spTgt spid="26"/>
                                        </p:tgtEl>
                                        <p:attrNameLst>
                                          <p:attrName>ppt_x</p:attrName>
                                        </p:attrNameLst>
                                      </p:cBhvr>
                                      <p:tavLst>
                                        <p:tav tm="0">
                                          <p:val>
                                            <p:strVal val="#ppt_x"/>
                                          </p:val>
                                        </p:tav>
                                        <p:tav tm="100000">
                                          <p:val>
                                            <p:strVal val="#ppt_x"/>
                                          </p:val>
                                        </p:tav>
                                      </p:tavLst>
                                    </p:anim>
                                    <p:anim calcmode="lin" valueType="num">
                                      <p:cBhvr additive="base">
                                        <p:cTn id="108" dur="50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66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00"/>
                                        <p:tgtEl>
                                          <p:spTgt spid="27"/>
                                        </p:tgtEl>
                                      </p:cBhvr>
                                    </p:animEffect>
                                    <p:anim calcmode="lin" valueType="num">
                                      <p:cBhvr additive="base">
                                        <p:cTn id="112" dur="500" fill="hold"/>
                                        <p:tgtEl>
                                          <p:spTgt spid="27"/>
                                        </p:tgtEl>
                                        <p:attrNameLst>
                                          <p:attrName>ppt_x</p:attrName>
                                        </p:attrNameLst>
                                      </p:cBhvr>
                                      <p:tavLst>
                                        <p:tav tm="0">
                                          <p:val>
                                            <p:strVal val="#ppt_x"/>
                                          </p:val>
                                        </p:tav>
                                        <p:tav tm="100000">
                                          <p:val>
                                            <p:strVal val="#ppt_x"/>
                                          </p:val>
                                        </p:tav>
                                      </p:tavLst>
                                    </p:anim>
                                    <p:anim calcmode="lin" valueType="num">
                                      <p:cBhvr additive="base">
                                        <p:cTn id="113" dur="500" fill="hold"/>
                                        <p:tgtEl>
                                          <p:spTgt spid="27"/>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66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500"/>
                                        <p:tgtEl>
                                          <p:spTgt spid="28"/>
                                        </p:tgtEl>
                                      </p:cBhvr>
                                    </p:animEffect>
                                    <p:anim calcmode="lin" valueType="num">
                                      <p:cBhvr additive="base">
                                        <p:cTn id="117" dur="500" fill="hold"/>
                                        <p:tgtEl>
                                          <p:spTgt spid="28"/>
                                        </p:tgtEl>
                                        <p:attrNameLst>
                                          <p:attrName>ppt_x</p:attrName>
                                        </p:attrNameLst>
                                      </p:cBhvr>
                                      <p:tavLst>
                                        <p:tav tm="0">
                                          <p:val>
                                            <p:strVal val="#ppt_x"/>
                                          </p:val>
                                        </p:tav>
                                        <p:tav tm="100000">
                                          <p:val>
                                            <p:strVal val="#ppt_x"/>
                                          </p:val>
                                        </p:tav>
                                      </p:tavLst>
                                    </p:anim>
                                    <p:anim calcmode="lin" valueType="num">
                                      <p:cBhvr additive="base">
                                        <p:cTn id="118" dur="500" fill="hold"/>
                                        <p:tgtEl>
                                          <p:spTgt spid="28"/>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660"/>
                                  </p:stCondLst>
                                  <p:childTnLst>
                                    <p:set>
                                      <p:cBhvr>
                                        <p:cTn id="120" dur="1" fill="hold">
                                          <p:stCondLst>
                                            <p:cond delay="0"/>
                                          </p:stCondLst>
                                        </p:cTn>
                                        <p:tgtEl>
                                          <p:spTgt spid="29"/>
                                        </p:tgtEl>
                                        <p:attrNameLst>
                                          <p:attrName>style.visibility</p:attrName>
                                        </p:attrNameLst>
                                      </p:cBhvr>
                                      <p:to>
                                        <p:strVal val="visible"/>
                                      </p:to>
                                    </p:set>
                                    <p:animEffect transition="in" filter="fade">
                                      <p:cBhvr>
                                        <p:cTn id="121" dur="500"/>
                                        <p:tgtEl>
                                          <p:spTgt spid="29"/>
                                        </p:tgtEl>
                                      </p:cBhvr>
                                    </p:animEffect>
                                    <p:anim calcmode="lin" valueType="num">
                                      <p:cBhvr additive="base">
                                        <p:cTn id="122" dur="500" fill="hold"/>
                                        <p:tgtEl>
                                          <p:spTgt spid="29"/>
                                        </p:tgtEl>
                                        <p:attrNameLst>
                                          <p:attrName>ppt_x</p:attrName>
                                        </p:attrNameLst>
                                      </p:cBhvr>
                                      <p:tavLst>
                                        <p:tav tm="0">
                                          <p:val>
                                            <p:strVal val="#ppt_x"/>
                                          </p:val>
                                        </p:tav>
                                        <p:tav tm="100000">
                                          <p:val>
                                            <p:strVal val="#ppt_x"/>
                                          </p:val>
                                        </p:tav>
                                      </p:tavLst>
                                    </p:anim>
                                    <p:anim calcmode="lin" valueType="num">
                                      <p:cBhvr additive="base">
                                        <p:cTn id="123" dur="500" fill="hold"/>
                                        <p:tgtEl>
                                          <p:spTgt spid="29"/>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66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500"/>
                                        <p:tgtEl>
                                          <p:spTgt spid="30"/>
                                        </p:tgtEl>
                                      </p:cBhvr>
                                    </p:animEffect>
                                    <p:anim calcmode="lin" valueType="num">
                                      <p:cBhvr additive="base">
                                        <p:cTn id="127" dur="500" fill="hold"/>
                                        <p:tgtEl>
                                          <p:spTgt spid="30"/>
                                        </p:tgtEl>
                                        <p:attrNameLst>
                                          <p:attrName>ppt_x</p:attrName>
                                        </p:attrNameLst>
                                      </p:cBhvr>
                                      <p:tavLst>
                                        <p:tav tm="0">
                                          <p:val>
                                            <p:strVal val="#ppt_x"/>
                                          </p:val>
                                        </p:tav>
                                        <p:tav tm="100000">
                                          <p:val>
                                            <p:strVal val="#ppt_x"/>
                                          </p:val>
                                        </p:tav>
                                      </p:tavLst>
                                    </p:anim>
                                    <p:anim calcmode="lin" valueType="num">
                                      <p:cBhvr additive="base">
                                        <p:cTn id="128" dur="500" fill="hold"/>
                                        <p:tgtEl>
                                          <p:spTgt spid="30"/>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780"/>
                                  </p:stCondLst>
                                  <p:childTnLst>
                                    <p:set>
                                      <p:cBhvr>
                                        <p:cTn id="130" dur="1" fill="hold">
                                          <p:stCondLst>
                                            <p:cond delay="0"/>
                                          </p:stCondLst>
                                        </p:cTn>
                                        <p:tgtEl>
                                          <p:spTgt spid="31"/>
                                        </p:tgtEl>
                                        <p:attrNameLst>
                                          <p:attrName>style.visibility</p:attrName>
                                        </p:attrNameLst>
                                      </p:cBhvr>
                                      <p:to>
                                        <p:strVal val="visible"/>
                                      </p:to>
                                    </p:set>
                                    <p:animEffect transition="in" filter="fade">
                                      <p:cBhvr>
                                        <p:cTn id="131" dur="500"/>
                                        <p:tgtEl>
                                          <p:spTgt spid="31"/>
                                        </p:tgtEl>
                                      </p:cBhvr>
                                    </p:animEffect>
                                    <p:anim calcmode="lin" valueType="num">
                                      <p:cBhvr additive="base">
                                        <p:cTn id="132" dur="500" fill="hold"/>
                                        <p:tgtEl>
                                          <p:spTgt spid="31"/>
                                        </p:tgtEl>
                                        <p:attrNameLst>
                                          <p:attrName>ppt_x</p:attrName>
                                        </p:attrNameLst>
                                      </p:cBhvr>
                                      <p:tavLst>
                                        <p:tav tm="0">
                                          <p:val>
                                            <p:strVal val="#ppt_x"/>
                                          </p:val>
                                        </p:tav>
                                        <p:tav tm="100000">
                                          <p:val>
                                            <p:strVal val="#ppt_x"/>
                                          </p:val>
                                        </p:tav>
                                      </p:tavLst>
                                    </p:anim>
                                    <p:anim calcmode="lin" valueType="num">
                                      <p:cBhvr additive="base">
                                        <p:cTn id="133" dur="500" fill="hold"/>
                                        <p:tgtEl>
                                          <p:spTgt spid="31"/>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780"/>
                                  </p:stCondLst>
                                  <p:childTnLst>
                                    <p:set>
                                      <p:cBhvr>
                                        <p:cTn id="135" dur="1" fill="hold">
                                          <p:stCondLst>
                                            <p:cond delay="0"/>
                                          </p:stCondLst>
                                        </p:cTn>
                                        <p:tgtEl>
                                          <p:spTgt spid="32"/>
                                        </p:tgtEl>
                                        <p:attrNameLst>
                                          <p:attrName>style.visibility</p:attrName>
                                        </p:attrNameLst>
                                      </p:cBhvr>
                                      <p:to>
                                        <p:strVal val="visible"/>
                                      </p:to>
                                    </p:set>
                                    <p:animEffect transition="in" filter="fade">
                                      <p:cBhvr>
                                        <p:cTn id="136" dur="500"/>
                                        <p:tgtEl>
                                          <p:spTgt spid="32"/>
                                        </p:tgtEl>
                                      </p:cBhvr>
                                    </p:animEffect>
                                    <p:anim calcmode="lin" valueType="num">
                                      <p:cBhvr additive="base">
                                        <p:cTn id="137" dur="500" fill="hold"/>
                                        <p:tgtEl>
                                          <p:spTgt spid="32"/>
                                        </p:tgtEl>
                                        <p:attrNameLst>
                                          <p:attrName>ppt_x</p:attrName>
                                        </p:attrNameLst>
                                      </p:cBhvr>
                                      <p:tavLst>
                                        <p:tav tm="0">
                                          <p:val>
                                            <p:strVal val="#ppt_x"/>
                                          </p:val>
                                        </p:tav>
                                        <p:tav tm="100000">
                                          <p:val>
                                            <p:strVal val="#ppt_x"/>
                                          </p:val>
                                        </p:tav>
                                      </p:tavLst>
                                    </p:anim>
                                    <p:anim calcmode="lin" valueType="num">
                                      <p:cBhvr additive="base">
                                        <p:cTn id="138" dur="500" fill="hold"/>
                                        <p:tgtEl>
                                          <p:spTgt spid="32"/>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780"/>
                                  </p:stCondLst>
                                  <p:childTnLst>
                                    <p:set>
                                      <p:cBhvr>
                                        <p:cTn id="140" dur="1" fill="hold">
                                          <p:stCondLst>
                                            <p:cond delay="0"/>
                                          </p:stCondLst>
                                        </p:cTn>
                                        <p:tgtEl>
                                          <p:spTgt spid="33"/>
                                        </p:tgtEl>
                                        <p:attrNameLst>
                                          <p:attrName>style.visibility</p:attrName>
                                        </p:attrNameLst>
                                      </p:cBhvr>
                                      <p:to>
                                        <p:strVal val="visible"/>
                                      </p:to>
                                    </p:set>
                                    <p:animEffect transition="in" filter="fade">
                                      <p:cBhvr>
                                        <p:cTn id="141" dur="500"/>
                                        <p:tgtEl>
                                          <p:spTgt spid="33"/>
                                        </p:tgtEl>
                                      </p:cBhvr>
                                    </p:animEffect>
                                    <p:anim calcmode="lin" valueType="num">
                                      <p:cBhvr additive="base">
                                        <p:cTn id="142" dur="500" fill="hold"/>
                                        <p:tgtEl>
                                          <p:spTgt spid="33"/>
                                        </p:tgtEl>
                                        <p:attrNameLst>
                                          <p:attrName>ppt_x</p:attrName>
                                        </p:attrNameLst>
                                      </p:cBhvr>
                                      <p:tavLst>
                                        <p:tav tm="0">
                                          <p:val>
                                            <p:strVal val="#ppt_x"/>
                                          </p:val>
                                        </p:tav>
                                        <p:tav tm="100000">
                                          <p:val>
                                            <p:strVal val="#ppt_x"/>
                                          </p:val>
                                        </p:tav>
                                      </p:tavLst>
                                    </p:anim>
                                    <p:anim calcmode="lin" valueType="num">
                                      <p:cBhvr additive="base">
                                        <p:cTn id="143" dur="500" fill="hold"/>
                                        <p:tgtEl>
                                          <p:spTgt spid="33"/>
                                        </p:tgtEl>
                                        <p:attrNameLst>
                                          <p:attrName>ppt_y</p:attrName>
                                        </p:attrNameLst>
                                      </p:cBhvr>
                                      <p:tavLst>
                                        <p:tav tm="0">
                                          <p:val>
                                            <p:strVal val="#ppt_y+.06"/>
                                          </p:val>
                                        </p:tav>
                                        <p:tav tm="100000">
                                          <p:val>
                                            <p:strVal val="#ppt_y"/>
                                          </p:val>
                                        </p:tav>
                                      </p:tavLst>
                                    </p:anim>
                                  </p:childTnLst>
                                </p:cTn>
                              </p:par>
                              <p:par>
                                <p:cTn id="144" presetID="42" presetClass="entr" presetSubtype="0" fill="hold" grpId="0" nodeType="withEffect">
                                  <p:stCondLst>
                                    <p:cond delay="780"/>
                                  </p:stCondLst>
                                  <p:childTnLst>
                                    <p:set>
                                      <p:cBhvr>
                                        <p:cTn id="145" dur="1" fill="hold">
                                          <p:stCondLst>
                                            <p:cond delay="0"/>
                                          </p:stCondLst>
                                        </p:cTn>
                                        <p:tgtEl>
                                          <p:spTgt spid="34"/>
                                        </p:tgtEl>
                                        <p:attrNameLst>
                                          <p:attrName>style.visibility</p:attrName>
                                        </p:attrNameLst>
                                      </p:cBhvr>
                                      <p:to>
                                        <p:strVal val="visible"/>
                                      </p:to>
                                    </p:set>
                                    <p:animEffect transition="in" filter="fade">
                                      <p:cBhvr>
                                        <p:cTn id="146" dur="500"/>
                                        <p:tgtEl>
                                          <p:spTgt spid="34"/>
                                        </p:tgtEl>
                                      </p:cBhvr>
                                    </p:animEffect>
                                    <p:anim calcmode="lin" valueType="num">
                                      <p:cBhvr additive="base">
                                        <p:cTn id="147" dur="500" fill="hold"/>
                                        <p:tgtEl>
                                          <p:spTgt spid="34"/>
                                        </p:tgtEl>
                                        <p:attrNameLst>
                                          <p:attrName>ppt_x</p:attrName>
                                        </p:attrNameLst>
                                      </p:cBhvr>
                                      <p:tavLst>
                                        <p:tav tm="0">
                                          <p:val>
                                            <p:strVal val="#ppt_x"/>
                                          </p:val>
                                        </p:tav>
                                        <p:tav tm="100000">
                                          <p:val>
                                            <p:strVal val="#ppt_x"/>
                                          </p:val>
                                        </p:tav>
                                      </p:tavLst>
                                    </p:anim>
                                    <p:anim calcmode="lin" valueType="num">
                                      <p:cBhvr additive="base">
                                        <p:cTn id="148" dur="500" fill="hold"/>
                                        <p:tgtEl>
                                          <p:spTgt spid="34"/>
                                        </p:tgtEl>
                                        <p:attrNameLst>
                                          <p:attrName>ppt_y</p:attrName>
                                        </p:attrNameLst>
                                      </p:cBhvr>
                                      <p:tavLst>
                                        <p:tav tm="0">
                                          <p:val>
                                            <p:strVal val="#ppt_y+.06"/>
                                          </p:val>
                                        </p:tav>
                                        <p:tav tm="100000">
                                          <p:val>
                                            <p:strVal val="#ppt_y"/>
                                          </p:val>
                                        </p:tav>
                                      </p:tavLst>
                                    </p:anim>
                                  </p:childTnLst>
                                </p:cTn>
                              </p:par>
                              <p:par>
                                <p:cTn id="149" presetID="42" presetClass="entr" presetSubtype="0" fill="hold" grpId="0" nodeType="withEffect">
                                  <p:stCondLst>
                                    <p:cond delay="780"/>
                                  </p:stCondLst>
                                  <p:childTnLst>
                                    <p:set>
                                      <p:cBhvr>
                                        <p:cTn id="150" dur="1" fill="hold">
                                          <p:stCondLst>
                                            <p:cond delay="0"/>
                                          </p:stCondLst>
                                        </p:cTn>
                                        <p:tgtEl>
                                          <p:spTgt spid="35"/>
                                        </p:tgtEl>
                                        <p:attrNameLst>
                                          <p:attrName>style.visibility</p:attrName>
                                        </p:attrNameLst>
                                      </p:cBhvr>
                                      <p:to>
                                        <p:strVal val="visible"/>
                                      </p:to>
                                    </p:set>
                                    <p:animEffect transition="in" filter="fade">
                                      <p:cBhvr>
                                        <p:cTn id="151" dur="500"/>
                                        <p:tgtEl>
                                          <p:spTgt spid="35"/>
                                        </p:tgtEl>
                                      </p:cBhvr>
                                    </p:animEffect>
                                    <p:anim calcmode="lin" valueType="num">
                                      <p:cBhvr additive="base">
                                        <p:cTn id="152" dur="500" fill="hold"/>
                                        <p:tgtEl>
                                          <p:spTgt spid="35"/>
                                        </p:tgtEl>
                                        <p:attrNameLst>
                                          <p:attrName>ppt_x</p:attrName>
                                        </p:attrNameLst>
                                      </p:cBhvr>
                                      <p:tavLst>
                                        <p:tav tm="0">
                                          <p:val>
                                            <p:strVal val="#ppt_x"/>
                                          </p:val>
                                        </p:tav>
                                        <p:tav tm="100000">
                                          <p:val>
                                            <p:strVal val="#ppt_x"/>
                                          </p:val>
                                        </p:tav>
                                      </p:tavLst>
                                    </p:anim>
                                    <p:anim calcmode="lin" valueType="num">
                                      <p:cBhvr additive="base">
                                        <p:cTn id="153" dur="500" fill="hold"/>
                                        <p:tgtEl>
                                          <p:spTgt spid="35"/>
                                        </p:tgtEl>
                                        <p:attrNameLst>
                                          <p:attrName>ppt_y</p:attrName>
                                        </p:attrNameLst>
                                      </p:cBhvr>
                                      <p:tavLst>
                                        <p:tav tm="0">
                                          <p:val>
                                            <p:strVal val="#ppt_y+.06"/>
                                          </p:val>
                                        </p:tav>
                                        <p:tav tm="100000">
                                          <p:val>
                                            <p:strVal val="#ppt_y"/>
                                          </p:val>
                                        </p:tav>
                                      </p:tavLst>
                                    </p:anim>
                                  </p:childTnLst>
                                </p:cTn>
                              </p:par>
                              <p:par>
                                <p:cTn id="154" presetID="42" presetClass="entr" presetSubtype="0" fill="hold" grpId="0" nodeType="withEffect">
                                  <p:stCondLst>
                                    <p:cond delay="900"/>
                                  </p:stCondLst>
                                  <p:childTnLst>
                                    <p:set>
                                      <p:cBhvr>
                                        <p:cTn id="155" dur="1" fill="hold">
                                          <p:stCondLst>
                                            <p:cond delay="0"/>
                                          </p:stCondLst>
                                        </p:cTn>
                                        <p:tgtEl>
                                          <p:spTgt spid="36"/>
                                        </p:tgtEl>
                                        <p:attrNameLst>
                                          <p:attrName>style.visibility</p:attrName>
                                        </p:attrNameLst>
                                      </p:cBhvr>
                                      <p:to>
                                        <p:strVal val="visible"/>
                                      </p:to>
                                    </p:set>
                                    <p:animEffect transition="in" filter="fade">
                                      <p:cBhvr>
                                        <p:cTn id="156" dur="500"/>
                                        <p:tgtEl>
                                          <p:spTgt spid="36"/>
                                        </p:tgtEl>
                                      </p:cBhvr>
                                    </p:animEffect>
                                    <p:anim calcmode="lin" valueType="num">
                                      <p:cBhvr additive="base">
                                        <p:cTn id="157" dur="500" fill="hold"/>
                                        <p:tgtEl>
                                          <p:spTgt spid="36"/>
                                        </p:tgtEl>
                                        <p:attrNameLst>
                                          <p:attrName>ppt_x</p:attrName>
                                        </p:attrNameLst>
                                      </p:cBhvr>
                                      <p:tavLst>
                                        <p:tav tm="0">
                                          <p:val>
                                            <p:strVal val="#ppt_x"/>
                                          </p:val>
                                        </p:tav>
                                        <p:tav tm="100000">
                                          <p:val>
                                            <p:strVal val="#ppt_x"/>
                                          </p:val>
                                        </p:tav>
                                      </p:tavLst>
                                    </p:anim>
                                    <p:anim calcmode="lin" valueType="num">
                                      <p:cBhvr additive="base">
                                        <p:cTn id="158" dur="500" fill="hold"/>
                                        <p:tgtEl>
                                          <p:spTgt spid="36"/>
                                        </p:tgtEl>
                                        <p:attrNameLst>
                                          <p:attrName>ppt_y</p:attrName>
                                        </p:attrNameLst>
                                      </p:cBhvr>
                                      <p:tavLst>
                                        <p:tav tm="0">
                                          <p:val>
                                            <p:strVal val="#ppt_y+.06"/>
                                          </p:val>
                                        </p:tav>
                                        <p:tav tm="100000">
                                          <p:val>
                                            <p:strVal val="#ppt_y"/>
                                          </p:val>
                                        </p:tav>
                                      </p:tavLst>
                                    </p:anim>
                                  </p:childTnLst>
                                </p:cTn>
                              </p:par>
                              <p:par>
                                <p:cTn id="159" presetID="42" presetClass="entr" presetSubtype="0" fill="hold" grpId="0" nodeType="withEffect">
                                  <p:stCondLst>
                                    <p:cond delay="900"/>
                                  </p:stCondLst>
                                  <p:childTnLst>
                                    <p:set>
                                      <p:cBhvr>
                                        <p:cTn id="160" dur="1" fill="hold">
                                          <p:stCondLst>
                                            <p:cond delay="0"/>
                                          </p:stCondLst>
                                        </p:cTn>
                                        <p:tgtEl>
                                          <p:spTgt spid="37"/>
                                        </p:tgtEl>
                                        <p:attrNameLst>
                                          <p:attrName>style.visibility</p:attrName>
                                        </p:attrNameLst>
                                      </p:cBhvr>
                                      <p:to>
                                        <p:strVal val="visible"/>
                                      </p:to>
                                    </p:set>
                                    <p:animEffect transition="in" filter="fade">
                                      <p:cBhvr>
                                        <p:cTn id="161" dur="500"/>
                                        <p:tgtEl>
                                          <p:spTgt spid="37"/>
                                        </p:tgtEl>
                                      </p:cBhvr>
                                    </p:animEffect>
                                    <p:anim calcmode="lin" valueType="num">
                                      <p:cBhvr additive="base">
                                        <p:cTn id="162" dur="500" fill="hold"/>
                                        <p:tgtEl>
                                          <p:spTgt spid="37"/>
                                        </p:tgtEl>
                                        <p:attrNameLst>
                                          <p:attrName>ppt_x</p:attrName>
                                        </p:attrNameLst>
                                      </p:cBhvr>
                                      <p:tavLst>
                                        <p:tav tm="0">
                                          <p:val>
                                            <p:strVal val="#ppt_x"/>
                                          </p:val>
                                        </p:tav>
                                        <p:tav tm="100000">
                                          <p:val>
                                            <p:strVal val="#ppt_x"/>
                                          </p:val>
                                        </p:tav>
                                      </p:tavLst>
                                    </p:anim>
                                    <p:anim calcmode="lin" valueType="num">
                                      <p:cBhvr additive="base">
                                        <p:cTn id="163" dur="500" fill="hold"/>
                                        <p:tgtEl>
                                          <p:spTgt spid="37"/>
                                        </p:tgtEl>
                                        <p:attrNameLst>
                                          <p:attrName>ppt_y</p:attrName>
                                        </p:attrNameLst>
                                      </p:cBhvr>
                                      <p:tavLst>
                                        <p:tav tm="0">
                                          <p:val>
                                            <p:strVal val="#ppt_y+.06"/>
                                          </p:val>
                                        </p:tav>
                                        <p:tav tm="100000">
                                          <p:val>
                                            <p:strVal val="#ppt_y"/>
                                          </p:val>
                                        </p:tav>
                                      </p:tavLst>
                                    </p:anim>
                                  </p:childTnLst>
                                </p:cTn>
                              </p:par>
                              <p:par>
                                <p:cTn id="164" presetID="42" presetClass="entr" presetSubtype="0" fill="hold" grpId="0" nodeType="withEffect">
                                  <p:stCondLst>
                                    <p:cond delay="900"/>
                                  </p:stCondLst>
                                  <p:childTnLst>
                                    <p:set>
                                      <p:cBhvr>
                                        <p:cTn id="165" dur="1" fill="hold">
                                          <p:stCondLst>
                                            <p:cond delay="0"/>
                                          </p:stCondLst>
                                        </p:cTn>
                                        <p:tgtEl>
                                          <p:spTgt spid="38"/>
                                        </p:tgtEl>
                                        <p:attrNameLst>
                                          <p:attrName>style.visibility</p:attrName>
                                        </p:attrNameLst>
                                      </p:cBhvr>
                                      <p:to>
                                        <p:strVal val="visible"/>
                                      </p:to>
                                    </p:set>
                                    <p:animEffect transition="in" filter="fade">
                                      <p:cBhvr>
                                        <p:cTn id="166" dur="500"/>
                                        <p:tgtEl>
                                          <p:spTgt spid="38"/>
                                        </p:tgtEl>
                                      </p:cBhvr>
                                    </p:animEffect>
                                    <p:anim calcmode="lin" valueType="num">
                                      <p:cBhvr additive="base">
                                        <p:cTn id="167" dur="500" fill="hold"/>
                                        <p:tgtEl>
                                          <p:spTgt spid="38"/>
                                        </p:tgtEl>
                                        <p:attrNameLst>
                                          <p:attrName>ppt_x</p:attrName>
                                        </p:attrNameLst>
                                      </p:cBhvr>
                                      <p:tavLst>
                                        <p:tav tm="0">
                                          <p:val>
                                            <p:strVal val="#ppt_x"/>
                                          </p:val>
                                        </p:tav>
                                        <p:tav tm="100000">
                                          <p:val>
                                            <p:strVal val="#ppt_x"/>
                                          </p:val>
                                        </p:tav>
                                      </p:tavLst>
                                    </p:anim>
                                    <p:anim calcmode="lin" valueType="num">
                                      <p:cBhvr additive="base">
                                        <p:cTn id="168" dur="500" fill="hold"/>
                                        <p:tgtEl>
                                          <p:spTgt spid="38"/>
                                        </p:tgtEl>
                                        <p:attrNameLst>
                                          <p:attrName>ppt_y</p:attrName>
                                        </p:attrNameLst>
                                      </p:cBhvr>
                                      <p:tavLst>
                                        <p:tav tm="0">
                                          <p:val>
                                            <p:strVal val="#ppt_y+.06"/>
                                          </p:val>
                                        </p:tav>
                                        <p:tav tm="100000">
                                          <p:val>
                                            <p:strVal val="#ppt_y"/>
                                          </p:val>
                                        </p:tav>
                                      </p:tavLst>
                                    </p:anim>
                                  </p:childTnLst>
                                </p:cTn>
                              </p:par>
                              <p:par>
                                <p:cTn id="169" presetID="42" presetClass="entr" presetSubtype="0" fill="hold" grpId="0" nodeType="withEffect">
                                  <p:stCondLst>
                                    <p:cond delay="900"/>
                                  </p:stCondLst>
                                  <p:childTnLst>
                                    <p:set>
                                      <p:cBhvr>
                                        <p:cTn id="170" dur="1" fill="hold">
                                          <p:stCondLst>
                                            <p:cond delay="0"/>
                                          </p:stCondLst>
                                        </p:cTn>
                                        <p:tgtEl>
                                          <p:spTgt spid="39"/>
                                        </p:tgtEl>
                                        <p:attrNameLst>
                                          <p:attrName>style.visibility</p:attrName>
                                        </p:attrNameLst>
                                      </p:cBhvr>
                                      <p:to>
                                        <p:strVal val="visible"/>
                                      </p:to>
                                    </p:set>
                                    <p:animEffect transition="in" filter="fade">
                                      <p:cBhvr>
                                        <p:cTn id="171" dur="500"/>
                                        <p:tgtEl>
                                          <p:spTgt spid="39"/>
                                        </p:tgtEl>
                                      </p:cBhvr>
                                    </p:animEffect>
                                    <p:anim calcmode="lin" valueType="num">
                                      <p:cBhvr additive="base">
                                        <p:cTn id="172" dur="500" fill="hold"/>
                                        <p:tgtEl>
                                          <p:spTgt spid="39"/>
                                        </p:tgtEl>
                                        <p:attrNameLst>
                                          <p:attrName>ppt_x</p:attrName>
                                        </p:attrNameLst>
                                      </p:cBhvr>
                                      <p:tavLst>
                                        <p:tav tm="0">
                                          <p:val>
                                            <p:strVal val="#ppt_x"/>
                                          </p:val>
                                        </p:tav>
                                        <p:tav tm="100000">
                                          <p:val>
                                            <p:strVal val="#ppt_x"/>
                                          </p:val>
                                        </p:tav>
                                      </p:tavLst>
                                    </p:anim>
                                    <p:anim calcmode="lin" valueType="num">
                                      <p:cBhvr additive="base">
                                        <p:cTn id="173" dur="500" fill="hold"/>
                                        <p:tgtEl>
                                          <p:spTgt spid="39"/>
                                        </p:tgtEl>
                                        <p:attrNameLst>
                                          <p:attrName>ppt_y</p:attrName>
                                        </p:attrNameLst>
                                      </p:cBhvr>
                                      <p:tavLst>
                                        <p:tav tm="0">
                                          <p:val>
                                            <p:strVal val="#ppt_y+.06"/>
                                          </p:val>
                                        </p:tav>
                                        <p:tav tm="100000">
                                          <p:val>
                                            <p:strVal val="#ppt_y"/>
                                          </p:val>
                                        </p:tav>
                                      </p:tavLst>
                                    </p:anim>
                                  </p:childTnLst>
                                </p:cTn>
                              </p:par>
                              <p:par>
                                <p:cTn id="174" presetID="42" presetClass="entr" presetSubtype="0" fill="hold" grpId="0" nodeType="withEffect">
                                  <p:stCondLst>
                                    <p:cond delay="900"/>
                                  </p:stCondLst>
                                  <p:childTnLst>
                                    <p:set>
                                      <p:cBhvr>
                                        <p:cTn id="175" dur="1" fill="hold">
                                          <p:stCondLst>
                                            <p:cond delay="0"/>
                                          </p:stCondLst>
                                        </p:cTn>
                                        <p:tgtEl>
                                          <p:spTgt spid="40"/>
                                        </p:tgtEl>
                                        <p:attrNameLst>
                                          <p:attrName>style.visibility</p:attrName>
                                        </p:attrNameLst>
                                      </p:cBhvr>
                                      <p:to>
                                        <p:strVal val="visible"/>
                                      </p:to>
                                    </p:set>
                                    <p:animEffect transition="in" filter="fade">
                                      <p:cBhvr>
                                        <p:cTn id="176" dur="500"/>
                                        <p:tgtEl>
                                          <p:spTgt spid="40"/>
                                        </p:tgtEl>
                                      </p:cBhvr>
                                    </p:animEffect>
                                    <p:anim calcmode="lin" valueType="num">
                                      <p:cBhvr additive="base">
                                        <p:cTn id="177" dur="500" fill="hold"/>
                                        <p:tgtEl>
                                          <p:spTgt spid="40"/>
                                        </p:tgtEl>
                                        <p:attrNameLst>
                                          <p:attrName>ppt_x</p:attrName>
                                        </p:attrNameLst>
                                      </p:cBhvr>
                                      <p:tavLst>
                                        <p:tav tm="0">
                                          <p:val>
                                            <p:strVal val="#ppt_x"/>
                                          </p:val>
                                        </p:tav>
                                        <p:tav tm="100000">
                                          <p:val>
                                            <p:strVal val="#ppt_x"/>
                                          </p:val>
                                        </p:tav>
                                      </p:tavLst>
                                    </p:anim>
                                    <p:anim calcmode="lin" valueType="num">
                                      <p:cBhvr additive="base">
                                        <p:cTn id="178" dur="500" fill="hold"/>
                                        <p:tgtEl>
                                          <p:spTgt spid="40"/>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3" grpId="0" animBg="1"/>
      <p:bldP spid="14" grpId="0" animBg="1"/>
      <p:bldP spid="15" grpId="0" animBg="1"/>
      <p:bldP spid="10"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P spid="40"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30710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94134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ĐÀO TẠO</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SỐ HÓA QUẢN LÝ ATVSLĐ</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Ký hợp đồng đào tạo → doanh nghiệp được cấp tài khoản quản lý riêng, không phải mua phần mềm</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12</a:t>
            </a:r>
          </a:p>
        </p:txBody>
      </p:sp>
      <p:pic>
        <p:nvPicPr>
          <p:cNvPr id="11" name="Picture 10" descr="glow_7FC211_38_1.7.png"/>
          <p:cNvPicPr>
            <a:picLocks noChangeAspect="1"/>
          </p:cNvPicPr>
          <p:nvPr/>
        </p:nvPicPr>
        <p:blipFill>
          <a:blip r:embed="rId4"/>
          <a:stretch>
            <a:fillRect/>
          </a:stretch>
        </p:blipFill>
        <p:spPr>
          <a:xfrm>
            <a:off x="900684" y="1083564"/>
            <a:ext cx="6062472" cy="6062472"/>
          </a:xfrm>
          <a:prstGeom prst="rect">
            <a:avLst/>
          </a:prstGeom>
        </p:spPr>
      </p:pic>
      <p:sp>
        <p:nvSpPr>
          <p:cNvPr id="12" name="!!hero"/>
          <p:cNvSpPr/>
          <p:nvPr/>
        </p:nvSpPr>
        <p:spPr>
          <a:xfrm>
            <a:off x="594360" y="2307555"/>
            <a:ext cx="5943600" cy="2974409"/>
          </a:xfrm>
          <a:prstGeom prst="roundRect">
            <a:avLst>
              <a:gd name="adj" fmla="val 3074"/>
            </a:avLst>
          </a:prstGeom>
          <a:solidFill>
            <a:srgbClr val="FFFFFF"/>
          </a:solidFill>
          <a:ln w="9525">
            <a:solidFill>
              <a:srgbClr val="D4E4CC"/>
            </a:solidFill>
          </a:ln>
          <a:effectLst>
            <a:outerShdw blurRad="411480" dist="109728" dir="5400000" algn="ctr" rotWithShape="0">
              <a:srgbClr val="0B1F2A">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Oval 12"/>
          <p:cNvSpPr/>
          <p:nvPr/>
        </p:nvSpPr>
        <p:spPr>
          <a:xfrm>
            <a:off x="740664" y="2417283"/>
            <a:ext cx="91440" cy="91440"/>
          </a:xfrm>
          <a:prstGeom prst="ellipse">
            <a:avLst/>
          </a:prstGeom>
          <a:solidFill>
            <a:srgbClr val="FF5F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896112" y="2417283"/>
            <a:ext cx="91440" cy="91440"/>
          </a:xfrm>
          <a:prstGeom prst="ellipse">
            <a:avLst/>
          </a:prstGeom>
          <a:solidFill>
            <a:srgbClr val="FEBC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Oval 14"/>
          <p:cNvSpPr/>
          <p:nvPr/>
        </p:nvSpPr>
        <p:spPr>
          <a:xfrm>
            <a:off x="1051560" y="2417283"/>
            <a:ext cx="91440" cy="91440"/>
          </a:xfrm>
          <a:prstGeom prst="ellipse">
            <a:avLst/>
          </a:prstGeom>
          <a:solidFill>
            <a:srgbClr val="28C8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1280160" y="2376135"/>
            <a:ext cx="3108960" cy="182880"/>
          </a:xfrm>
          <a:prstGeom prst="roundRect">
            <a:avLst>
              <a:gd name="adj" fmla="val 50000"/>
            </a:avLst>
          </a:prstGeom>
          <a:solidFill>
            <a:srgbClr val="F3F7F1"/>
          </a:solidFill>
          <a:ln>
            <a:noFill/>
          </a:ln>
          <a:effectLst/>
        </p:spPr>
        <p:style>
          <a:lnRef idx="1">
            <a:schemeClr val="accent1"/>
          </a:lnRef>
          <a:fillRef idx="3">
            <a:schemeClr val="accent1"/>
          </a:fillRef>
          <a:effectRef idx="0">
            <a:schemeClr val="accent1"/>
          </a:effectRef>
          <a:fontRef idx="minor">
            <a:schemeClr val="lt1"/>
          </a:fontRef>
        </p:style>
        <p:txBody>
          <a:bodyPr rtlCol="0" anchor="ctr" lIns="109728" rIns="109728" tIns="0" bIns="0" wrap="square"/>
          <a:lstStyle/>
          <a:p>
            <a:pPr algn="l"/>
            <a:r>
              <a:rPr sz="750" b="0" i="0">
                <a:solidFill>
                  <a:srgbClr val="86988C"/>
                </a:solidFill>
                <a:latin typeface="Be Vietnam Pro"/>
                <a:ea typeface="Be Vietnam Pro"/>
                <a:cs typeface="Be Vietnam Pro"/>
              </a:rPr>
              <a:t>doanhnghiep.vienstp.com</a:t>
            </a:r>
          </a:p>
        </p:txBody>
      </p:sp>
      <p:pic>
        <p:nvPicPr>
          <p:cNvPr id="17" name="Picture 16" descr="screen_dashboard.jpg"/>
          <p:cNvPicPr>
            <a:picLocks noChangeAspect="1"/>
          </p:cNvPicPr>
          <p:nvPr/>
        </p:nvPicPr>
        <p:blipFill>
          <a:blip r:embed="rId5"/>
          <a:srcRect t="0" b="0"/>
          <a:stretch>
            <a:fillRect/>
          </a:stretch>
        </p:blipFill>
        <p:spPr>
          <a:xfrm>
            <a:off x="640080" y="2618451"/>
            <a:ext cx="5852160" cy="2617793"/>
          </a:xfrm>
          <a:prstGeom prst="rect">
            <a:avLst/>
          </a:prstGeom>
        </p:spPr>
      </p:pic>
      <p:sp>
        <p:nvSpPr>
          <p:cNvPr id="18" name="Rounded Rectangle 17"/>
          <p:cNvSpPr/>
          <p:nvPr/>
        </p:nvSpPr>
        <p:spPr>
          <a:xfrm>
            <a:off x="3931920" y="4124421"/>
            <a:ext cx="3383280" cy="2322099"/>
          </a:xfrm>
          <a:prstGeom prst="roundRect">
            <a:avLst>
              <a:gd name="adj" fmla="val 3937"/>
            </a:avLst>
          </a:prstGeom>
          <a:solidFill>
            <a:srgbClr val="FFFFFF"/>
          </a:solidFill>
          <a:ln w="9525">
            <a:solidFill>
              <a:srgbClr val="D4E4CC"/>
            </a:solidFill>
          </a:ln>
          <a:effectLst>
            <a:outerShdw blurRad="411480" dist="109728" dir="5400000" algn="ctr" rotWithShape="0">
              <a:srgbClr val="0B1F2A">
                <a:alpha val="28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Oval 18"/>
          <p:cNvSpPr/>
          <p:nvPr/>
        </p:nvSpPr>
        <p:spPr>
          <a:xfrm>
            <a:off x="4078224" y="4234149"/>
            <a:ext cx="91440" cy="91440"/>
          </a:xfrm>
          <a:prstGeom prst="ellipse">
            <a:avLst/>
          </a:prstGeom>
          <a:solidFill>
            <a:srgbClr val="FF5F5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Oval 19"/>
          <p:cNvSpPr/>
          <p:nvPr/>
        </p:nvSpPr>
        <p:spPr>
          <a:xfrm>
            <a:off x="4233672" y="4234149"/>
            <a:ext cx="91440" cy="91440"/>
          </a:xfrm>
          <a:prstGeom prst="ellipse">
            <a:avLst/>
          </a:prstGeom>
          <a:solidFill>
            <a:srgbClr val="FEBC2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Oval 20"/>
          <p:cNvSpPr/>
          <p:nvPr/>
        </p:nvSpPr>
        <p:spPr>
          <a:xfrm>
            <a:off x="4389120" y="4234149"/>
            <a:ext cx="91440" cy="91440"/>
          </a:xfrm>
          <a:prstGeom prst="ellipse">
            <a:avLst/>
          </a:prstGeom>
          <a:solidFill>
            <a:srgbClr val="28C84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617720" y="4193001"/>
            <a:ext cx="2468880" cy="182880"/>
          </a:xfrm>
          <a:prstGeom prst="roundRect">
            <a:avLst>
              <a:gd name="adj" fmla="val 50000"/>
            </a:avLst>
          </a:prstGeom>
          <a:solidFill>
            <a:srgbClr val="F3F7F1"/>
          </a:solidFill>
          <a:ln>
            <a:noFill/>
          </a:ln>
          <a:effectLst/>
        </p:spPr>
        <p:style>
          <a:lnRef idx="1">
            <a:schemeClr val="accent1"/>
          </a:lnRef>
          <a:fillRef idx="3">
            <a:schemeClr val="accent1"/>
          </a:fillRef>
          <a:effectRef idx="0">
            <a:schemeClr val="accent1"/>
          </a:effectRef>
          <a:fontRef idx="minor">
            <a:schemeClr val="lt1"/>
          </a:fontRef>
        </p:style>
        <p:txBody>
          <a:bodyPr rtlCol="0" anchor="ctr" lIns="109728" rIns="109728" tIns="0" bIns="0" wrap="square"/>
          <a:lstStyle/>
          <a:p>
            <a:pPr algn="l"/>
            <a:r>
              <a:rPr sz="750" b="0" i="0">
                <a:solidFill>
                  <a:srgbClr val="86988C"/>
                </a:solidFill>
                <a:latin typeface="Be Vietnam Pro"/>
                <a:ea typeface="Be Vietnam Pro"/>
                <a:cs typeface="Be Vietnam Pro"/>
              </a:rPr>
              <a:t>daotao.vienstp.com</a:t>
            </a:r>
          </a:p>
        </p:txBody>
      </p:sp>
      <p:pic>
        <p:nvPicPr>
          <p:cNvPr id="23" name="Picture 22" descr="screen_lookup.jpg"/>
          <p:cNvPicPr>
            <a:picLocks noChangeAspect="1"/>
          </p:cNvPicPr>
          <p:nvPr/>
        </p:nvPicPr>
        <p:blipFill>
          <a:blip r:embed="rId6"/>
          <a:srcRect/>
          <a:stretch>
            <a:fillRect/>
          </a:stretch>
        </p:blipFill>
        <p:spPr>
          <a:xfrm>
            <a:off x="3977640" y="4435317"/>
            <a:ext cx="3291840" cy="1965483"/>
          </a:xfrm>
          <a:prstGeom prst="rect">
            <a:avLst/>
          </a:prstGeom>
        </p:spPr>
      </p:pic>
      <p:sp>
        <p:nvSpPr>
          <p:cNvPr id="24" name="Rounded Rectangle 23"/>
          <p:cNvSpPr/>
          <p:nvPr/>
        </p:nvSpPr>
        <p:spPr>
          <a:xfrm>
            <a:off x="7726680" y="1783080"/>
            <a:ext cx="39163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Oval 24"/>
          <p:cNvSpPr/>
          <p:nvPr/>
        </p:nvSpPr>
        <p:spPr>
          <a:xfrm>
            <a:off x="7918704" y="2042541"/>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layout-dashboard_FFFFFF.png"/>
          <p:cNvPicPr>
            <a:picLocks noChangeAspect="1"/>
          </p:cNvPicPr>
          <p:nvPr/>
        </p:nvPicPr>
        <p:blipFill>
          <a:blip r:embed="rId7"/>
          <a:stretch>
            <a:fillRect/>
          </a:stretch>
        </p:blipFill>
        <p:spPr>
          <a:xfrm>
            <a:off x="8045988" y="2169825"/>
            <a:ext cx="275783" cy="275783"/>
          </a:xfrm>
          <a:prstGeom prst="rect">
            <a:avLst/>
          </a:prstGeom>
        </p:spPr>
      </p:pic>
      <p:sp>
        <p:nvSpPr>
          <p:cNvPr id="27" name="TextBox 26"/>
          <p:cNvSpPr txBox="1"/>
          <p:nvPr/>
        </p:nvSpPr>
        <p:spPr>
          <a:xfrm>
            <a:off x="8595360" y="1874520"/>
            <a:ext cx="29105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Dashboard tuân thủ real-time</a:t>
            </a:r>
          </a:p>
        </p:txBody>
      </p:sp>
      <p:sp>
        <p:nvSpPr>
          <p:cNvPr id="28" name="TextBox 27"/>
          <p:cNvSpPr txBox="1"/>
          <p:nvPr/>
        </p:nvSpPr>
        <p:spPr>
          <a:xfrm>
            <a:off x="8595360" y="2240280"/>
            <a:ext cx="29105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Tỷ lệ nhân sự đã / chưa huấn luyện, báo cáo trực quan cho lãnh đạo.</a:t>
            </a:r>
          </a:p>
        </p:txBody>
      </p:sp>
      <p:sp>
        <p:nvSpPr>
          <p:cNvPr id="29" name="Rounded Rectangle 28"/>
          <p:cNvSpPr/>
          <p:nvPr/>
        </p:nvSpPr>
        <p:spPr>
          <a:xfrm>
            <a:off x="7726680" y="2987802"/>
            <a:ext cx="39163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0" name="Oval 29"/>
          <p:cNvSpPr/>
          <p:nvPr/>
        </p:nvSpPr>
        <p:spPr>
          <a:xfrm>
            <a:off x="7918704" y="3247263"/>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bell-ring_FFFFFF.png"/>
          <p:cNvPicPr>
            <a:picLocks noChangeAspect="1"/>
          </p:cNvPicPr>
          <p:nvPr/>
        </p:nvPicPr>
        <p:blipFill>
          <a:blip r:embed="rId8"/>
          <a:stretch>
            <a:fillRect/>
          </a:stretch>
        </p:blipFill>
        <p:spPr>
          <a:xfrm>
            <a:off x="8045988" y="3374547"/>
            <a:ext cx="275783" cy="275783"/>
          </a:xfrm>
          <a:prstGeom prst="rect">
            <a:avLst/>
          </a:prstGeom>
        </p:spPr>
      </p:pic>
      <p:sp>
        <p:nvSpPr>
          <p:cNvPr id="32" name="TextBox 31"/>
          <p:cNvSpPr txBox="1"/>
          <p:nvPr/>
        </p:nvSpPr>
        <p:spPr>
          <a:xfrm>
            <a:off x="8595360" y="3079242"/>
            <a:ext cx="29105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Cảnh báo tự động</a:t>
            </a:r>
          </a:p>
        </p:txBody>
      </p:sp>
      <p:sp>
        <p:nvSpPr>
          <p:cNvPr id="33" name="TextBox 32"/>
          <p:cNvSpPr txBox="1"/>
          <p:nvPr/>
        </p:nvSpPr>
        <p:spPr>
          <a:xfrm>
            <a:off x="8595360" y="3445002"/>
            <a:ext cx="29105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Chứng chỉ sắp hết hạn (trước 30 ngày), thiết bị đến hạn kiểm định.</a:t>
            </a:r>
          </a:p>
        </p:txBody>
      </p:sp>
      <p:sp>
        <p:nvSpPr>
          <p:cNvPr id="34" name="Rounded Rectangle 33"/>
          <p:cNvSpPr/>
          <p:nvPr/>
        </p:nvSpPr>
        <p:spPr>
          <a:xfrm>
            <a:off x="7726680" y="4192524"/>
            <a:ext cx="39163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5" name="Oval 34"/>
          <p:cNvSpPr/>
          <p:nvPr/>
        </p:nvSpPr>
        <p:spPr>
          <a:xfrm>
            <a:off x="7918704" y="4451985"/>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qr-code_FFFFFF.png"/>
          <p:cNvPicPr>
            <a:picLocks noChangeAspect="1"/>
          </p:cNvPicPr>
          <p:nvPr/>
        </p:nvPicPr>
        <p:blipFill>
          <a:blip r:embed="rId9"/>
          <a:stretch>
            <a:fillRect/>
          </a:stretch>
        </p:blipFill>
        <p:spPr>
          <a:xfrm>
            <a:off x="8045988" y="4579269"/>
            <a:ext cx="275783" cy="275783"/>
          </a:xfrm>
          <a:prstGeom prst="rect">
            <a:avLst/>
          </a:prstGeom>
        </p:spPr>
      </p:pic>
      <p:sp>
        <p:nvSpPr>
          <p:cNvPr id="37" name="TextBox 36"/>
          <p:cNvSpPr txBox="1"/>
          <p:nvPr/>
        </p:nvSpPr>
        <p:spPr>
          <a:xfrm>
            <a:off x="8595360" y="4283964"/>
            <a:ext cx="29105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Tra cứu &amp; xác thực 24/7</a:t>
            </a:r>
          </a:p>
        </p:txBody>
      </p:sp>
      <p:sp>
        <p:nvSpPr>
          <p:cNvPr id="38" name="TextBox 37"/>
          <p:cNvSpPr txBox="1"/>
          <p:nvPr/>
        </p:nvSpPr>
        <p:spPr>
          <a:xfrm>
            <a:off x="8595360" y="4649724"/>
            <a:ext cx="29105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Theo mã chứng chỉ hoặc số CCCD, chống giả mạo chứng chỉ.</a:t>
            </a:r>
          </a:p>
        </p:txBody>
      </p:sp>
      <p:sp>
        <p:nvSpPr>
          <p:cNvPr id="39" name="Rounded Rectangle 38"/>
          <p:cNvSpPr/>
          <p:nvPr/>
        </p:nvSpPr>
        <p:spPr>
          <a:xfrm>
            <a:off x="7726680" y="5397246"/>
            <a:ext cx="39163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40" name="Oval 39"/>
          <p:cNvSpPr/>
          <p:nvPr/>
        </p:nvSpPr>
        <p:spPr>
          <a:xfrm>
            <a:off x="7918704" y="5656707"/>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1" name="Picture 40" descr="user_FFFFFF.png"/>
          <p:cNvPicPr>
            <a:picLocks noChangeAspect="1"/>
          </p:cNvPicPr>
          <p:nvPr/>
        </p:nvPicPr>
        <p:blipFill>
          <a:blip r:embed="rId10"/>
          <a:stretch>
            <a:fillRect/>
          </a:stretch>
        </p:blipFill>
        <p:spPr>
          <a:xfrm>
            <a:off x="8045988" y="5783991"/>
            <a:ext cx="275783" cy="275783"/>
          </a:xfrm>
          <a:prstGeom prst="rect">
            <a:avLst/>
          </a:prstGeom>
        </p:spPr>
      </p:pic>
      <p:sp>
        <p:nvSpPr>
          <p:cNvPr id="42" name="TextBox 41"/>
          <p:cNvSpPr txBox="1"/>
          <p:nvPr/>
        </p:nvSpPr>
        <p:spPr>
          <a:xfrm>
            <a:off x="8595360" y="5488686"/>
            <a:ext cx="29105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Tài khoản cho từng học viên</a:t>
            </a:r>
          </a:p>
        </p:txBody>
      </p:sp>
      <p:sp>
        <p:nvSpPr>
          <p:cNvPr id="43" name="TextBox 42"/>
          <p:cNvSpPr txBox="1"/>
          <p:nvPr/>
        </p:nvSpPr>
        <p:spPr>
          <a:xfrm>
            <a:off x="8595360" y="5854446"/>
            <a:ext cx="29105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Lộ trình học, yêu cầu bảo hộ lao động, báo cáo sự cố.</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2" presetClass="entr" presetSubtype="8"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ppt_x</p:attrName>
                                        </p:attrNameLst>
                                      </p:cBhvr>
                                      <p:tavLst>
                                        <p:tav tm="0">
                                          <p:val>
                                            <p:strVal val="0-#ppt_w/2"/>
                                          </p:val>
                                        </p:tav>
                                        <p:tav tm="100000">
                                          <p:val>
                                            <p:strVal val="#ppt_x"/>
                                          </p:val>
                                        </p:tav>
                                      </p:tavLst>
                                    </p:anim>
                                    <p:anim calcmode="lin" valueType="num">
                                      <p:cBhvr additive="base">
                                        <p:cTn id="26" dur="700" fill="hold"/>
                                        <p:tgtEl>
                                          <p:spTgt spid="12"/>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25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par>
                                <p:cTn id="33" presetID="10" presetClass="entr" presetSubtype="0" fill="hold" grpId="0" nodeType="withEffect">
                                  <p:stCondLst>
                                    <p:cond delay="3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par>
                                <p:cTn id="36" presetID="2" presetClass="entr" presetSubtype="8" fill="hold" grpId="0" nodeType="withEffect">
                                  <p:stCondLst>
                                    <p:cond delay="4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700" fill="hold"/>
                                        <p:tgtEl>
                                          <p:spTgt spid="13"/>
                                        </p:tgtEl>
                                        <p:attrNameLst>
                                          <p:attrName>ppt_x</p:attrName>
                                        </p:attrNameLst>
                                      </p:cBhvr>
                                      <p:tavLst>
                                        <p:tav tm="0">
                                          <p:val>
                                            <p:strVal val="0-#ppt_w/2"/>
                                          </p:val>
                                        </p:tav>
                                        <p:tav tm="100000">
                                          <p:val>
                                            <p:strVal val="#ppt_x"/>
                                          </p:val>
                                        </p:tav>
                                      </p:tavLst>
                                    </p:anim>
                                    <p:anim calcmode="lin" valueType="num">
                                      <p:cBhvr additive="base">
                                        <p:cTn id="39" dur="700" fill="hold"/>
                                        <p:tgtEl>
                                          <p:spTgt spid="13"/>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70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700" fill="hold"/>
                                        <p:tgtEl>
                                          <p:spTgt spid="14"/>
                                        </p:tgtEl>
                                        <p:attrNameLst>
                                          <p:attrName>ppt_x</p:attrName>
                                        </p:attrNameLst>
                                      </p:cBhvr>
                                      <p:tavLst>
                                        <p:tav tm="0">
                                          <p:val>
                                            <p:strVal val="0-#ppt_w/2"/>
                                          </p:val>
                                        </p:tav>
                                        <p:tav tm="100000">
                                          <p:val>
                                            <p:strVal val="#ppt_x"/>
                                          </p:val>
                                        </p:tav>
                                      </p:tavLst>
                                    </p:anim>
                                    <p:anim calcmode="lin" valueType="num">
                                      <p:cBhvr additive="base">
                                        <p:cTn id="43" dur="700" fill="hold"/>
                                        <p:tgtEl>
                                          <p:spTgt spid="14"/>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700"/>
                                  </p:stCondLst>
                                  <p:childTnLst>
                                    <p:set>
                                      <p:cBhvr>
                                        <p:cTn id="45" dur="1" fill="hold">
                                          <p:stCondLst>
                                            <p:cond delay="0"/>
                                          </p:stCondLst>
                                        </p:cTn>
                                        <p:tgtEl>
                                          <p:spTgt spid="24"/>
                                        </p:tgtEl>
                                        <p:attrNameLst>
                                          <p:attrName>style.visibility</p:attrName>
                                        </p:attrNameLst>
                                      </p:cBhvr>
                                      <p:to>
                                        <p:strVal val="visible"/>
                                      </p:to>
                                    </p:set>
                                    <p:anim calcmode="lin" valueType="num">
                                      <p:cBhvr additive="base">
                                        <p:cTn id="46" dur="450" fill="hold"/>
                                        <p:tgtEl>
                                          <p:spTgt spid="24"/>
                                        </p:tgtEl>
                                        <p:attrNameLst>
                                          <p:attrName>ppt_x</p:attrName>
                                        </p:attrNameLst>
                                      </p:cBhvr>
                                      <p:tavLst>
                                        <p:tav tm="0">
                                          <p:val>
                                            <p:strVal val="1+#ppt_w/2"/>
                                          </p:val>
                                        </p:tav>
                                        <p:tav tm="100000">
                                          <p:val>
                                            <p:strVal val="#ppt_x"/>
                                          </p:val>
                                        </p:tav>
                                      </p:tavLst>
                                    </p:anim>
                                    <p:anim calcmode="lin" valueType="num">
                                      <p:cBhvr additive="base">
                                        <p:cTn id="47" dur="450" fill="hold"/>
                                        <p:tgtEl>
                                          <p:spTgt spid="24"/>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700"/>
                                  </p:stCondLst>
                                  <p:childTnLst>
                                    <p:set>
                                      <p:cBhvr>
                                        <p:cTn id="49" dur="1" fill="hold">
                                          <p:stCondLst>
                                            <p:cond delay="0"/>
                                          </p:stCondLst>
                                        </p:cTn>
                                        <p:tgtEl>
                                          <p:spTgt spid="25"/>
                                        </p:tgtEl>
                                        <p:attrNameLst>
                                          <p:attrName>style.visibility</p:attrName>
                                        </p:attrNameLst>
                                      </p:cBhvr>
                                      <p:to>
                                        <p:strVal val="visible"/>
                                      </p:to>
                                    </p:set>
                                    <p:anim calcmode="lin" valueType="num">
                                      <p:cBhvr additive="base">
                                        <p:cTn id="50" dur="450" fill="hold"/>
                                        <p:tgtEl>
                                          <p:spTgt spid="25"/>
                                        </p:tgtEl>
                                        <p:attrNameLst>
                                          <p:attrName>ppt_x</p:attrName>
                                        </p:attrNameLst>
                                      </p:cBhvr>
                                      <p:tavLst>
                                        <p:tav tm="0">
                                          <p:val>
                                            <p:strVal val="1+#ppt_w/2"/>
                                          </p:val>
                                        </p:tav>
                                        <p:tav tm="100000">
                                          <p:val>
                                            <p:strVal val="#ppt_x"/>
                                          </p:val>
                                        </p:tav>
                                      </p:tavLst>
                                    </p:anim>
                                    <p:anim calcmode="lin" valueType="num">
                                      <p:cBhvr additive="base">
                                        <p:cTn id="51" dur="450" fill="hold"/>
                                        <p:tgtEl>
                                          <p:spTgt spid="25"/>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70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50" fill="hold"/>
                                        <p:tgtEl>
                                          <p:spTgt spid="26"/>
                                        </p:tgtEl>
                                        <p:attrNameLst>
                                          <p:attrName>ppt_x</p:attrName>
                                        </p:attrNameLst>
                                      </p:cBhvr>
                                      <p:tavLst>
                                        <p:tav tm="0">
                                          <p:val>
                                            <p:strVal val="1+#ppt_w/2"/>
                                          </p:val>
                                        </p:tav>
                                        <p:tav tm="100000">
                                          <p:val>
                                            <p:strVal val="#ppt_x"/>
                                          </p:val>
                                        </p:tav>
                                      </p:tavLst>
                                    </p:anim>
                                    <p:anim calcmode="lin" valueType="num">
                                      <p:cBhvr additive="base">
                                        <p:cTn id="55" dur="450" fill="hold"/>
                                        <p:tgtEl>
                                          <p:spTgt spid="26"/>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70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450" fill="hold"/>
                                        <p:tgtEl>
                                          <p:spTgt spid="27"/>
                                        </p:tgtEl>
                                        <p:attrNameLst>
                                          <p:attrName>ppt_x</p:attrName>
                                        </p:attrNameLst>
                                      </p:cBhvr>
                                      <p:tavLst>
                                        <p:tav tm="0">
                                          <p:val>
                                            <p:strVal val="1+#ppt_w/2"/>
                                          </p:val>
                                        </p:tav>
                                        <p:tav tm="100000">
                                          <p:val>
                                            <p:strVal val="#ppt_x"/>
                                          </p:val>
                                        </p:tav>
                                      </p:tavLst>
                                    </p:anim>
                                    <p:anim calcmode="lin" valueType="num">
                                      <p:cBhvr additive="base">
                                        <p:cTn id="59" dur="450" fill="hold"/>
                                        <p:tgtEl>
                                          <p:spTgt spid="27"/>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700"/>
                                  </p:stCondLst>
                                  <p:childTnLst>
                                    <p:set>
                                      <p:cBhvr>
                                        <p:cTn id="61" dur="1" fill="hold">
                                          <p:stCondLst>
                                            <p:cond delay="0"/>
                                          </p:stCondLst>
                                        </p:cTn>
                                        <p:tgtEl>
                                          <p:spTgt spid="28"/>
                                        </p:tgtEl>
                                        <p:attrNameLst>
                                          <p:attrName>style.visibility</p:attrName>
                                        </p:attrNameLst>
                                      </p:cBhvr>
                                      <p:to>
                                        <p:strVal val="visible"/>
                                      </p:to>
                                    </p:set>
                                    <p:anim calcmode="lin" valueType="num">
                                      <p:cBhvr additive="base">
                                        <p:cTn id="62" dur="450" fill="hold"/>
                                        <p:tgtEl>
                                          <p:spTgt spid="28"/>
                                        </p:tgtEl>
                                        <p:attrNameLst>
                                          <p:attrName>ppt_x</p:attrName>
                                        </p:attrNameLst>
                                      </p:cBhvr>
                                      <p:tavLst>
                                        <p:tav tm="0">
                                          <p:val>
                                            <p:strVal val="1+#ppt_w/2"/>
                                          </p:val>
                                        </p:tav>
                                        <p:tav tm="100000">
                                          <p:val>
                                            <p:strVal val="#ppt_x"/>
                                          </p:val>
                                        </p:tav>
                                      </p:tavLst>
                                    </p:anim>
                                    <p:anim calcmode="lin" valueType="num">
                                      <p:cBhvr additive="base">
                                        <p:cTn id="63" dur="450" fill="hold"/>
                                        <p:tgtEl>
                                          <p:spTgt spid="28"/>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850"/>
                                  </p:stCondLst>
                                  <p:childTnLst>
                                    <p:set>
                                      <p:cBhvr>
                                        <p:cTn id="65" dur="1" fill="hold">
                                          <p:stCondLst>
                                            <p:cond delay="0"/>
                                          </p:stCondLst>
                                        </p:cTn>
                                        <p:tgtEl>
                                          <p:spTgt spid="29"/>
                                        </p:tgtEl>
                                        <p:attrNameLst>
                                          <p:attrName>style.visibility</p:attrName>
                                        </p:attrNameLst>
                                      </p:cBhvr>
                                      <p:to>
                                        <p:strVal val="visible"/>
                                      </p:to>
                                    </p:set>
                                    <p:anim calcmode="lin" valueType="num">
                                      <p:cBhvr additive="base">
                                        <p:cTn id="66" dur="450" fill="hold"/>
                                        <p:tgtEl>
                                          <p:spTgt spid="29"/>
                                        </p:tgtEl>
                                        <p:attrNameLst>
                                          <p:attrName>ppt_x</p:attrName>
                                        </p:attrNameLst>
                                      </p:cBhvr>
                                      <p:tavLst>
                                        <p:tav tm="0">
                                          <p:val>
                                            <p:strVal val="1+#ppt_w/2"/>
                                          </p:val>
                                        </p:tav>
                                        <p:tav tm="100000">
                                          <p:val>
                                            <p:strVal val="#ppt_x"/>
                                          </p:val>
                                        </p:tav>
                                      </p:tavLst>
                                    </p:anim>
                                    <p:anim calcmode="lin" valueType="num">
                                      <p:cBhvr additive="base">
                                        <p:cTn id="67" dur="450" fill="hold"/>
                                        <p:tgtEl>
                                          <p:spTgt spid="29"/>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850"/>
                                  </p:stCondLst>
                                  <p:childTnLst>
                                    <p:set>
                                      <p:cBhvr>
                                        <p:cTn id="69" dur="1" fill="hold">
                                          <p:stCondLst>
                                            <p:cond delay="0"/>
                                          </p:stCondLst>
                                        </p:cTn>
                                        <p:tgtEl>
                                          <p:spTgt spid="30"/>
                                        </p:tgtEl>
                                        <p:attrNameLst>
                                          <p:attrName>style.visibility</p:attrName>
                                        </p:attrNameLst>
                                      </p:cBhvr>
                                      <p:to>
                                        <p:strVal val="visible"/>
                                      </p:to>
                                    </p:set>
                                    <p:anim calcmode="lin" valueType="num">
                                      <p:cBhvr additive="base">
                                        <p:cTn id="70" dur="450" fill="hold"/>
                                        <p:tgtEl>
                                          <p:spTgt spid="30"/>
                                        </p:tgtEl>
                                        <p:attrNameLst>
                                          <p:attrName>ppt_x</p:attrName>
                                        </p:attrNameLst>
                                      </p:cBhvr>
                                      <p:tavLst>
                                        <p:tav tm="0">
                                          <p:val>
                                            <p:strVal val="1+#ppt_w/2"/>
                                          </p:val>
                                        </p:tav>
                                        <p:tav tm="100000">
                                          <p:val>
                                            <p:strVal val="#ppt_x"/>
                                          </p:val>
                                        </p:tav>
                                      </p:tavLst>
                                    </p:anim>
                                    <p:anim calcmode="lin" valueType="num">
                                      <p:cBhvr additive="base">
                                        <p:cTn id="71" dur="450" fill="hold"/>
                                        <p:tgtEl>
                                          <p:spTgt spid="30"/>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850"/>
                                  </p:stCondLst>
                                  <p:childTnLst>
                                    <p:set>
                                      <p:cBhvr>
                                        <p:cTn id="73" dur="1" fill="hold">
                                          <p:stCondLst>
                                            <p:cond delay="0"/>
                                          </p:stCondLst>
                                        </p:cTn>
                                        <p:tgtEl>
                                          <p:spTgt spid="31"/>
                                        </p:tgtEl>
                                        <p:attrNameLst>
                                          <p:attrName>style.visibility</p:attrName>
                                        </p:attrNameLst>
                                      </p:cBhvr>
                                      <p:to>
                                        <p:strVal val="visible"/>
                                      </p:to>
                                    </p:set>
                                    <p:anim calcmode="lin" valueType="num">
                                      <p:cBhvr additive="base">
                                        <p:cTn id="74" dur="450" fill="hold"/>
                                        <p:tgtEl>
                                          <p:spTgt spid="31"/>
                                        </p:tgtEl>
                                        <p:attrNameLst>
                                          <p:attrName>ppt_x</p:attrName>
                                        </p:attrNameLst>
                                      </p:cBhvr>
                                      <p:tavLst>
                                        <p:tav tm="0">
                                          <p:val>
                                            <p:strVal val="1+#ppt_w/2"/>
                                          </p:val>
                                        </p:tav>
                                        <p:tav tm="100000">
                                          <p:val>
                                            <p:strVal val="#ppt_x"/>
                                          </p:val>
                                        </p:tav>
                                      </p:tavLst>
                                    </p:anim>
                                    <p:anim calcmode="lin" valueType="num">
                                      <p:cBhvr additive="base">
                                        <p:cTn id="75" dur="450" fill="hold"/>
                                        <p:tgtEl>
                                          <p:spTgt spid="31"/>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850"/>
                                  </p:stCondLst>
                                  <p:childTnLst>
                                    <p:set>
                                      <p:cBhvr>
                                        <p:cTn id="77" dur="1" fill="hold">
                                          <p:stCondLst>
                                            <p:cond delay="0"/>
                                          </p:stCondLst>
                                        </p:cTn>
                                        <p:tgtEl>
                                          <p:spTgt spid="32"/>
                                        </p:tgtEl>
                                        <p:attrNameLst>
                                          <p:attrName>style.visibility</p:attrName>
                                        </p:attrNameLst>
                                      </p:cBhvr>
                                      <p:to>
                                        <p:strVal val="visible"/>
                                      </p:to>
                                    </p:set>
                                    <p:anim calcmode="lin" valueType="num">
                                      <p:cBhvr additive="base">
                                        <p:cTn id="78" dur="450" fill="hold"/>
                                        <p:tgtEl>
                                          <p:spTgt spid="32"/>
                                        </p:tgtEl>
                                        <p:attrNameLst>
                                          <p:attrName>ppt_x</p:attrName>
                                        </p:attrNameLst>
                                      </p:cBhvr>
                                      <p:tavLst>
                                        <p:tav tm="0">
                                          <p:val>
                                            <p:strVal val="1+#ppt_w/2"/>
                                          </p:val>
                                        </p:tav>
                                        <p:tav tm="100000">
                                          <p:val>
                                            <p:strVal val="#ppt_x"/>
                                          </p:val>
                                        </p:tav>
                                      </p:tavLst>
                                    </p:anim>
                                    <p:anim calcmode="lin" valueType="num">
                                      <p:cBhvr additive="base">
                                        <p:cTn id="79" dur="450" fill="hold"/>
                                        <p:tgtEl>
                                          <p:spTgt spid="32"/>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850"/>
                                  </p:stCondLst>
                                  <p:childTnLst>
                                    <p:set>
                                      <p:cBhvr>
                                        <p:cTn id="81" dur="1" fill="hold">
                                          <p:stCondLst>
                                            <p:cond delay="0"/>
                                          </p:stCondLst>
                                        </p:cTn>
                                        <p:tgtEl>
                                          <p:spTgt spid="33"/>
                                        </p:tgtEl>
                                        <p:attrNameLst>
                                          <p:attrName>style.visibility</p:attrName>
                                        </p:attrNameLst>
                                      </p:cBhvr>
                                      <p:to>
                                        <p:strVal val="visible"/>
                                      </p:to>
                                    </p:set>
                                    <p:anim calcmode="lin" valueType="num">
                                      <p:cBhvr additive="base">
                                        <p:cTn id="82" dur="450" fill="hold"/>
                                        <p:tgtEl>
                                          <p:spTgt spid="33"/>
                                        </p:tgtEl>
                                        <p:attrNameLst>
                                          <p:attrName>ppt_x</p:attrName>
                                        </p:attrNameLst>
                                      </p:cBhvr>
                                      <p:tavLst>
                                        <p:tav tm="0">
                                          <p:val>
                                            <p:strVal val="1+#ppt_w/2"/>
                                          </p:val>
                                        </p:tav>
                                        <p:tav tm="100000">
                                          <p:val>
                                            <p:strVal val="#ppt_x"/>
                                          </p:val>
                                        </p:tav>
                                      </p:tavLst>
                                    </p:anim>
                                    <p:anim calcmode="lin" valueType="num">
                                      <p:cBhvr additive="base">
                                        <p:cTn id="83" dur="450" fill="hold"/>
                                        <p:tgtEl>
                                          <p:spTgt spid="33"/>
                                        </p:tgtEl>
                                        <p:attrNameLst>
                                          <p:attrName>ppt_y</p:attrName>
                                        </p:attrNameLst>
                                      </p:cBhvr>
                                      <p:tavLst>
                                        <p:tav tm="0">
                                          <p:val>
                                            <p:strVal val="#ppt_y"/>
                                          </p:val>
                                        </p:tav>
                                        <p:tav tm="100000">
                                          <p:val>
                                            <p:strVal val="#ppt_y"/>
                                          </p:val>
                                        </p:tav>
                                      </p:tavLst>
                                    </p:anim>
                                  </p:childTnLst>
                                </p:cTn>
                              </p:par>
                              <p:par>
                                <p:cTn id="84" presetID="2" presetClass="entr" presetSubtype="8" fill="hold" grpId="0" nodeType="withEffect">
                                  <p:stCondLst>
                                    <p:cond delay="950"/>
                                  </p:stCondLst>
                                  <p:childTnLst>
                                    <p:set>
                                      <p:cBhvr>
                                        <p:cTn id="85" dur="1" fill="hold">
                                          <p:stCondLst>
                                            <p:cond delay="0"/>
                                          </p:stCondLst>
                                        </p:cTn>
                                        <p:tgtEl>
                                          <p:spTgt spid="15"/>
                                        </p:tgtEl>
                                        <p:attrNameLst>
                                          <p:attrName>style.visibility</p:attrName>
                                        </p:attrNameLst>
                                      </p:cBhvr>
                                      <p:to>
                                        <p:strVal val="visible"/>
                                      </p:to>
                                    </p:set>
                                    <p:anim calcmode="lin" valueType="num">
                                      <p:cBhvr additive="base">
                                        <p:cTn id="86" dur="700" fill="hold"/>
                                        <p:tgtEl>
                                          <p:spTgt spid="15"/>
                                        </p:tgtEl>
                                        <p:attrNameLst>
                                          <p:attrName>ppt_x</p:attrName>
                                        </p:attrNameLst>
                                      </p:cBhvr>
                                      <p:tavLst>
                                        <p:tav tm="0">
                                          <p:val>
                                            <p:strVal val="0-#ppt_w/2"/>
                                          </p:val>
                                        </p:tav>
                                        <p:tav tm="100000">
                                          <p:val>
                                            <p:strVal val="#ppt_x"/>
                                          </p:val>
                                        </p:tav>
                                      </p:tavLst>
                                    </p:anim>
                                    <p:anim calcmode="lin" valueType="num">
                                      <p:cBhvr additive="base">
                                        <p:cTn id="87" dur="700" fill="hold"/>
                                        <p:tgtEl>
                                          <p:spTgt spid="15"/>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1000"/>
                                  </p:stCondLst>
                                  <p:childTnLst>
                                    <p:set>
                                      <p:cBhvr>
                                        <p:cTn id="89" dur="1" fill="hold">
                                          <p:stCondLst>
                                            <p:cond delay="0"/>
                                          </p:stCondLst>
                                        </p:cTn>
                                        <p:tgtEl>
                                          <p:spTgt spid="34"/>
                                        </p:tgtEl>
                                        <p:attrNameLst>
                                          <p:attrName>style.visibility</p:attrName>
                                        </p:attrNameLst>
                                      </p:cBhvr>
                                      <p:to>
                                        <p:strVal val="visible"/>
                                      </p:to>
                                    </p:set>
                                    <p:anim calcmode="lin" valueType="num">
                                      <p:cBhvr additive="base">
                                        <p:cTn id="90" dur="450" fill="hold"/>
                                        <p:tgtEl>
                                          <p:spTgt spid="34"/>
                                        </p:tgtEl>
                                        <p:attrNameLst>
                                          <p:attrName>ppt_x</p:attrName>
                                        </p:attrNameLst>
                                      </p:cBhvr>
                                      <p:tavLst>
                                        <p:tav tm="0">
                                          <p:val>
                                            <p:strVal val="1+#ppt_w/2"/>
                                          </p:val>
                                        </p:tav>
                                        <p:tav tm="100000">
                                          <p:val>
                                            <p:strVal val="#ppt_x"/>
                                          </p:val>
                                        </p:tav>
                                      </p:tavLst>
                                    </p:anim>
                                    <p:anim calcmode="lin" valueType="num">
                                      <p:cBhvr additive="base">
                                        <p:cTn id="91" dur="450" fill="hold"/>
                                        <p:tgtEl>
                                          <p:spTgt spid="34"/>
                                        </p:tgtEl>
                                        <p:attrNameLst>
                                          <p:attrName>ppt_y</p:attrName>
                                        </p:attrNameLst>
                                      </p:cBhvr>
                                      <p:tavLst>
                                        <p:tav tm="0">
                                          <p:val>
                                            <p:strVal val="#ppt_y"/>
                                          </p:val>
                                        </p:tav>
                                        <p:tav tm="100000">
                                          <p:val>
                                            <p:strVal val="#ppt_y"/>
                                          </p:val>
                                        </p:tav>
                                      </p:tavLst>
                                    </p:anim>
                                  </p:childTnLst>
                                </p:cTn>
                              </p:par>
                              <p:par>
                                <p:cTn id="92" presetID="2" presetClass="entr" presetSubtype="2" fill="hold" grpId="0" nodeType="withEffect">
                                  <p:stCondLst>
                                    <p:cond delay="1000"/>
                                  </p:stCondLst>
                                  <p:childTnLst>
                                    <p:set>
                                      <p:cBhvr>
                                        <p:cTn id="93" dur="1" fill="hold">
                                          <p:stCondLst>
                                            <p:cond delay="0"/>
                                          </p:stCondLst>
                                        </p:cTn>
                                        <p:tgtEl>
                                          <p:spTgt spid="35"/>
                                        </p:tgtEl>
                                        <p:attrNameLst>
                                          <p:attrName>style.visibility</p:attrName>
                                        </p:attrNameLst>
                                      </p:cBhvr>
                                      <p:to>
                                        <p:strVal val="visible"/>
                                      </p:to>
                                    </p:set>
                                    <p:anim calcmode="lin" valueType="num">
                                      <p:cBhvr additive="base">
                                        <p:cTn id="94" dur="450" fill="hold"/>
                                        <p:tgtEl>
                                          <p:spTgt spid="35"/>
                                        </p:tgtEl>
                                        <p:attrNameLst>
                                          <p:attrName>ppt_x</p:attrName>
                                        </p:attrNameLst>
                                      </p:cBhvr>
                                      <p:tavLst>
                                        <p:tav tm="0">
                                          <p:val>
                                            <p:strVal val="1+#ppt_w/2"/>
                                          </p:val>
                                        </p:tav>
                                        <p:tav tm="100000">
                                          <p:val>
                                            <p:strVal val="#ppt_x"/>
                                          </p:val>
                                        </p:tav>
                                      </p:tavLst>
                                    </p:anim>
                                    <p:anim calcmode="lin" valueType="num">
                                      <p:cBhvr additive="base">
                                        <p:cTn id="95" dur="450" fill="hold"/>
                                        <p:tgtEl>
                                          <p:spTgt spid="35"/>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1000"/>
                                  </p:stCondLst>
                                  <p:childTnLst>
                                    <p:set>
                                      <p:cBhvr>
                                        <p:cTn id="97" dur="1" fill="hold">
                                          <p:stCondLst>
                                            <p:cond delay="0"/>
                                          </p:stCondLst>
                                        </p:cTn>
                                        <p:tgtEl>
                                          <p:spTgt spid="36"/>
                                        </p:tgtEl>
                                        <p:attrNameLst>
                                          <p:attrName>style.visibility</p:attrName>
                                        </p:attrNameLst>
                                      </p:cBhvr>
                                      <p:to>
                                        <p:strVal val="visible"/>
                                      </p:to>
                                    </p:set>
                                    <p:anim calcmode="lin" valueType="num">
                                      <p:cBhvr additive="base">
                                        <p:cTn id="98" dur="450" fill="hold"/>
                                        <p:tgtEl>
                                          <p:spTgt spid="36"/>
                                        </p:tgtEl>
                                        <p:attrNameLst>
                                          <p:attrName>ppt_x</p:attrName>
                                        </p:attrNameLst>
                                      </p:cBhvr>
                                      <p:tavLst>
                                        <p:tav tm="0">
                                          <p:val>
                                            <p:strVal val="1+#ppt_w/2"/>
                                          </p:val>
                                        </p:tav>
                                        <p:tav tm="100000">
                                          <p:val>
                                            <p:strVal val="#ppt_x"/>
                                          </p:val>
                                        </p:tav>
                                      </p:tavLst>
                                    </p:anim>
                                    <p:anim calcmode="lin" valueType="num">
                                      <p:cBhvr additive="base">
                                        <p:cTn id="99" dur="450" fill="hold"/>
                                        <p:tgtEl>
                                          <p:spTgt spid="36"/>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1000"/>
                                  </p:stCondLst>
                                  <p:childTnLst>
                                    <p:set>
                                      <p:cBhvr>
                                        <p:cTn id="101" dur="1" fill="hold">
                                          <p:stCondLst>
                                            <p:cond delay="0"/>
                                          </p:stCondLst>
                                        </p:cTn>
                                        <p:tgtEl>
                                          <p:spTgt spid="37"/>
                                        </p:tgtEl>
                                        <p:attrNameLst>
                                          <p:attrName>style.visibility</p:attrName>
                                        </p:attrNameLst>
                                      </p:cBhvr>
                                      <p:to>
                                        <p:strVal val="visible"/>
                                      </p:to>
                                    </p:set>
                                    <p:anim calcmode="lin" valueType="num">
                                      <p:cBhvr additive="base">
                                        <p:cTn id="102" dur="450" fill="hold"/>
                                        <p:tgtEl>
                                          <p:spTgt spid="37"/>
                                        </p:tgtEl>
                                        <p:attrNameLst>
                                          <p:attrName>ppt_x</p:attrName>
                                        </p:attrNameLst>
                                      </p:cBhvr>
                                      <p:tavLst>
                                        <p:tav tm="0">
                                          <p:val>
                                            <p:strVal val="1+#ppt_w/2"/>
                                          </p:val>
                                        </p:tav>
                                        <p:tav tm="100000">
                                          <p:val>
                                            <p:strVal val="#ppt_x"/>
                                          </p:val>
                                        </p:tav>
                                      </p:tavLst>
                                    </p:anim>
                                    <p:anim calcmode="lin" valueType="num">
                                      <p:cBhvr additive="base">
                                        <p:cTn id="103" dur="450" fill="hold"/>
                                        <p:tgtEl>
                                          <p:spTgt spid="37"/>
                                        </p:tgtEl>
                                        <p:attrNameLst>
                                          <p:attrName>ppt_y</p:attrName>
                                        </p:attrNameLst>
                                      </p:cBhvr>
                                      <p:tavLst>
                                        <p:tav tm="0">
                                          <p:val>
                                            <p:strVal val="#ppt_y"/>
                                          </p:val>
                                        </p:tav>
                                        <p:tav tm="100000">
                                          <p:val>
                                            <p:strVal val="#ppt_y"/>
                                          </p:val>
                                        </p:tav>
                                      </p:tavLst>
                                    </p:anim>
                                  </p:childTnLst>
                                </p:cTn>
                              </p:par>
                              <p:par>
                                <p:cTn id="104" presetID="2" presetClass="entr" presetSubtype="2" fill="hold" grpId="0" nodeType="withEffect">
                                  <p:stCondLst>
                                    <p:cond delay="1000"/>
                                  </p:stCondLst>
                                  <p:childTnLst>
                                    <p:set>
                                      <p:cBhvr>
                                        <p:cTn id="105" dur="1" fill="hold">
                                          <p:stCondLst>
                                            <p:cond delay="0"/>
                                          </p:stCondLst>
                                        </p:cTn>
                                        <p:tgtEl>
                                          <p:spTgt spid="38"/>
                                        </p:tgtEl>
                                        <p:attrNameLst>
                                          <p:attrName>style.visibility</p:attrName>
                                        </p:attrNameLst>
                                      </p:cBhvr>
                                      <p:to>
                                        <p:strVal val="visible"/>
                                      </p:to>
                                    </p:set>
                                    <p:anim calcmode="lin" valueType="num">
                                      <p:cBhvr additive="base">
                                        <p:cTn id="106" dur="450" fill="hold"/>
                                        <p:tgtEl>
                                          <p:spTgt spid="38"/>
                                        </p:tgtEl>
                                        <p:attrNameLst>
                                          <p:attrName>ppt_x</p:attrName>
                                        </p:attrNameLst>
                                      </p:cBhvr>
                                      <p:tavLst>
                                        <p:tav tm="0">
                                          <p:val>
                                            <p:strVal val="1+#ppt_w/2"/>
                                          </p:val>
                                        </p:tav>
                                        <p:tav tm="100000">
                                          <p:val>
                                            <p:strVal val="#ppt_x"/>
                                          </p:val>
                                        </p:tav>
                                      </p:tavLst>
                                    </p:anim>
                                    <p:anim calcmode="lin" valueType="num">
                                      <p:cBhvr additive="base">
                                        <p:cTn id="107" dur="450" fill="hold"/>
                                        <p:tgtEl>
                                          <p:spTgt spid="38"/>
                                        </p:tgtEl>
                                        <p:attrNameLst>
                                          <p:attrName>ppt_y</p:attrName>
                                        </p:attrNameLst>
                                      </p:cBhvr>
                                      <p:tavLst>
                                        <p:tav tm="0">
                                          <p:val>
                                            <p:strVal val="#ppt_y"/>
                                          </p:val>
                                        </p:tav>
                                        <p:tav tm="100000">
                                          <p:val>
                                            <p:strVal val="#ppt_y"/>
                                          </p:val>
                                        </p:tav>
                                      </p:tavLst>
                                    </p:anim>
                                  </p:childTnLst>
                                </p:cTn>
                              </p:par>
                              <p:par>
                                <p:cTn id="108" presetID="2" presetClass="entr" presetSubtype="2" fill="hold" grpId="0" nodeType="withEffect">
                                  <p:stCondLst>
                                    <p:cond delay="1150"/>
                                  </p:stCondLst>
                                  <p:childTnLst>
                                    <p:set>
                                      <p:cBhvr>
                                        <p:cTn id="109" dur="1" fill="hold">
                                          <p:stCondLst>
                                            <p:cond delay="0"/>
                                          </p:stCondLst>
                                        </p:cTn>
                                        <p:tgtEl>
                                          <p:spTgt spid="39"/>
                                        </p:tgtEl>
                                        <p:attrNameLst>
                                          <p:attrName>style.visibility</p:attrName>
                                        </p:attrNameLst>
                                      </p:cBhvr>
                                      <p:to>
                                        <p:strVal val="visible"/>
                                      </p:to>
                                    </p:set>
                                    <p:anim calcmode="lin" valueType="num">
                                      <p:cBhvr additive="base">
                                        <p:cTn id="110" dur="450" fill="hold"/>
                                        <p:tgtEl>
                                          <p:spTgt spid="39"/>
                                        </p:tgtEl>
                                        <p:attrNameLst>
                                          <p:attrName>ppt_x</p:attrName>
                                        </p:attrNameLst>
                                      </p:cBhvr>
                                      <p:tavLst>
                                        <p:tav tm="0">
                                          <p:val>
                                            <p:strVal val="1+#ppt_w/2"/>
                                          </p:val>
                                        </p:tav>
                                        <p:tav tm="100000">
                                          <p:val>
                                            <p:strVal val="#ppt_x"/>
                                          </p:val>
                                        </p:tav>
                                      </p:tavLst>
                                    </p:anim>
                                    <p:anim calcmode="lin" valueType="num">
                                      <p:cBhvr additive="base">
                                        <p:cTn id="111" dur="450" fill="hold"/>
                                        <p:tgtEl>
                                          <p:spTgt spid="39"/>
                                        </p:tgtEl>
                                        <p:attrNameLst>
                                          <p:attrName>ppt_y</p:attrName>
                                        </p:attrNameLst>
                                      </p:cBhvr>
                                      <p:tavLst>
                                        <p:tav tm="0">
                                          <p:val>
                                            <p:strVal val="#ppt_y"/>
                                          </p:val>
                                        </p:tav>
                                        <p:tav tm="100000">
                                          <p:val>
                                            <p:strVal val="#ppt_y"/>
                                          </p:val>
                                        </p:tav>
                                      </p:tavLst>
                                    </p:anim>
                                  </p:childTnLst>
                                </p:cTn>
                              </p:par>
                              <p:par>
                                <p:cTn id="112" presetID="2" presetClass="entr" presetSubtype="2" fill="hold" grpId="0" nodeType="withEffect">
                                  <p:stCondLst>
                                    <p:cond delay="1150"/>
                                  </p:stCondLst>
                                  <p:childTnLst>
                                    <p:set>
                                      <p:cBhvr>
                                        <p:cTn id="113" dur="1" fill="hold">
                                          <p:stCondLst>
                                            <p:cond delay="0"/>
                                          </p:stCondLst>
                                        </p:cTn>
                                        <p:tgtEl>
                                          <p:spTgt spid="40"/>
                                        </p:tgtEl>
                                        <p:attrNameLst>
                                          <p:attrName>style.visibility</p:attrName>
                                        </p:attrNameLst>
                                      </p:cBhvr>
                                      <p:to>
                                        <p:strVal val="visible"/>
                                      </p:to>
                                    </p:set>
                                    <p:anim calcmode="lin" valueType="num">
                                      <p:cBhvr additive="base">
                                        <p:cTn id="114" dur="450" fill="hold"/>
                                        <p:tgtEl>
                                          <p:spTgt spid="40"/>
                                        </p:tgtEl>
                                        <p:attrNameLst>
                                          <p:attrName>ppt_x</p:attrName>
                                        </p:attrNameLst>
                                      </p:cBhvr>
                                      <p:tavLst>
                                        <p:tav tm="0">
                                          <p:val>
                                            <p:strVal val="1+#ppt_w/2"/>
                                          </p:val>
                                        </p:tav>
                                        <p:tav tm="100000">
                                          <p:val>
                                            <p:strVal val="#ppt_x"/>
                                          </p:val>
                                        </p:tav>
                                      </p:tavLst>
                                    </p:anim>
                                    <p:anim calcmode="lin" valueType="num">
                                      <p:cBhvr additive="base">
                                        <p:cTn id="115" dur="450" fill="hold"/>
                                        <p:tgtEl>
                                          <p:spTgt spid="40"/>
                                        </p:tgtEl>
                                        <p:attrNameLst>
                                          <p:attrName>ppt_y</p:attrName>
                                        </p:attrNameLst>
                                      </p:cBhvr>
                                      <p:tavLst>
                                        <p:tav tm="0">
                                          <p:val>
                                            <p:strVal val="#ppt_y"/>
                                          </p:val>
                                        </p:tav>
                                        <p:tav tm="100000">
                                          <p:val>
                                            <p:strVal val="#ppt_y"/>
                                          </p:val>
                                        </p:tav>
                                      </p:tavLst>
                                    </p:anim>
                                  </p:childTnLst>
                                </p:cTn>
                              </p:par>
                              <p:par>
                                <p:cTn id="116" presetID="2" presetClass="entr" presetSubtype="2" fill="hold" grpId="0" nodeType="withEffect">
                                  <p:stCondLst>
                                    <p:cond delay="1150"/>
                                  </p:stCondLst>
                                  <p:childTnLst>
                                    <p:set>
                                      <p:cBhvr>
                                        <p:cTn id="117" dur="1" fill="hold">
                                          <p:stCondLst>
                                            <p:cond delay="0"/>
                                          </p:stCondLst>
                                        </p:cTn>
                                        <p:tgtEl>
                                          <p:spTgt spid="41"/>
                                        </p:tgtEl>
                                        <p:attrNameLst>
                                          <p:attrName>style.visibility</p:attrName>
                                        </p:attrNameLst>
                                      </p:cBhvr>
                                      <p:to>
                                        <p:strVal val="visible"/>
                                      </p:to>
                                    </p:set>
                                    <p:anim calcmode="lin" valueType="num">
                                      <p:cBhvr additive="base">
                                        <p:cTn id="118" dur="450" fill="hold"/>
                                        <p:tgtEl>
                                          <p:spTgt spid="41"/>
                                        </p:tgtEl>
                                        <p:attrNameLst>
                                          <p:attrName>ppt_x</p:attrName>
                                        </p:attrNameLst>
                                      </p:cBhvr>
                                      <p:tavLst>
                                        <p:tav tm="0">
                                          <p:val>
                                            <p:strVal val="1+#ppt_w/2"/>
                                          </p:val>
                                        </p:tav>
                                        <p:tav tm="100000">
                                          <p:val>
                                            <p:strVal val="#ppt_x"/>
                                          </p:val>
                                        </p:tav>
                                      </p:tavLst>
                                    </p:anim>
                                    <p:anim calcmode="lin" valueType="num">
                                      <p:cBhvr additive="base">
                                        <p:cTn id="119" dur="450" fill="hold"/>
                                        <p:tgtEl>
                                          <p:spTgt spid="41"/>
                                        </p:tgtEl>
                                        <p:attrNameLst>
                                          <p:attrName>ppt_y</p:attrName>
                                        </p:attrNameLst>
                                      </p:cBhvr>
                                      <p:tavLst>
                                        <p:tav tm="0">
                                          <p:val>
                                            <p:strVal val="#ppt_y"/>
                                          </p:val>
                                        </p:tav>
                                        <p:tav tm="100000">
                                          <p:val>
                                            <p:strVal val="#ppt_y"/>
                                          </p:val>
                                        </p:tav>
                                      </p:tavLst>
                                    </p:anim>
                                  </p:childTnLst>
                                </p:cTn>
                              </p:par>
                              <p:par>
                                <p:cTn id="120" presetID="2" presetClass="entr" presetSubtype="2" fill="hold" grpId="0" nodeType="withEffect">
                                  <p:stCondLst>
                                    <p:cond delay="1150"/>
                                  </p:stCondLst>
                                  <p:childTnLst>
                                    <p:set>
                                      <p:cBhvr>
                                        <p:cTn id="121" dur="1" fill="hold">
                                          <p:stCondLst>
                                            <p:cond delay="0"/>
                                          </p:stCondLst>
                                        </p:cTn>
                                        <p:tgtEl>
                                          <p:spTgt spid="42"/>
                                        </p:tgtEl>
                                        <p:attrNameLst>
                                          <p:attrName>style.visibility</p:attrName>
                                        </p:attrNameLst>
                                      </p:cBhvr>
                                      <p:to>
                                        <p:strVal val="visible"/>
                                      </p:to>
                                    </p:set>
                                    <p:anim calcmode="lin" valueType="num">
                                      <p:cBhvr additive="base">
                                        <p:cTn id="122" dur="450" fill="hold"/>
                                        <p:tgtEl>
                                          <p:spTgt spid="42"/>
                                        </p:tgtEl>
                                        <p:attrNameLst>
                                          <p:attrName>ppt_x</p:attrName>
                                        </p:attrNameLst>
                                      </p:cBhvr>
                                      <p:tavLst>
                                        <p:tav tm="0">
                                          <p:val>
                                            <p:strVal val="1+#ppt_w/2"/>
                                          </p:val>
                                        </p:tav>
                                        <p:tav tm="100000">
                                          <p:val>
                                            <p:strVal val="#ppt_x"/>
                                          </p:val>
                                        </p:tav>
                                      </p:tavLst>
                                    </p:anim>
                                    <p:anim calcmode="lin" valueType="num">
                                      <p:cBhvr additive="base">
                                        <p:cTn id="123" dur="450" fill="hold"/>
                                        <p:tgtEl>
                                          <p:spTgt spid="42"/>
                                        </p:tgtEl>
                                        <p:attrNameLst>
                                          <p:attrName>ppt_y</p:attrName>
                                        </p:attrNameLst>
                                      </p:cBhvr>
                                      <p:tavLst>
                                        <p:tav tm="0">
                                          <p:val>
                                            <p:strVal val="#ppt_y"/>
                                          </p:val>
                                        </p:tav>
                                        <p:tav tm="100000">
                                          <p:val>
                                            <p:strVal val="#ppt_y"/>
                                          </p:val>
                                        </p:tav>
                                      </p:tavLst>
                                    </p:anim>
                                  </p:childTnLst>
                                </p:cTn>
                              </p:par>
                              <p:par>
                                <p:cTn id="124" presetID="2" presetClass="entr" presetSubtype="2" fill="hold" grpId="0" nodeType="withEffect">
                                  <p:stCondLst>
                                    <p:cond delay="1150"/>
                                  </p:stCondLst>
                                  <p:childTnLst>
                                    <p:set>
                                      <p:cBhvr>
                                        <p:cTn id="125" dur="1" fill="hold">
                                          <p:stCondLst>
                                            <p:cond delay="0"/>
                                          </p:stCondLst>
                                        </p:cTn>
                                        <p:tgtEl>
                                          <p:spTgt spid="43"/>
                                        </p:tgtEl>
                                        <p:attrNameLst>
                                          <p:attrName>style.visibility</p:attrName>
                                        </p:attrNameLst>
                                      </p:cBhvr>
                                      <p:to>
                                        <p:strVal val="visible"/>
                                      </p:to>
                                    </p:set>
                                    <p:anim calcmode="lin" valueType="num">
                                      <p:cBhvr additive="base">
                                        <p:cTn id="126" dur="450" fill="hold"/>
                                        <p:tgtEl>
                                          <p:spTgt spid="43"/>
                                        </p:tgtEl>
                                        <p:attrNameLst>
                                          <p:attrName>ppt_x</p:attrName>
                                        </p:attrNameLst>
                                      </p:cBhvr>
                                      <p:tavLst>
                                        <p:tav tm="0">
                                          <p:val>
                                            <p:strVal val="1+#ppt_w/2"/>
                                          </p:val>
                                        </p:tav>
                                        <p:tav tm="100000">
                                          <p:val>
                                            <p:strVal val="#ppt_x"/>
                                          </p:val>
                                        </p:tav>
                                      </p:tavLst>
                                    </p:anim>
                                    <p:anim calcmode="lin" valueType="num">
                                      <p:cBhvr additive="base">
                                        <p:cTn id="127" dur="450" fill="hold"/>
                                        <p:tgtEl>
                                          <p:spTgt spid="43"/>
                                        </p:tgtEl>
                                        <p:attrNameLst>
                                          <p:attrName>ppt_y</p:attrName>
                                        </p:attrNameLst>
                                      </p:cBhvr>
                                      <p:tavLst>
                                        <p:tav tm="0">
                                          <p:val>
                                            <p:strVal val="#ppt_y"/>
                                          </p:val>
                                        </p:tav>
                                        <p:tav tm="100000">
                                          <p:val>
                                            <p:strVal val="#ppt_y"/>
                                          </p:val>
                                        </p:tav>
                                      </p:tavLst>
                                    </p:anim>
                                  </p:childTnLst>
                                </p:cTn>
                              </p:par>
                              <p:par>
                                <p:cTn id="128" presetID="2" presetClass="entr" presetSubtype="8" fill="hold" grpId="0" nodeType="withEffect">
                                  <p:stCondLst>
                                    <p:cond delay="1200"/>
                                  </p:stCondLst>
                                  <p:childTnLst>
                                    <p:set>
                                      <p:cBhvr>
                                        <p:cTn id="129" dur="1" fill="hold">
                                          <p:stCondLst>
                                            <p:cond delay="0"/>
                                          </p:stCondLst>
                                        </p:cTn>
                                        <p:tgtEl>
                                          <p:spTgt spid="16"/>
                                        </p:tgtEl>
                                        <p:attrNameLst>
                                          <p:attrName>style.visibility</p:attrName>
                                        </p:attrNameLst>
                                      </p:cBhvr>
                                      <p:to>
                                        <p:strVal val="visible"/>
                                      </p:to>
                                    </p:set>
                                    <p:anim calcmode="lin" valueType="num">
                                      <p:cBhvr additive="base">
                                        <p:cTn id="130" dur="700" fill="hold"/>
                                        <p:tgtEl>
                                          <p:spTgt spid="16"/>
                                        </p:tgtEl>
                                        <p:attrNameLst>
                                          <p:attrName>ppt_x</p:attrName>
                                        </p:attrNameLst>
                                      </p:cBhvr>
                                      <p:tavLst>
                                        <p:tav tm="0">
                                          <p:val>
                                            <p:strVal val="0-#ppt_w/2"/>
                                          </p:val>
                                        </p:tav>
                                        <p:tav tm="100000">
                                          <p:val>
                                            <p:strVal val="#ppt_x"/>
                                          </p:val>
                                        </p:tav>
                                      </p:tavLst>
                                    </p:anim>
                                    <p:anim calcmode="lin" valueType="num">
                                      <p:cBhvr additive="base">
                                        <p:cTn id="131" dur="700" fill="hold"/>
                                        <p:tgtEl>
                                          <p:spTgt spid="16"/>
                                        </p:tgtEl>
                                        <p:attrNameLst>
                                          <p:attrName>ppt_y</p:attrName>
                                        </p:attrNameLst>
                                      </p:cBhvr>
                                      <p:tavLst>
                                        <p:tav tm="0">
                                          <p:val>
                                            <p:strVal val="#ppt_y"/>
                                          </p:val>
                                        </p:tav>
                                        <p:tav tm="100000">
                                          <p:val>
                                            <p:strVal val="#ppt_y"/>
                                          </p:val>
                                        </p:tav>
                                      </p:tavLst>
                                    </p:anim>
                                  </p:childTnLst>
                                </p:cTn>
                              </p:par>
                              <p:par>
                                <p:cTn id="132" presetID="2" presetClass="entr" presetSubtype="8" fill="hold" grpId="0" nodeType="withEffect">
                                  <p:stCondLst>
                                    <p:cond delay="1450"/>
                                  </p:stCondLst>
                                  <p:childTnLst>
                                    <p:set>
                                      <p:cBhvr>
                                        <p:cTn id="133" dur="1" fill="hold">
                                          <p:stCondLst>
                                            <p:cond delay="0"/>
                                          </p:stCondLst>
                                        </p:cTn>
                                        <p:tgtEl>
                                          <p:spTgt spid="17"/>
                                        </p:tgtEl>
                                        <p:attrNameLst>
                                          <p:attrName>style.visibility</p:attrName>
                                        </p:attrNameLst>
                                      </p:cBhvr>
                                      <p:to>
                                        <p:strVal val="visible"/>
                                      </p:to>
                                    </p:set>
                                    <p:anim calcmode="lin" valueType="num">
                                      <p:cBhvr additive="base">
                                        <p:cTn id="134" dur="700" fill="hold"/>
                                        <p:tgtEl>
                                          <p:spTgt spid="17"/>
                                        </p:tgtEl>
                                        <p:attrNameLst>
                                          <p:attrName>ppt_x</p:attrName>
                                        </p:attrNameLst>
                                      </p:cBhvr>
                                      <p:tavLst>
                                        <p:tav tm="0">
                                          <p:val>
                                            <p:strVal val="0-#ppt_w/2"/>
                                          </p:val>
                                        </p:tav>
                                        <p:tav tm="100000">
                                          <p:val>
                                            <p:strVal val="#ppt_x"/>
                                          </p:val>
                                        </p:tav>
                                      </p:tavLst>
                                    </p:anim>
                                    <p:anim calcmode="lin" valueType="num">
                                      <p:cBhvr additive="base">
                                        <p:cTn id="135" dur="700" fill="hold"/>
                                        <p:tgtEl>
                                          <p:spTgt spid="17"/>
                                        </p:tgtEl>
                                        <p:attrNameLst>
                                          <p:attrName>ppt_y</p:attrName>
                                        </p:attrNameLst>
                                      </p:cBhvr>
                                      <p:tavLst>
                                        <p:tav tm="0">
                                          <p:val>
                                            <p:strVal val="#ppt_y"/>
                                          </p:val>
                                        </p:tav>
                                        <p:tav tm="100000">
                                          <p:val>
                                            <p:strVal val="#ppt_y"/>
                                          </p:val>
                                        </p:tav>
                                      </p:tavLst>
                                    </p:anim>
                                  </p:childTnLst>
                                </p:cTn>
                              </p:par>
                              <p:par>
                                <p:cTn id="136" presetID="2" presetClass="entr" presetSubtype="8" fill="hold" grpId="0" nodeType="withEffect">
                                  <p:stCondLst>
                                    <p:cond delay="1700"/>
                                  </p:stCondLst>
                                  <p:childTnLst>
                                    <p:set>
                                      <p:cBhvr>
                                        <p:cTn id="137" dur="1" fill="hold">
                                          <p:stCondLst>
                                            <p:cond delay="0"/>
                                          </p:stCondLst>
                                        </p:cTn>
                                        <p:tgtEl>
                                          <p:spTgt spid="18"/>
                                        </p:tgtEl>
                                        <p:attrNameLst>
                                          <p:attrName>style.visibility</p:attrName>
                                        </p:attrNameLst>
                                      </p:cBhvr>
                                      <p:to>
                                        <p:strVal val="visible"/>
                                      </p:to>
                                    </p:set>
                                    <p:anim calcmode="lin" valueType="num">
                                      <p:cBhvr additive="base">
                                        <p:cTn id="138" dur="700" fill="hold"/>
                                        <p:tgtEl>
                                          <p:spTgt spid="18"/>
                                        </p:tgtEl>
                                        <p:attrNameLst>
                                          <p:attrName>ppt_x</p:attrName>
                                        </p:attrNameLst>
                                      </p:cBhvr>
                                      <p:tavLst>
                                        <p:tav tm="0">
                                          <p:val>
                                            <p:strVal val="0-#ppt_w/2"/>
                                          </p:val>
                                        </p:tav>
                                        <p:tav tm="100000">
                                          <p:val>
                                            <p:strVal val="#ppt_x"/>
                                          </p:val>
                                        </p:tav>
                                      </p:tavLst>
                                    </p:anim>
                                    <p:anim calcmode="lin" valueType="num">
                                      <p:cBhvr additive="base">
                                        <p:cTn id="139" dur="700" fill="hold"/>
                                        <p:tgtEl>
                                          <p:spTgt spid="18"/>
                                        </p:tgtEl>
                                        <p:attrNameLst>
                                          <p:attrName>ppt_y</p:attrName>
                                        </p:attrNameLst>
                                      </p:cBhvr>
                                      <p:tavLst>
                                        <p:tav tm="0">
                                          <p:val>
                                            <p:strVal val="#ppt_y"/>
                                          </p:val>
                                        </p:tav>
                                        <p:tav tm="100000">
                                          <p:val>
                                            <p:strVal val="#ppt_y"/>
                                          </p:val>
                                        </p:tav>
                                      </p:tavLst>
                                    </p:anim>
                                  </p:childTnLst>
                                </p:cTn>
                              </p:par>
                              <p:par>
                                <p:cTn id="140" presetID="2" presetClass="entr" presetSubtype="8" fill="hold" grpId="0" nodeType="withEffect">
                                  <p:stCondLst>
                                    <p:cond delay="1700"/>
                                  </p:stCondLst>
                                  <p:childTnLst>
                                    <p:set>
                                      <p:cBhvr>
                                        <p:cTn id="141" dur="1" fill="hold">
                                          <p:stCondLst>
                                            <p:cond delay="0"/>
                                          </p:stCondLst>
                                        </p:cTn>
                                        <p:tgtEl>
                                          <p:spTgt spid="19"/>
                                        </p:tgtEl>
                                        <p:attrNameLst>
                                          <p:attrName>style.visibility</p:attrName>
                                        </p:attrNameLst>
                                      </p:cBhvr>
                                      <p:to>
                                        <p:strVal val="visible"/>
                                      </p:to>
                                    </p:set>
                                    <p:anim calcmode="lin" valueType="num">
                                      <p:cBhvr additive="base">
                                        <p:cTn id="142" dur="700" fill="hold"/>
                                        <p:tgtEl>
                                          <p:spTgt spid="19"/>
                                        </p:tgtEl>
                                        <p:attrNameLst>
                                          <p:attrName>ppt_x</p:attrName>
                                        </p:attrNameLst>
                                      </p:cBhvr>
                                      <p:tavLst>
                                        <p:tav tm="0">
                                          <p:val>
                                            <p:strVal val="0-#ppt_w/2"/>
                                          </p:val>
                                        </p:tav>
                                        <p:tav tm="100000">
                                          <p:val>
                                            <p:strVal val="#ppt_x"/>
                                          </p:val>
                                        </p:tav>
                                      </p:tavLst>
                                    </p:anim>
                                    <p:anim calcmode="lin" valueType="num">
                                      <p:cBhvr additive="base">
                                        <p:cTn id="143" dur="700" fill="hold"/>
                                        <p:tgtEl>
                                          <p:spTgt spid="19"/>
                                        </p:tgtEl>
                                        <p:attrNameLst>
                                          <p:attrName>ppt_y</p:attrName>
                                        </p:attrNameLst>
                                      </p:cBhvr>
                                      <p:tavLst>
                                        <p:tav tm="0">
                                          <p:val>
                                            <p:strVal val="#ppt_y"/>
                                          </p:val>
                                        </p:tav>
                                        <p:tav tm="100000">
                                          <p:val>
                                            <p:strVal val="#ppt_y"/>
                                          </p:val>
                                        </p:tav>
                                      </p:tavLst>
                                    </p:anim>
                                  </p:childTnLst>
                                </p:cTn>
                              </p:par>
                              <p:par>
                                <p:cTn id="144" presetID="2" presetClass="entr" presetSubtype="8" fill="hold" grpId="0" nodeType="withEffect">
                                  <p:stCondLst>
                                    <p:cond delay="1700"/>
                                  </p:stCondLst>
                                  <p:childTnLst>
                                    <p:set>
                                      <p:cBhvr>
                                        <p:cTn id="145" dur="1" fill="hold">
                                          <p:stCondLst>
                                            <p:cond delay="0"/>
                                          </p:stCondLst>
                                        </p:cTn>
                                        <p:tgtEl>
                                          <p:spTgt spid="20"/>
                                        </p:tgtEl>
                                        <p:attrNameLst>
                                          <p:attrName>style.visibility</p:attrName>
                                        </p:attrNameLst>
                                      </p:cBhvr>
                                      <p:to>
                                        <p:strVal val="visible"/>
                                      </p:to>
                                    </p:set>
                                    <p:anim calcmode="lin" valueType="num">
                                      <p:cBhvr additive="base">
                                        <p:cTn id="146" dur="700" fill="hold"/>
                                        <p:tgtEl>
                                          <p:spTgt spid="20"/>
                                        </p:tgtEl>
                                        <p:attrNameLst>
                                          <p:attrName>ppt_x</p:attrName>
                                        </p:attrNameLst>
                                      </p:cBhvr>
                                      <p:tavLst>
                                        <p:tav tm="0">
                                          <p:val>
                                            <p:strVal val="0-#ppt_w/2"/>
                                          </p:val>
                                        </p:tav>
                                        <p:tav tm="100000">
                                          <p:val>
                                            <p:strVal val="#ppt_x"/>
                                          </p:val>
                                        </p:tav>
                                      </p:tavLst>
                                    </p:anim>
                                    <p:anim calcmode="lin" valueType="num">
                                      <p:cBhvr additive="base">
                                        <p:cTn id="147" dur="700" fill="hold"/>
                                        <p:tgtEl>
                                          <p:spTgt spid="20"/>
                                        </p:tgtEl>
                                        <p:attrNameLst>
                                          <p:attrName>ppt_y</p:attrName>
                                        </p:attrNameLst>
                                      </p:cBhvr>
                                      <p:tavLst>
                                        <p:tav tm="0">
                                          <p:val>
                                            <p:strVal val="#ppt_y"/>
                                          </p:val>
                                        </p:tav>
                                        <p:tav tm="100000">
                                          <p:val>
                                            <p:strVal val="#ppt_y"/>
                                          </p:val>
                                        </p:tav>
                                      </p:tavLst>
                                    </p:anim>
                                  </p:childTnLst>
                                </p:cTn>
                              </p:par>
                              <p:par>
                                <p:cTn id="148" presetID="2" presetClass="entr" presetSubtype="8" fill="hold" grpId="0" nodeType="withEffect">
                                  <p:stCondLst>
                                    <p:cond delay="1700"/>
                                  </p:stCondLst>
                                  <p:childTnLst>
                                    <p:set>
                                      <p:cBhvr>
                                        <p:cTn id="149" dur="1" fill="hold">
                                          <p:stCondLst>
                                            <p:cond delay="0"/>
                                          </p:stCondLst>
                                        </p:cTn>
                                        <p:tgtEl>
                                          <p:spTgt spid="21"/>
                                        </p:tgtEl>
                                        <p:attrNameLst>
                                          <p:attrName>style.visibility</p:attrName>
                                        </p:attrNameLst>
                                      </p:cBhvr>
                                      <p:to>
                                        <p:strVal val="visible"/>
                                      </p:to>
                                    </p:set>
                                    <p:anim calcmode="lin" valueType="num">
                                      <p:cBhvr additive="base">
                                        <p:cTn id="150" dur="700" fill="hold"/>
                                        <p:tgtEl>
                                          <p:spTgt spid="21"/>
                                        </p:tgtEl>
                                        <p:attrNameLst>
                                          <p:attrName>ppt_x</p:attrName>
                                        </p:attrNameLst>
                                      </p:cBhvr>
                                      <p:tavLst>
                                        <p:tav tm="0">
                                          <p:val>
                                            <p:strVal val="0-#ppt_w/2"/>
                                          </p:val>
                                        </p:tav>
                                        <p:tav tm="100000">
                                          <p:val>
                                            <p:strVal val="#ppt_x"/>
                                          </p:val>
                                        </p:tav>
                                      </p:tavLst>
                                    </p:anim>
                                    <p:anim calcmode="lin" valueType="num">
                                      <p:cBhvr additive="base">
                                        <p:cTn id="151" dur="700" fill="hold"/>
                                        <p:tgtEl>
                                          <p:spTgt spid="21"/>
                                        </p:tgtEl>
                                        <p:attrNameLst>
                                          <p:attrName>ppt_y</p:attrName>
                                        </p:attrNameLst>
                                      </p:cBhvr>
                                      <p:tavLst>
                                        <p:tav tm="0">
                                          <p:val>
                                            <p:strVal val="#ppt_y"/>
                                          </p:val>
                                        </p:tav>
                                        <p:tav tm="100000">
                                          <p:val>
                                            <p:strVal val="#ppt_y"/>
                                          </p:val>
                                        </p:tav>
                                      </p:tavLst>
                                    </p:anim>
                                  </p:childTnLst>
                                </p:cTn>
                              </p:par>
                              <p:par>
                                <p:cTn id="152" presetID="2" presetClass="entr" presetSubtype="8" fill="hold" grpId="0" nodeType="withEffect">
                                  <p:stCondLst>
                                    <p:cond delay="1700"/>
                                  </p:stCondLst>
                                  <p:childTnLst>
                                    <p:set>
                                      <p:cBhvr>
                                        <p:cTn id="153" dur="1" fill="hold">
                                          <p:stCondLst>
                                            <p:cond delay="0"/>
                                          </p:stCondLst>
                                        </p:cTn>
                                        <p:tgtEl>
                                          <p:spTgt spid="22"/>
                                        </p:tgtEl>
                                        <p:attrNameLst>
                                          <p:attrName>style.visibility</p:attrName>
                                        </p:attrNameLst>
                                      </p:cBhvr>
                                      <p:to>
                                        <p:strVal val="visible"/>
                                      </p:to>
                                    </p:set>
                                    <p:anim calcmode="lin" valueType="num">
                                      <p:cBhvr additive="base">
                                        <p:cTn id="154" dur="700" fill="hold"/>
                                        <p:tgtEl>
                                          <p:spTgt spid="22"/>
                                        </p:tgtEl>
                                        <p:attrNameLst>
                                          <p:attrName>ppt_x</p:attrName>
                                        </p:attrNameLst>
                                      </p:cBhvr>
                                      <p:tavLst>
                                        <p:tav tm="0">
                                          <p:val>
                                            <p:strVal val="0-#ppt_w/2"/>
                                          </p:val>
                                        </p:tav>
                                        <p:tav tm="100000">
                                          <p:val>
                                            <p:strVal val="#ppt_x"/>
                                          </p:val>
                                        </p:tav>
                                      </p:tavLst>
                                    </p:anim>
                                    <p:anim calcmode="lin" valueType="num">
                                      <p:cBhvr additive="base">
                                        <p:cTn id="155" dur="700" fill="hold"/>
                                        <p:tgtEl>
                                          <p:spTgt spid="22"/>
                                        </p:tgtEl>
                                        <p:attrNameLst>
                                          <p:attrName>ppt_y</p:attrName>
                                        </p:attrNameLst>
                                      </p:cBhvr>
                                      <p:tavLst>
                                        <p:tav tm="0">
                                          <p:val>
                                            <p:strVal val="#ppt_y"/>
                                          </p:val>
                                        </p:tav>
                                        <p:tav tm="100000">
                                          <p:val>
                                            <p:strVal val="#ppt_y"/>
                                          </p:val>
                                        </p:tav>
                                      </p:tavLst>
                                    </p:anim>
                                  </p:childTnLst>
                                </p:cTn>
                              </p:par>
                              <p:par>
                                <p:cTn id="156" presetID="2" presetClass="entr" presetSubtype="8" fill="hold" grpId="0" nodeType="withEffect">
                                  <p:stCondLst>
                                    <p:cond delay="1700"/>
                                  </p:stCondLst>
                                  <p:childTnLst>
                                    <p:set>
                                      <p:cBhvr>
                                        <p:cTn id="157" dur="1" fill="hold">
                                          <p:stCondLst>
                                            <p:cond delay="0"/>
                                          </p:stCondLst>
                                        </p:cTn>
                                        <p:tgtEl>
                                          <p:spTgt spid="23"/>
                                        </p:tgtEl>
                                        <p:attrNameLst>
                                          <p:attrName>style.visibility</p:attrName>
                                        </p:attrNameLst>
                                      </p:cBhvr>
                                      <p:to>
                                        <p:strVal val="visible"/>
                                      </p:to>
                                    </p:set>
                                    <p:anim calcmode="lin" valueType="num">
                                      <p:cBhvr additive="base">
                                        <p:cTn id="158" dur="700" fill="hold"/>
                                        <p:tgtEl>
                                          <p:spTgt spid="23"/>
                                        </p:tgtEl>
                                        <p:attrNameLst>
                                          <p:attrName>ppt_x</p:attrName>
                                        </p:attrNameLst>
                                      </p:cBhvr>
                                      <p:tavLst>
                                        <p:tav tm="0">
                                          <p:val>
                                            <p:strVal val="0-#ppt_w/2"/>
                                          </p:val>
                                        </p:tav>
                                        <p:tav tm="100000">
                                          <p:val>
                                            <p:strVal val="#ppt_x"/>
                                          </p:val>
                                        </p:tav>
                                      </p:tavLst>
                                    </p:anim>
                                    <p:anim calcmode="lin" valueType="num">
                                      <p:cBhvr additive="base">
                                        <p:cTn id="159" dur="7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animBg="1"/>
      <p:bldP spid="8" grpId="0" animBg="1"/>
      <p:bldP spid="9" grpId="0" animBg="1"/>
      <p:bldP spid="10" grpId="0" animBg="1"/>
      <p:bldP spid="13" grpId="0" animBg="1"/>
      <p:bldP spid="14" grpId="0" animBg="1"/>
      <p:bldP spid="24" grpId="0" animBg="1"/>
      <p:bldP spid="25" grpId="0" animBg="1"/>
      <p:bldP spid="27" grpId="0" animBg="1"/>
      <p:bldP spid="28" grpId="0" animBg="1"/>
      <p:bldP spid="29" grpId="0" animBg="1"/>
      <p:bldP spid="30" grpId="0" animBg="1"/>
      <p:bldP spid="32" grpId="0" animBg="1"/>
      <p:bldP spid="33" grpId="0" animBg="1"/>
      <p:bldP spid="15" grpId="0" animBg="1"/>
      <p:bldP spid="34" grpId="0" animBg="1"/>
      <p:bldP spid="35" grpId="0" animBg="1"/>
      <p:bldP spid="37" grpId="0" animBg="1"/>
      <p:bldP spid="38" grpId="0" animBg="1"/>
      <p:bldP spid="39" grpId="0" animBg="1"/>
      <p:bldP spid="40" grpId="0" animBg="1"/>
      <p:bldP spid="42" grpId="0" animBg="1"/>
      <p:bldP spid="43" grpId="0" animBg="1"/>
      <p:bldP spid="16" grpId="0" animBg="1"/>
      <p:bldP spid="18" grpId="0" animBg="1"/>
      <p:bldP spid="19" grpId="0" animBg="1"/>
      <p:bldP spid="20" grpId="0" animBg="1"/>
      <p:bldP spid="21" grpId="0" animBg="1"/>
      <p:bldP spid="2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30710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94134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ĐÀO TẠO</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ĐÀO TẠO ỨNG DỤNG AI</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Thiết kế riêng theo nghiệp vụ – 30% kiến thức nền tảng, 70% thực hành trên công việc thật</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13</a:t>
            </a:r>
          </a:p>
        </p:txBody>
      </p:sp>
      <p:pic>
        <p:nvPicPr>
          <p:cNvPr id="11" name="!!ph1" descr="ai_learners.jpg"/>
          <p:cNvPicPr>
            <a:picLocks noChangeAspect="1"/>
          </p:cNvPicPr>
          <p:nvPr/>
        </p:nvPicPr>
        <p:blipFill>
          <a:blip r:embed="rId4"/>
          <a:srcRect l="10686" r="20686"/>
          <a:stretch>
            <a:fillRect/>
          </a:stretch>
        </p:blipFill>
        <p:spPr>
          <a:xfrm>
            <a:off x="7315200" y="1600200"/>
            <a:ext cx="4327855" cy="4572000"/>
          </a:xfrm>
          <a:prstGeom prst="roundRect">
            <a:avLst>
              <a:gd name="adj" fmla="val 3380"/>
            </a:avLst>
          </a:prstGeom>
          <a:effectLst>
            <a:outerShdw blurRad="274320" dist="73152" dir="5400000" algn="ctr" rotWithShape="0">
              <a:srgbClr val="0B1F4D">
                <a:alpha val="22000"/>
              </a:srgbClr>
            </a:outerShdw>
          </a:effectLst>
        </p:spPr>
      </p:pic>
      <p:sp>
        <p:nvSpPr>
          <p:cNvPr id="12" name="Rounded Rectangle 11"/>
          <p:cNvSpPr/>
          <p:nvPr/>
        </p:nvSpPr>
        <p:spPr>
          <a:xfrm>
            <a:off x="548640" y="1600200"/>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Rectangle 12"/>
          <p:cNvSpPr/>
          <p:nvPr/>
        </p:nvSpPr>
        <p:spPr>
          <a:xfrm>
            <a:off x="548640" y="1600200"/>
            <a:ext cx="91440" cy="804672"/>
          </a:xfrm>
          <a:prstGeom prst="rect">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859536" y="1764792"/>
            <a:ext cx="475488" cy="47548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landmark_FFFFFF.png"/>
          <p:cNvPicPr>
            <a:picLocks noChangeAspect="1"/>
          </p:cNvPicPr>
          <p:nvPr/>
        </p:nvPicPr>
        <p:blipFill>
          <a:blip r:embed="rId5"/>
          <a:stretch>
            <a:fillRect/>
          </a:stretch>
        </p:blipFill>
        <p:spPr>
          <a:xfrm>
            <a:off x="973653" y="1878909"/>
            <a:ext cx="247254" cy="247254"/>
          </a:xfrm>
          <a:prstGeom prst="rect">
            <a:avLst/>
          </a:prstGeom>
        </p:spPr>
      </p:pic>
      <p:sp>
        <p:nvSpPr>
          <p:cNvPr id="16" name="TextBox 15"/>
          <p:cNvSpPr txBox="1"/>
          <p:nvPr/>
        </p:nvSpPr>
        <p:spPr>
          <a:xfrm>
            <a:off x="1508760" y="1655064"/>
            <a:ext cx="5394960" cy="347472"/>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Cơ quan nhà nước</a:t>
            </a:r>
          </a:p>
        </p:txBody>
      </p:sp>
      <p:sp>
        <p:nvSpPr>
          <p:cNvPr id="17" name="TextBox 16"/>
          <p:cNvSpPr txBox="1"/>
          <p:nvPr/>
        </p:nvSpPr>
        <p:spPr>
          <a:xfrm>
            <a:off x="1508760" y="1984248"/>
            <a:ext cx="5394960" cy="393192"/>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Soạn thảo văn bản đúng NĐ 30/2020, tóm tắt văn bản đến, tổng hợp báo cáo.</a:t>
            </a:r>
          </a:p>
        </p:txBody>
      </p:sp>
      <p:sp>
        <p:nvSpPr>
          <p:cNvPr id="18" name="Rounded Rectangle 17"/>
          <p:cNvSpPr/>
          <p:nvPr/>
        </p:nvSpPr>
        <p:spPr>
          <a:xfrm>
            <a:off x="548640" y="2542032"/>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Rectangle 18"/>
          <p:cNvSpPr/>
          <p:nvPr/>
        </p:nvSpPr>
        <p:spPr>
          <a:xfrm>
            <a:off x="548640" y="2542032"/>
            <a:ext cx="91440" cy="804672"/>
          </a:xfrm>
          <a:prstGeom prst="rect">
            <a:avLst/>
          </a:prstGeom>
          <a:solidFill>
            <a:srgbClr val="7FC211"/>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0" name="Oval 19"/>
          <p:cNvSpPr/>
          <p:nvPr/>
        </p:nvSpPr>
        <p:spPr>
          <a:xfrm>
            <a:off x="859536" y="2706624"/>
            <a:ext cx="475488" cy="47548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building-2_FFFFFF.png"/>
          <p:cNvPicPr>
            <a:picLocks noChangeAspect="1"/>
          </p:cNvPicPr>
          <p:nvPr/>
        </p:nvPicPr>
        <p:blipFill>
          <a:blip r:embed="rId6"/>
          <a:stretch>
            <a:fillRect/>
          </a:stretch>
        </p:blipFill>
        <p:spPr>
          <a:xfrm>
            <a:off x="973653" y="2820741"/>
            <a:ext cx="247254" cy="247254"/>
          </a:xfrm>
          <a:prstGeom prst="rect">
            <a:avLst/>
          </a:prstGeom>
        </p:spPr>
      </p:pic>
      <p:sp>
        <p:nvSpPr>
          <p:cNvPr id="22" name="TextBox 21"/>
          <p:cNvSpPr txBox="1"/>
          <p:nvPr/>
        </p:nvSpPr>
        <p:spPr>
          <a:xfrm>
            <a:off x="1508760" y="2596896"/>
            <a:ext cx="5394960" cy="347472"/>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Doanh nghiệp</a:t>
            </a:r>
          </a:p>
        </p:txBody>
      </p:sp>
      <p:sp>
        <p:nvSpPr>
          <p:cNvPr id="23" name="TextBox 22"/>
          <p:cNvSpPr txBox="1"/>
          <p:nvPr/>
        </p:nvSpPr>
        <p:spPr>
          <a:xfrm>
            <a:off x="1508760" y="2926080"/>
            <a:ext cx="5394960" cy="393192"/>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AI thực chiến cho lãnh đạo, marketing, nhân sự, sản xuất, bán hàng.</a:t>
            </a:r>
          </a:p>
        </p:txBody>
      </p:sp>
      <p:sp>
        <p:nvSpPr>
          <p:cNvPr id="24" name="Rounded Rectangle 23"/>
          <p:cNvSpPr/>
          <p:nvPr/>
        </p:nvSpPr>
        <p:spPr>
          <a:xfrm>
            <a:off x="548640" y="3483864"/>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Rectangle 24"/>
          <p:cNvSpPr/>
          <p:nvPr/>
        </p:nvSpPr>
        <p:spPr>
          <a:xfrm>
            <a:off x="548640" y="3483864"/>
            <a:ext cx="91440" cy="804672"/>
          </a:xfrm>
          <a:prstGeom prst="rect">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6" name="Oval 25"/>
          <p:cNvSpPr/>
          <p:nvPr/>
        </p:nvSpPr>
        <p:spPr>
          <a:xfrm>
            <a:off x="859536" y="3648456"/>
            <a:ext cx="475488" cy="47548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7" name="Picture 26" descr="graduation-cap_FFFFFF.png"/>
          <p:cNvPicPr>
            <a:picLocks noChangeAspect="1"/>
          </p:cNvPicPr>
          <p:nvPr/>
        </p:nvPicPr>
        <p:blipFill>
          <a:blip r:embed="rId7"/>
          <a:stretch>
            <a:fillRect/>
          </a:stretch>
        </p:blipFill>
        <p:spPr>
          <a:xfrm>
            <a:off x="973653" y="3762573"/>
            <a:ext cx="247254" cy="247254"/>
          </a:xfrm>
          <a:prstGeom prst="rect">
            <a:avLst/>
          </a:prstGeom>
        </p:spPr>
      </p:pic>
      <p:sp>
        <p:nvSpPr>
          <p:cNvPr id="28" name="TextBox 27"/>
          <p:cNvSpPr txBox="1"/>
          <p:nvPr/>
        </p:nvSpPr>
        <p:spPr>
          <a:xfrm>
            <a:off x="1508760" y="3538728"/>
            <a:ext cx="5394960" cy="347472"/>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Đơn vị giáo dục</a:t>
            </a:r>
          </a:p>
        </p:txBody>
      </p:sp>
      <p:sp>
        <p:nvSpPr>
          <p:cNvPr id="29" name="TextBox 28"/>
          <p:cNvSpPr txBox="1"/>
          <p:nvPr/>
        </p:nvSpPr>
        <p:spPr>
          <a:xfrm>
            <a:off x="1508760" y="3867912"/>
            <a:ext cx="5394960" cy="393192"/>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Chuẩn hóa năng lực số, đổi mới phương pháp giảng dạy.</a:t>
            </a:r>
          </a:p>
        </p:txBody>
      </p:sp>
      <p:sp>
        <p:nvSpPr>
          <p:cNvPr id="30" name="Rounded Rectangle 29"/>
          <p:cNvSpPr/>
          <p:nvPr/>
        </p:nvSpPr>
        <p:spPr>
          <a:xfrm>
            <a:off x="548640" y="4425696"/>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Rectangle 30"/>
          <p:cNvSpPr/>
          <p:nvPr/>
        </p:nvSpPr>
        <p:spPr>
          <a:xfrm>
            <a:off x="548640" y="4425696"/>
            <a:ext cx="91440" cy="804672"/>
          </a:xfrm>
          <a:prstGeom prst="rect">
            <a:avLst/>
          </a:prstGeom>
          <a:solidFill>
            <a:srgbClr val="7FC211"/>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2" name="Oval 31"/>
          <p:cNvSpPr/>
          <p:nvPr/>
        </p:nvSpPr>
        <p:spPr>
          <a:xfrm>
            <a:off x="859536" y="4590288"/>
            <a:ext cx="475488" cy="47548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3" name="Picture 32" descr="user_FFFFFF.png"/>
          <p:cNvPicPr>
            <a:picLocks noChangeAspect="1"/>
          </p:cNvPicPr>
          <p:nvPr/>
        </p:nvPicPr>
        <p:blipFill>
          <a:blip r:embed="rId8"/>
          <a:stretch>
            <a:fillRect/>
          </a:stretch>
        </p:blipFill>
        <p:spPr>
          <a:xfrm>
            <a:off x="973653" y="4704405"/>
            <a:ext cx="247254" cy="247254"/>
          </a:xfrm>
          <a:prstGeom prst="rect">
            <a:avLst/>
          </a:prstGeom>
        </p:spPr>
      </p:pic>
      <p:sp>
        <p:nvSpPr>
          <p:cNvPr id="34" name="TextBox 33"/>
          <p:cNvSpPr txBox="1"/>
          <p:nvPr/>
        </p:nvSpPr>
        <p:spPr>
          <a:xfrm>
            <a:off x="1508760" y="4480560"/>
            <a:ext cx="5394960" cy="347472"/>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Cá nhân</a:t>
            </a:r>
          </a:p>
        </p:txBody>
      </p:sp>
      <p:sp>
        <p:nvSpPr>
          <p:cNvPr id="35" name="TextBox 34"/>
          <p:cNvSpPr txBox="1"/>
          <p:nvPr/>
        </p:nvSpPr>
        <p:spPr>
          <a:xfrm>
            <a:off x="1508760" y="4809744"/>
            <a:ext cx="5394960" cy="393192"/>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Chatbot, AI Automation, Vibe Coding, AI sản xuất media.</a:t>
            </a:r>
          </a:p>
        </p:txBody>
      </p:sp>
      <p:sp>
        <p:nvSpPr>
          <p:cNvPr id="36" name="Rounded Rectangle 35"/>
          <p:cNvSpPr/>
          <p:nvPr/>
        </p:nvSpPr>
        <p:spPr>
          <a:xfrm>
            <a:off x="548640" y="5367528"/>
            <a:ext cx="6492240" cy="804672"/>
          </a:xfrm>
          <a:prstGeom prst="roundRect">
            <a:avLst>
              <a:gd name="adj" fmla="val 1363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7" name="Rectangle 36"/>
          <p:cNvSpPr/>
          <p:nvPr/>
        </p:nvSpPr>
        <p:spPr>
          <a:xfrm>
            <a:off x="548640" y="5367528"/>
            <a:ext cx="91440" cy="804672"/>
          </a:xfrm>
          <a:prstGeom prst="rect">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8" name="Oval 37"/>
          <p:cNvSpPr/>
          <p:nvPr/>
        </p:nvSpPr>
        <p:spPr>
          <a:xfrm>
            <a:off x="859536" y="5532120"/>
            <a:ext cx="475488" cy="47548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9" name="Picture 38" descr="shield-check_FFFFFF.png"/>
          <p:cNvPicPr>
            <a:picLocks noChangeAspect="1"/>
          </p:cNvPicPr>
          <p:nvPr/>
        </p:nvPicPr>
        <p:blipFill>
          <a:blip r:embed="rId9"/>
          <a:stretch>
            <a:fillRect/>
          </a:stretch>
        </p:blipFill>
        <p:spPr>
          <a:xfrm>
            <a:off x="973653" y="5646237"/>
            <a:ext cx="247254" cy="247254"/>
          </a:xfrm>
          <a:prstGeom prst="rect">
            <a:avLst/>
          </a:prstGeom>
        </p:spPr>
      </p:pic>
      <p:sp>
        <p:nvSpPr>
          <p:cNvPr id="40" name="TextBox 39"/>
          <p:cNvSpPr txBox="1"/>
          <p:nvPr/>
        </p:nvSpPr>
        <p:spPr>
          <a:xfrm>
            <a:off x="1508760" y="5422392"/>
            <a:ext cx="5394960" cy="347472"/>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AI an toàn, đúng quy định</a:t>
            </a:r>
          </a:p>
        </p:txBody>
      </p:sp>
      <p:sp>
        <p:nvSpPr>
          <p:cNvPr id="41" name="TextBox 40"/>
          <p:cNvSpPr txBox="1"/>
          <p:nvPr/>
        </p:nvSpPr>
        <p:spPr>
          <a:xfrm>
            <a:off x="1508760" y="5751576"/>
            <a:ext cx="5394960" cy="393192"/>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Bảo vệ dữ liệu, kiểm chứng kết quả trước khi sử dụng.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2" presetClass="entr" presetSubtype="2"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00" fill="hold"/>
                                        <p:tgtEl>
                                          <p:spTgt spid="11"/>
                                        </p:tgtEl>
                                        <p:attrNameLst>
                                          <p:attrName>ppt_x</p:attrName>
                                        </p:attrNameLst>
                                      </p:cBhvr>
                                      <p:tavLst>
                                        <p:tav tm="0">
                                          <p:val>
                                            <p:strVal val="1+#ppt_w/2"/>
                                          </p:val>
                                        </p:tav>
                                        <p:tav tm="100000">
                                          <p:val>
                                            <p:strVal val="#ppt_x"/>
                                          </p:val>
                                        </p:tav>
                                      </p:tavLst>
                                    </p:anim>
                                    <p:anim calcmode="lin" valueType="num">
                                      <p:cBhvr additive="base">
                                        <p:cTn id="23" dur="700" fill="hold"/>
                                        <p:tgtEl>
                                          <p:spTgt spid="11"/>
                                        </p:tgtEl>
                                        <p:attrNameLst>
                                          <p:attrName>ppt_y</p:attrName>
                                        </p:attrNameLst>
                                      </p:cBhvr>
                                      <p:tavLst>
                                        <p:tav tm="0">
                                          <p:val>
                                            <p:strVal val="#ppt_y"/>
                                          </p:val>
                                        </p:tav>
                                        <p:tav tm="100000">
                                          <p:val>
                                            <p:strVal val="#ppt_y"/>
                                          </p:val>
                                        </p:tav>
                                      </p:tavLst>
                                    </p:anim>
                                  </p:childTnLst>
                                </p:cTn>
                              </p:par>
                              <p:par>
                                <p:cTn id="24" presetID="10" presetClass="entr" presetSubtype="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grpId="0" nodeType="withEffect">
                                  <p:stCondLst>
                                    <p:cond delay="3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par>
                                <p:cTn id="33" presetID="2" presetClass="entr" presetSubtype="8" fill="hold" grpId="0" nodeType="withEffect">
                                  <p:stCondLst>
                                    <p:cond delay="4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450" fill="hold"/>
                                        <p:tgtEl>
                                          <p:spTgt spid="12"/>
                                        </p:tgtEl>
                                        <p:attrNameLst>
                                          <p:attrName>ppt_x</p:attrName>
                                        </p:attrNameLst>
                                      </p:cBhvr>
                                      <p:tavLst>
                                        <p:tav tm="0">
                                          <p:val>
                                            <p:strVal val="0-#ppt_w/2"/>
                                          </p:val>
                                        </p:tav>
                                        <p:tav tm="100000">
                                          <p:val>
                                            <p:strVal val="#ppt_x"/>
                                          </p:val>
                                        </p:tav>
                                      </p:tavLst>
                                    </p:anim>
                                    <p:anim calcmode="lin" valueType="num">
                                      <p:cBhvr additive="base">
                                        <p:cTn id="36" dur="450" fill="hold"/>
                                        <p:tgtEl>
                                          <p:spTgt spid="12"/>
                                        </p:tgtEl>
                                        <p:attrNameLst>
                                          <p:attrName>ppt_y</p:attrName>
                                        </p:attrNameLst>
                                      </p:cBhvr>
                                      <p:tavLst>
                                        <p:tav tm="0">
                                          <p:val>
                                            <p:strVal val="#ppt_y"/>
                                          </p:val>
                                        </p:tav>
                                        <p:tav tm="100000">
                                          <p:val>
                                            <p:strVal val="#ppt_y"/>
                                          </p:val>
                                        </p:tav>
                                      </p:tavLst>
                                    </p:anim>
                                  </p:childTnLst>
                                </p:cTn>
                              </p:par>
                              <p:par>
                                <p:cTn id="37" presetID="2" presetClass="entr" presetSubtype="8" fill="hold" grpId="0" nodeType="withEffect">
                                  <p:stCondLst>
                                    <p:cond delay="4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50" fill="hold"/>
                                        <p:tgtEl>
                                          <p:spTgt spid="13"/>
                                        </p:tgtEl>
                                        <p:attrNameLst>
                                          <p:attrName>ppt_x</p:attrName>
                                        </p:attrNameLst>
                                      </p:cBhvr>
                                      <p:tavLst>
                                        <p:tav tm="0">
                                          <p:val>
                                            <p:strVal val="0-#ppt_w/2"/>
                                          </p:val>
                                        </p:tav>
                                        <p:tav tm="100000">
                                          <p:val>
                                            <p:strVal val="#ppt_x"/>
                                          </p:val>
                                        </p:tav>
                                      </p:tavLst>
                                    </p:anim>
                                    <p:anim calcmode="lin" valueType="num">
                                      <p:cBhvr additive="base">
                                        <p:cTn id="40" dur="450" fill="hold"/>
                                        <p:tgtEl>
                                          <p:spTgt spid="13"/>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40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450" fill="hold"/>
                                        <p:tgtEl>
                                          <p:spTgt spid="14"/>
                                        </p:tgtEl>
                                        <p:attrNameLst>
                                          <p:attrName>ppt_x</p:attrName>
                                        </p:attrNameLst>
                                      </p:cBhvr>
                                      <p:tavLst>
                                        <p:tav tm="0">
                                          <p:val>
                                            <p:strVal val="0-#ppt_w/2"/>
                                          </p:val>
                                        </p:tav>
                                        <p:tav tm="100000">
                                          <p:val>
                                            <p:strVal val="#ppt_x"/>
                                          </p:val>
                                        </p:tav>
                                      </p:tavLst>
                                    </p:anim>
                                    <p:anim calcmode="lin" valueType="num">
                                      <p:cBhvr additive="base">
                                        <p:cTn id="44" dur="450" fill="hold"/>
                                        <p:tgtEl>
                                          <p:spTgt spid="14"/>
                                        </p:tgtEl>
                                        <p:attrNameLst>
                                          <p:attrName>ppt_y</p:attrName>
                                        </p:attrNameLst>
                                      </p:cBhvr>
                                      <p:tavLst>
                                        <p:tav tm="0">
                                          <p:val>
                                            <p:strVal val="#ppt_y"/>
                                          </p:val>
                                        </p:tav>
                                        <p:tav tm="100000">
                                          <p:val>
                                            <p:strVal val="#ppt_y"/>
                                          </p:val>
                                        </p:tav>
                                      </p:tavLst>
                                    </p:anim>
                                  </p:childTnLst>
                                </p:cTn>
                              </p:par>
                              <p:par>
                                <p:cTn id="45" presetID="2" presetClass="entr" presetSubtype="8" fill="hold" grpId="0" nodeType="withEffect">
                                  <p:stCondLst>
                                    <p:cond delay="40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450" fill="hold"/>
                                        <p:tgtEl>
                                          <p:spTgt spid="15"/>
                                        </p:tgtEl>
                                        <p:attrNameLst>
                                          <p:attrName>ppt_x</p:attrName>
                                        </p:attrNameLst>
                                      </p:cBhvr>
                                      <p:tavLst>
                                        <p:tav tm="0">
                                          <p:val>
                                            <p:strVal val="0-#ppt_w/2"/>
                                          </p:val>
                                        </p:tav>
                                        <p:tav tm="100000">
                                          <p:val>
                                            <p:strVal val="#ppt_x"/>
                                          </p:val>
                                        </p:tav>
                                      </p:tavLst>
                                    </p:anim>
                                    <p:anim calcmode="lin" valueType="num">
                                      <p:cBhvr additive="base">
                                        <p:cTn id="48" dur="450" fill="hold"/>
                                        <p:tgtEl>
                                          <p:spTgt spid="15"/>
                                        </p:tgtEl>
                                        <p:attrNameLst>
                                          <p:attrName>ppt_y</p:attrName>
                                        </p:attrNameLst>
                                      </p:cBhvr>
                                      <p:tavLst>
                                        <p:tav tm="0">
                                          <p:val>
                                            <p:strVal val="#ppt_y"/>
                                          </p:val>
                                        </p:tav>
                                        <p:tav tm="100000">
                                          <p:val>
                                            <p:strVal val="#ppt_y"/>
                                          </p:val>
                                        </p:tav>
                                      </p:tavLst>
                                    </p:anim>
                                  </p:childTnLst>
                                </p:cTn>
                              </p:par>
                              <p:par>
                                <p:cTn id="49" presetID="2" presetClass="entr" presetSubtype="8" fill="hold" grpId="0" nodeType="withEffect">
                                  <p:stCondLst>
                                    <p:cond delay="40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450" fill="hold"/>
                                        <p:tgtEl>
                                          <p:spTgt spid="16"/>
                                        </p:tgtEl>
                                        <p:attrNameLst>
                                          <p:attrName>ppt_x</p:attrName>
                                        </p:attrNameLst>
                                      </p:cBhvr>
                                      <p:tavLst>
                                        <p:tav tm="0">
                                          <p:val>
                                            <p:strVal val="0-#ppt_w/2"/>
                                          </p:val>
                                        </p:tav>
                                        <p:tav tm="100000">
                                          <p:val>
                                            <p:strVal val="#ppt_x"/>
                                          </p:val>
                                        </p:tav>
                                      </p:tavLst>
                                    </p:anim>
                                    <p:anim calcmode="lin" valueType="num">
                                      <p:cBhvr additive="base">
                                        <p:cTn id="52" dur="450" fill="hold"/>
                                        <p:tgtEl>
                                          <p:spTgt spid="16"/>
                                        </p:tgtEl>
                                        <p:attrNameLst>
                                          <p:attrName>ppt_y</p:attrName>
                                        </p:attrNameLst>
                                      </p:cBhvr>
                                      <p:tavLst>
                                        <p:tav tm="0">
                                          <p:val>
                                            <p:strVal val="#ppt_y"/>
                                          </p:val>
                                        </p:tav>
                                        <p:tav tm="100000">
                                          <p:val>
                                            <p:strVal val="#ppt_y"/>
                                          </p:val>
                                        </p:tav>
                                      </p:tavLst>
                                    </p:anim>
                                  </p:childTnLst>
                                </p:cTn>
                              </p:par>
                              <p:par>
                                <p:cTn id="53" presetID="2" presetClass="entr" presetSubtype="8" fill="hold" grpId="0" nodeType="withEffect">
                                  <p:stCondLst>
                                    <p:cond delay="4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450" fill="hold"/>
                                        <p:tgtEl>
                                          <p:spTgt spid="17"/>
                                        </p:tgtEl>
                                        <p:attrNameLst>
                                          <p:attrName>ppt_x</p:attrName>
                                        </p:attrNameLst>
                                      </p:cBhvr>
                                      <p:tavLst>
                                        <p:tav tm="0">
                                          <p:val>
                                            <p:strVal val="0-#ppt_w/2"/>
                                          </p:val>
                                        </p:tav>
                                        <p:tav tm="100000">
                                          <p:val>
                                            <p:strVal val="#ppt_x"/>
                                          </p:val>
                                        </p:tav>
                                      </p:tavLst>
                                    </p:anim>
                                    <p:anim calcmode="lin" valueType="num">
                                      <p:cBhvr additive="base">
                                        <p:cTn id="56" dur="450" fill="hold"/>
                                        <p:tgtEl>
                                          <p:spTgt spid="17"/>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53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450" fill="hold"/>
                                        <p:tgtEl>
                                          <p:spTgt spid="18"/>
                                        </p:tgtEl>
                                        <p:attrNameLst>
                                          <p:attrName>ppt_x</p:attrName>
                                        </p:attrNameLst>
                                      </p:cBhvr>
                                      <p:tavLst>
                                        <p:tav tm="0">
                                          <p:val>
                                            <p:strVal val="0-#ppt_w/2"/>
                                          </p:val>
                                        </p:tav>
                                        <p:tav tm="100000">
                                          <p:val>
                                            <p:strVal val="#ppt_x"/>
                                          </p:val>
                                        </p:tav>
                                      </p:tavLst>
                                    </p:anim>
                                    <p:anim calcmode="lin" valueType="num">
                                      <p:cBhvr additive="base">
                                        <p:cTn id="60" dur="450" fill="hold"/>
                                        <p:tgtEl>
                                          <p:spTgt spid="18"/>
                                        </p:tgtEl>
                                        <p:attrNameLst>
                                          <p:attrName>ppt_y</p:attrName>
                                        </p:attrNameLst>
                                      </p:cBhvr>
                                      <p:tavLst>
                                        <p:tav tm="0">
                                          <p:val>
                                            <p:strVal val="#ppt_y"/>
                                          </p:val>
                                        </p:tav>
                                        <p:tav tm="100000">
                                          <p:val>
                                            <p:strVal val="#ppt_y"/>
                                          </p:val>
                                        </p:tav>
                                      </p:tavLst>
                                    </p:anim>
                                  </p:childTnLst>
                                </p:cTn>
                              </p:par>
                              <p:par>
                                <p:cTn id="61" presetID="2" presetClass="entr" presetSubtype="8" fill="hold" grpId="0" nodeType="withEffect">
                                  <p:stCondLst>
                                    <p:cond delay="53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450" fill="hold"/>
                                        <p:tgtEl>
                                          <p:spTgt spid="19"/>
                                        </p:tgtEl>
                                        <p:attrNameLst>
                                          <p:attrName>ppt_x</p:attrName>
                                        </p:attrNameLst>
                                      </p:cBhvr>
                                      <p:tavLst>
                                        <p:tav tm="0">
                                          <p:val>
                                            <p:strVal val="0-#ppt_w/2"/>
                                          </p:val>
                                        </p:tav>
                                        <p:tav tm="100000">
                                          <p:val>
                                            <p:strVal val="#ppt_x"/>
                                          </p:val>
                                        </p:tav>
                                      </p:tavLst>
                                    </p:anim>
                                    <p:anim calcmode="lin" valueType="num">
                                      <p:cBhvr additive="base">
                                        <p:cTn id="64" dur="450" fill="hold"/>
                                        <p:tgtEl>
                                          <p:spTgt spid="19"/>
                                        </p:tgtEl>
                                        <p:attrNameLst>
                                          <p:attrName>ppt_y</p:attrName>
                                        </p:attrNameLst>
                                      </p:cBhvr>
                                      <p:tavLst>
                                        <p:tav tm="0">
                                          <p:val>
                                            <p:strVal val="#ppt_y"/>
                                          </p:val>
                                        </p:tav>
                                        <p:tav tm="100000">
                                          <p:val>
                                            <p:strVal val="#ppt_y"/>
                                          </p:val>
                                        </p:tav>
                                      </p:tavLst>
                                    </p:anim>
                                  </p:childTnLst>
                                </p:cTn>
                              </p:par>
                              <p:par>
                                <p:cTn id="65" presetID="2" presetClass="entr" presetSubtype="8" fill="hold" grpId="0" nodeType="withEffect">
                                  <p:stCondLst>
                                    <p:cond delay="53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450" fill="hold"/>
                                        <p:tgtEl>
                                          <p:spTgt spid="20"/>
                                        </p:tgtEl>
                                        <p:attrNameLst>
                                          <p:attrName>ppt_x</p:attrName>
                                        </p:attrNameLst>
                                      </p:cBhvr>
                                      <p:tavLst>
                                        <p:tav tm="0">
                                          <p:val>
                                            <p:strVal val="0-#ppt_w/2"/>
                                          </p:val>
                                        </p:tav>
                                        <p:tav tm="100000">
                                          <p:val>
                                            <p:strVal val="#ppt_x"/>
                                          </p:val>
                                        </p:tav>
                                      </p:tavLst>
                                    </p:anim>
                                    <p:anim calcmode="lin" valueType="num">
                                      <p:cBhvr additive="base">
                                        <p:cTn id="68" dur="450" fill="hold"/>
                                        <p:tgtEl>
                                          <p:spTgt spid="20"/>
                                        </p:tgtEl>
                                        <p:attrNameLst>
                                          <p:attrName>ppt_y</p:attrName>
                                        </p:attrNameLst>
                                      </p:cBhvr>
                                      <p:tavLst>
                                        <p:tav tm="0">
                                          <p:val>
                                            <p:strVal val="#ppt_y"/>
                                          </p:val>
                                        </p:tav>
                                        <p:tav tm="100000">
                                          <p:val>
                                            <p:strVal val="#ppt_y"/>
                                          </p:val>
                                        </p:tav>
                                      </p:tavLst>
                                    </p:anim>
                                  </p:childTnLst>
                                </p:cTn>
                              </p:par>
                              <p:par>
                                <p:cTn id="69" presetID="2" presetClass="entr" presetSubtype="8" fill="hold" grpId="0" nodeType="withEffect">
                                  <p:stCondLst>
                                    <p:cond delay="53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450" fill="hold"/>
                                        <p:tgtEl>
                                          <p:spTgt spid="21"/>
                                        </p:tgtEl>
                                        <p:attrNameLst>
                                          <p:attrName>ppt_x</p:attrName>
                                        </p:attrNameLst>
                                      </p:cBhvr>
                                      <p:tavLst>
                                        <p:tav tm="0">
                                          <p:val>
                                            <p:strVal val="0-#ppt_w/2"/>
                                          </p:val>
                                        </p:tav>
                                        <p:tav tm="100000">
                                          <p:val>
                                            <p:strVal val="#ppt_x"/>
                                          </p:val>
                                        </p:tav>
                                      </p:tavLst>
                                    </p:anim>
                                    <p:anim calcmode="lin" valueType="num">
                                      <p:cBhvr additive="base">
                                        <p:cTn id="72" dur="450" fill="hold"/>
                                        <p:tgtEl>
                                          <p:spTgt spid="21"/>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53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450" fill="hold"/>
                                        <p:tgtEl>
                                          <p:spTgt spid="22"/>
                                        </p:tgtEl>
                                        <p:attrNameLst>
                                          <p:attrName>ppt_x</p:attrName>
                                        </p:attrNameLst>
                                      </p:cBhvr>
                                      <p:tavLst>
                                        <p:tav tm="0">
                                          <p:val>
                                            <p:strVal val="0-#ppt_w/2"/>
                                          </p:val>
                                        </p:tav>
                                        <p:tav tm="100000">
                                          <p:val>
                                            <p:strVal val="#ppt_x"/>
                                          </p:val>
                                        </p:tav>
                                      </p:tavLst>
                                    </p:anim>
                                    <p:anim calcmode="lin" valueType="num">
                                      <p:cBhvr additive="base">
                                        <p:cTn id="76" dur="450" fill="hold"/>
                                        <p:tgtEl>
                                          <p:spTgt spid="22"/>
                                        </p:tgtEl>
                                        <p:attrNameLst>
                                          <p:attrName>ppt_y</p:attrName>
                                        </p:attrNameLst>
                                      </p:cBhvr>
                                      <p:tavLst>
                                        <p:tav tm="0">
                                          <p:val>
                                            <p:strVal val="#ppt_y"/>
                                          </p:val>
                                        </p:tav>
                                        <p:tav tm="100000">
                                          <p:val>
                                            <p:strVal val="#ppt_y"/>
                                          </p:val>
                                        </p:tav>
                                      </p:tavLst>
                                    </p:anim>
                                  </p:childTnLst>
                                </p:cTn>
                              </p:par>
                              <p:par>
                                <p:cTn id="77" presetID="2" presetClass="entr" presetSubtype="8" fill="hold" grpId="0" nodeType="withEffect">
                                  <p:stCondLst>
                                    <p:cond delay="53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450" fill="hold"/>
                                        <p:tgtEl>
                                          <p:spTgt spid="23"/>
                                        </p:tgtEl>
                                        <p:attrNameLst>
                                          <p:attrName>ppt_x</p:attrName>
                                        </p:attrNameLst>
                                      </p:cBhvr>
                                      <p:tavLst>
                                        <p:tav tm="0">
                                          <p:val>
                                            <p:strVal val="0-#ppt_w/2"/>
                                          </p:val>
                                        </p:tav>
                                        <p:tav tm="100000">
                                          <p:val>
                                            <p:strVal val="#ppt_x"/>
                                          </p:val>
                                        </p:tav>
                                      </p:tavLst>
                                    </p:anim>
                                    <p:anim calcmode="lin" valueType="num">
                                      <p:cBhvr additive="base">
                                        <p:cTn id="80" dur="450" fill="hold"/>
                                        <p:tgtEl>
                                          <p:spTgt spid="23"/>
                                        </p:tgtEl>
                                        <p:attrNameLst>
                                          <p:attrName>ppt_y</p:attrName>
                                        </p:attrNameLst>
                                      </p:cBhvr>
                                      <p:tavLst>
                                        <p:tav tm="0">
                                          <p:val>
                                            <p:strVal val="#ppt_y"/>
                                          </p:val>
                                        </p:tav>
                                        <p:tav tm="100000">
                                          <p:val>
                                            <p:strVal val="#ppt_y"/>
                                          </p:val>
                                        </p:tav>
                                      </p:tavLst>
                                    </p:anim>
                                  </p:childTnLst>
                                </p:cTn>
                              </p:par>
                              <p:par>
                                <p:cTn id="81" presetID="2" presetClass="entr" presetSubtype="8" fill="hold" grpId="0" nodeType="withEffect">
                                  <p:stCondLst>
                                    <p:cond delay="66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450" fill="hold"/>
                                        <p:tgtEl>
                                          <p:spTgt spid="24"/>
                                        </p:tgtEl>
                                        <p:attrNameLst>
                                          <p:attrName>ppt_x</p:attrName>
                                        </p:attrNameLst>
                                      </p:cBhvr>
                                      <p:tavLst>
                                        <p:tav tm="0">
                                          <p:val>
                                            <p:strVal val="0-#ppt_w/2"/>
                                          </p:val>
                                        </p:tav>
                                        <p:tav tm="100000">
                                          <p:val>
                                            <p:strVal val="#ppt_x"/>
                                          </p:val>
                                        </p:tav>
                                      </p:tavLst>
                                    </p:anim>
                                    <p:anim calcmode="lin" valueType="num">
                                      <p:cBhvr additive="base">
                                        <p:cTn id="84" dur="450" fill="hold"/>
                                        <p:tgtEl>
                                          <p:spTgt spid="24"/>
                                        </p:tgtEl>
                                        <p:attrNameLst>
                                          <p:attrName>ppt_y</p:attrName>
                                        </p:attrNameLst>
                                      </p:cBhvr>
                                      <p:tavLst>
                                        <p:tav tm="0">
                                          <p:val>
                                            <p:strVal val="#ppt_y"/>
                                          </p:val>
                                        </p:tav>
                                        <p:tav tm="100000">
                                          <p:val>
                                            <p:strVal val="#ppt_y"/>
                                          </p:val>
                                        </p:tav>
                                      </p:tavLst>
                                    </p:anim>
                                  </p:childTnLst>
                                </p:cTn>
                              </p:par>
                              <p:par>
                                <p:cTn id="85" presetID="2" presetClass="entr" presetSubtype="8" fill="hold" grpId="0" nodeType="withEffect">
                                  <p:stCondLst>
                                    <p:cond delay="66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450" fill="hold"/>
                                        <p:tgtEl>
                                          <p:spTgt spid="25"/>
                                        </p:tgtEl>
                                        <p:attrNameLst>
                                          <p:attrName>ppt_x</p:attrName>
                                        </p:attrNameLst>
                                      </p:cBhvr>
                                      <p:tavLst>
                                        <p:tav tm="0">
                                          <p:val>
                                            <p:strVal val="0-#ppt_w/2"/>
                                          </p:val>
                                        </p:tav>
                                        <p:tav tm="100000">
                                          <p:val>
                                            <p:strVal val="#ppt_x"/>
                                          </p:val>
                                        </p:tav>
                                      </p:tavLst>
                                    </p:anim>
                                    <p:anim calcmode="lin" valueType="num">
                                      <p:cBhvr additive="base">
                                        <p:cTn id="88" dur="450" fill="hold"/>
                                        <p:tgtEl>
                                          <p:spTgt spid="25"/>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66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450" fill="hold"/>
                                        <p:tgtEl>
                                          <p:spTgt spid="26"/>
                                        </p:tgtEl>
                                        <p:attrNameLst>
                                          <p:attrName>ppt_x</p:attrName>
                                        </p:attrNameLst>
                                      </p:cBhvr>
                                      <p:tavLst>
                                        <p:tav tm="0">
                                          <p:val>
                                            <p:strVal val="0-#ppt_w/2"/>
                                          </p:val>
                                        </p:tav>
                                        <p:tav tm="100000">
                                          <p:val>
                                            <p:strVal val="#ppt_x"/>
                                          </p:val>
                                        </p:tav>
                                      </p:tavLst>
                                    </p:anim>
                                    <p:anim calcmode="lin" valueType="num">
                                      <p:cBhvr additive="base">
                                        <p:cTn id="92" dur="450" fill="hold"/>
                                        <p:tgtEl>
                                          <p:spTgt spid="26"/>
                                        </p:tgtEl>
                                        <p:attrNameLst>
                                          <p:attrName>ppt_y</p:attrName>
                                        </p:attrNameLst>
                                      </p:cBhvr>
                                      <p:tavLst>
                                        <p:tav tm="0">
                                          <p:val>
                                            <p:strVal val="#ppt_y"/>
                                          </p:val>
                                        </p:tav>
                                        <p:tav tm="100000">
                                          <p:val>
                                            <p:strVal val="#ppt_y"/>
                                          </p:val>
                                        </p:tav>
                                      </p:tavLst>
                                    </p:anim>
                                  </p:childTnLst>
                                </p:cTn>
                              </p:par>
                              <p:par>
                                <p:cTn id="93" presetID="2" presetClass="entr" presetSubtype="8" fill="hold" grpId="0" nodeType="withEffect">
                                  <p:stCondLst>
                                    <p:cond delay="660"/>
                                  </p:stCondLst>
                                  <p:childTnLst>
                                    <p:set>
                                      <p:cBhvr>
                                        <p:cTn id="94" dur="1" fill="hold">
                                          <p:stCondLst>
                                            <p:cond delay="0"/>
                                          </p:stCondLst>
                                        </p:cTn>
                                        <p:tgtEl>
                                          <p:spTgt spid="27"/>
                                        </p:tgtEl>
                                        <p:attrNameLst>
                                          <p:attrName>style.visibility</p:attrName>
                                        </p:attrNameLst>
                                      </p:cBhvr>
                                      <p:to>
                                        <p:strVal val="visible"/>
                                      </p:to>
                                    </p:set>
                                    <p:anim calcmode="lin" valueType="num">
                                      <p:cBhvr additive="base">
                                        <p:cTn id="95" dur="450" fill="hold"/>
                                        <p:tgtEl>
                                          <p:spTgt spid="27"/>
                                        </p:tgtEl>
                                        <p:attrNameLst>
                                          <p:attrName>ppt_x</p:attrName>
                                        </p:attrNameLst>
                                      </p:cBhvr>
                                      <p:tavLst>
                                        <p:tav tm="0">
                                          <p:val>
                                            <p:strVal val="0-#ppt_w/2"/>
                                          </p:val>
                                        </p:tav>
                                        <p:tav tm="100000">
                                          <p:val>
                                            <p:strVal val="#ppt_x"/>
                                          </p:val>
                                        </p:tav>
                                      </p:tavLst>
                                    </p:anim>
                                    <p:anim calcmode="lin" valueType="num">
                                      <p:cBhvr additive="base">
                                        <p:cTn id="96" dur="450" fill="hold"/>
                                        <p:tgtEl>
                                          <p:spTgt spid="27"/>
                                        </p:tgtEl>
                                        <p:attrNameLst>
                                          <p:attrName>ppt_y</p:attrName>
                                        </p:attrNameLst>
                                      </p:cBhvr>
                                      <p:tavLst>
                                        <p:tav tm="0">
                                          <p:val>
                                            <p:strVal val="#ppt_y"/>
                                          </p:val>
                                        </p:tav>
                                        <p:tav tm="100000">
                                          <p:val>
                                            <p:strVal val="#ppt_y"/>
                                          </p:val>
                                        </p:tav>
                                      </p:tavLst>
                                    </p:anim>
                                  </p:childTnLst>
                                </p:cTn>
                              </p:par>
                              <p:par>
                                <p:cTn id="97" presetID="2" presetClass="entr" presetSubtype="8" fill="hold" grpId="0" nodeType="withEffect">
                                  <p:stCondLst>
                                    <p:cond delay="660"/>
                                  </p:stCondLst>
                                  <p:childTnLst>
                                    <p:set>
                                      <p:cBhvr>
                                        <p:cTn id="98" dur="1" fill="hold">
                                          <p:stCondLst>
                                            <p:cond delay="0"/>
                                          </p:stCondLst>
                                        </p:cTn>
                                        <p:tgtEl>
                                          <p:spTgt spid="28"/>
                                        </p:tgtEl>
                                        <p:attrNameLst>
                                          <p:attrName>style.visibility</p:attrName>
                                        </p:attrNameLst>
                                      </p:cBhvr>
                                      <p:to>
                                        <p:strVal val="visible"/>
                                      </p:to>
                                    </p:set>
                                    <p:anim calcmode="lin" valueType="num">
                                      <p:cBhvr additive="base">
                                        <p:cTn id="99" dur="450" fill="hold"/>
                                        <p:tgtEl>
                                          <p:spTgt spid="28"/>
                                        </p:tgtEl>
                                        <p:attrNameLst>
                                          <p:attrName>ppt_x</p:attrName>
                                        </p:attrNameLst>
                                      </p:cBhvr>
                                      <p:tavLst>
                                        <p:tav tm="0">
                                          <p:val>
                                            <p:strVal val="0-#ppt_w/2"/>
                                          </p:val>
                                        </p:tav>
                                        <p:tav tm="100000">
                                          <p:val>
                                            <p:strVal val="#ppt_x"/>
                                          </p:val>
                                        </p:tav>
                                      </p:tavLst>
                                    </p:anim>
                                    <p:anim calcmode="lin" valueType="num">
                                      <p:cBhvr additive="base">
                                        <p:cTn id="100" dur="450" fill="hold"/>
                                        <p:tgtEl>
                                          <p:spTgt spid="28"/>
                                        </p:tgtEl>
                                        <p:attrNameLst>
                                          <p:attrName>ppt_y</p:attrName>
                                        </p:attrNameLst>
                                      </p:cBhvr>
                                      <p:tavLst>
                                        <p:tav tm="0">
                                          <p:val>
                                            <p:strVal val="#ppt_y"/>
                                          </p:val>
                                        </p:tav>
                                        <p:tav tm="100000">
                                          <p:val>
                                            <p:strVal val="#ppt_y"/>
                                          </p:val>
                                        </p:tav>
                                      </p:tavLst>
                                    </p:anim>
                                  </p:childTnLst>
                                </p:cTn>
                              </p:par>
                              <p:par>
                                <p:cTn id="101" presetID="2" presetClass="entr" presetSubtype="8" fill="hold" grpId="0" nodeType="withEffect">
                                  <p:stCondLst>
                                    <p:cond delay="660"/>
                                  </p:stCondLst>
                                  <p:childTnLst>
                                    <p:set>
                                      <p:cBhvr>
                                        <p:cTn id="102" dur="1" fill="hold">
                                          <p:stCondLst>
                                            <p:cond delay="0"/>
                                          </p:stCondLst>
                                        </p:cTn>
                                        <p:tgtEl>
                                          <p:spTgt spid="29"/>
                                        </p:tgtEl>
                                        <p:attrNameLst>
                                          <p:attrName>style.visibility</p:attrName>
                                        </p:attrNameLst>
                                      </p:cBhvr>
                                      <p:to>
                                        <p:strVal val="visible"/>
                                      </p:to>
                                    </p:set>
                                    <p:anim calcmode="lin" valueType="num">
                                      <p:cBhvr additive="base">
                                        <p:cTn id="103" dur="450" fill="hold"/>
                                        <p:tgtEl>
                                          <p:spTgt spid="29"/>
                                        </p:tgtEl>
                                        <p:attrNameLst>
                                          <p:attrName>ppt_x</p:attrName>
                                        </p:attrNameLst>
                                      </p:cBhvr>
                                      <p:tavLst>
                                        <p:tav tm="0">
                                          <p:val>
                                            <p:strVal val="0-#ppt_w/2"/>
                                          </p:val>
                                        </p:tav>
                                        <p:tav tm="100000">
                                          <p:val>
                                            <p:strVal val="#ppt_x"/>
                                          </p:val>
                                        </p:tav>
                                      </p:tavLst>
                                    </p:anim>
                                    <p:anim calcmode="lin" valueType="num">
                                      <p:cBhvr additive="base">
                                        <p:cTn id="104" dur="450" fill="hold"/>
                                        <p:tgtEl>
                                          <p:spTgt spid="29"/>
                                        </p:tgtEl>
                                        <p:attrNameLst>
                                          <p:attrName>ppt_y</p:attrName>
                                        </p:attrNameLst>
                                      </p:cBhvr>
                                      <p:tavLst>
                                        <p:tav tm="0">
                                          <p:val>
                                            <p:strVal val="#ppt_y"/>
                                          </p:val>
                                        </p:tav>
                                        <p:tav tm="100000">
                                          <p:val>
                                            <p:strVal val="#ppt_y"/>
                                          </p:val>
                                        </p:tav>
                                      </p:tavLst>
                                    </p:anim>
                                  </p:childTnLst>
                                </p:cTn>
                              </p:par>
                              <p:par>
                                <p:cTn id="105" presetID="2" presetClass="entr" presetSubtype="8" fill="hold" grpId="0" nodeType="withEffect">
                                  <p:stCondLst>
                                    <p:cond delay="790"/>
                                  </p:stCondLst>
                                  <p:childTnLst>
                                    <p:set>
                                      <p:cBhvr>
                                        <p:cTn id="106" dur="1" fill="hold">
                                          <p:stCondLst>
                                            <p:cond delay="0"/>
                                          </p:stCondLst>
                                        </p:cTn>
                                        <p:tgtEl>
                                          <p:spTgt spid="30"/>
                                        </p:tgtEl>
                                        <p:attrNameLst>
                                          <p:attrName>style.visibility</p:attrName>
                                        </p:attrNameLst>
                                      </p:cBhvr>
                                      <p:to>
                                        <p:strVal val="visible"/>
                                      </p:to>
                                    </p:set>
                                    <p:anim calcmode="lin" valueType="num">
                                      <p:cBhvr additive="base">
                                        <p:cTn id="107" dur="450" fill="hold"/>
                                        <p:tgtEl>
                                          <p:spTgt spid="30"/>
                                        </p:tgtEl>
                                        <p:attrNameLst>
                                          <p:attrName>ppt_x</p:attrName>
                                        </p:attrNameLst>
                                      </p:cBhvr>
                                      <p:tavLst>
                                        <p:tav tm="0">
                                          <p:val>
                                            <p:strVal val="0-#ppt_w/2"/>
                                          </p:val>
                                        </p:tav>
                                        <p:tav tm="100000">
                                          <p:val>
                                            <p:strVal val="#ppt_x"/>
                                          </p:val>
                                        </p:tav>
                                      </p:tavLst>
                                    </p:anim>
                                    <p:anim calcmode="lin" valueType="num">
                                      <p:cBhvr additive="base">
                                        <p:cTn id="108" dur="450" fill="hold"/>
                                        <p:tgtEl>
                                          <p:spTgt spid="30"/>
                                        </p:tgtEl>
                                        <p:attrNameLst>
                                          <p:attrName>ppt_y</p:attrName>
                                        </p:attrNameLst>
                                      </p:cBhvr>
                                      <p:tavLst>
                                        <p:tav tm="0">
                                          <p:val>
                                            <p:strVal val="#ppt_y"/>
                                          </p:val>
                                        </p:tav>
                                        <p:tav tm="100000">
                                          <p:val>
                                            <p:strVal val="#ppt_y"/>
                                          </p:val>
                                        </p:tav>
                                      </p:tavLst>
                                    </p:anim>
                                  </p:childTnLst>
                                </p:cTn>
                              </p:par>
                              <p:par>
                                <p:cTn id="109" presetID="2" presetClass="entr" presetSubtype="8" fill="hold" grpId="0" nodeType="withEffect">
                                  <p:stCondLst>
                                    <p:cond delay="790"/>
                                  </p:stCondLst>
                                  <p:childTnLst>
                                    <p:set>
                                      <p:cBhvr>
                                        <p:cTn id="110" dur="1" fill="hold">
                                          <p:stCondLst>
                                            <p:cond delay="0"/>
                                          </p:stCondLst>
                                        </p:cTn>
                                        <p:tgtEl>
                                          <p:spTgt spid="31"/>
                                        </p:tgtEl>
                                        <p:attrNameLst>
                                          <p:attrName>style.visibility</p:attrName>
                                        </p:attrNameLst>
                                      </p:cBhvr>
                                      <p:to>
                                        <p:strVal val="visible"/>
                                      </p:to>
                                    </p:set>
                                    <p:anim calcmode="lin" valueType="num">
                                      <p:cBhvr additive="base">
                                        <p:cTn id="111" dur="450" fill="hold"/>
                                        <p:tgtEl>
                                          <p:spTgt spid="31"/>
                                        </p:tgtEl>
                                        <p:attrNameLst>
                                          <p:attrName>ppt_x</p:attrName>
                                        </p:attrNameLst>
                                      </p:cBhvr>
                                      <p:tavLst>
                                        <p:tav tm="0">
                                          <p:val>
                                            <p:strVal val="0-#ppt_w/2"/>
                                          </p:val>
                                        </p:tav>
                                        <p:tav tm="100000">
                                          <p:val>
                                            <p:strVal val="#ppt_x"/>
                                          </p:val>
                                        </p:tav>
                                      </p:tavLst>
                                    </p:anim>
                                    <p:anim calcmode="lin" valueType="num">
                                      <p:cBhvr additive="base">
                                        <p:cTn id="112" dur="450" fill="hold"/>
                                        <p:tgtEl>
                                          <p:spTgt spid="31"/>
                                        </p:tgtEl>
                                        <p:attrNameLst>
                                          <p:attrName>ppt_y</p:attrName>
                                        </p:attrNameLst>
                                      </p:cBhvr>
                                      <p:tavLst>
                                        <p:tav tm="0">
                                          <p:val>
                                            <p:strVal val="#ppt_y"/>
                                          </p:val>
                                        </p:tav>
                                        <p:tav tm="100000">
                                          <p:val>
                                            <p:strVal val="#ppt_y"/>
                                          </p:val>
                                        </p:tav>
                                      </p:tavLst>
                                    </p:anim>
                                  </p:childTnLst>
                                </p:cTn>
                              </p:par>
                              <p:par>
                                <p:cTn id="113" presetID="2" presetClass="entr" presetSubtype="8" fill="hold" grpId="0" nodeType="withEffect">
                                  <p:stCondLst>
                                    <p:cond delay="790"/>
                                  </p:stCondLst>
                                  <p:childTnLst>
                                    <p:set>
                                      <p:cBhvr>
                                        <p:cTn id="114" dur="1" fill="hold">
                                          <p:stCondLst>
                                            <p:cond delay="0"/>
                                          </p:stCondLst>
                                        </p:cTn>
                                        <p:tgtEl>
                                          <p:spTgt spid="32"/>
                                        </p:tgtEl>
                                        <p:attrNameLst>
                                          <p:attrName>style.visibility</p:attrName>
                                        </p:attrNameLst>
                                      </p:cBhvr>
                                      <p:to>
                                        <p:strVal val="visible"/>
                                      </p:to>
                                    </p:set>
                                    <p:anim calcmode="lin" valueType="num">
                                      <p:cBhvr additive="base">
                                        <p:cTn id="115" dur="450" fill="hold"/>
                                        <p:tgtEl>
                                          <p:spTgt spid="32"/>
                                        </p:tgtEl>
                                        <p:attrNameLst>
                                          <p:attrName>ppt_x</p:attrName>
                                        </p:attrNameLst>
                                      </p:cBhvr>
                                      <p:tavLst>
                                        <p:tav tm="0">
                                          <p:val>
                                            <p:strVal val="0-#ppt_w/2"/>
                                          </p:val>
                                        </p:tav>
                                        <p:tav tm="100000">
                                          <p:val>
                                            <p:strVal val="#ppt_x"/>
                                          </p:val>
                                        </p:tav>
                                      </p:tavLst>
                                    </p:anim>
                                    <p:anim calcmode="lin" valueType="num">
                                      <p:cBhvr additive="base">
                                        <p:cTn id="116" dur="450" fill="hold"/>
                                        <p:tgtEl>
                                          <p:spTgt spid="32"/>
                                        </p:tgtEl>
                                        <p:attrNameLst>
                                          <p:attrName>ppt_y</p:attrName>
                                        </p:attrNameLst>
                                      </p:cBhvr>
                                      <p:tavLst>
                                        <p:tav tm="0">
                                          <p:val>
                                            <p:strVal val="#ppt_y"/>
                                          </p:val>
                                        </p:tav>
                                        <p:tav tm="100000">
                                          <p:val>
                                            <p:strVal val="#ppt_y"/>
                                          </p:val>
                                        </p:tav>
                                      </p:tavLst>
                                    </p:anim>
                                  </p:childTnLst>
                                </p:cTn>
                              </p:par>
                              <p:par>
                                <p:cTn id="117" presetID="2" presetClass="entr" presetSubtype="8" fill="hold" grpId="0" nodeType="withEffect">
                                  <p:stCondLst>
                                    <p:cond delay="790"/>
                                  </p:stCondLst>
                                  <p:childTnLst>
                                    <p:set>
                                      <p:cBhvr>
                                        <p:cTn id="118" dur="1" fill="hold">
                                          <p:stCondLst>
                                            <p:cond delay="0"/>
                                          </p:stCondLst>
                                        </p:cTn>
                                        <p:tgtEl>
                                          <p:spTgt spid="33"/>
                                        </p:tgtEl>
                                        <p:attrNameLst>
                                          <p:attrName>style.visibility</p:attrName>
                                        </p:attrNameLst>
                                      </p:cBhvr>
                                      <p:to>
                                        <p:strVal val="visible"/>
                                      </p:to>
                                    </p:set>
                                    <p:anim calcmode="lin" valueType="num">
                                      <p:cBhvr additive="base">
                                        <p:cTn id="119" dur="450" fill="hold"/>
                                        <p:tgtEl>
                                          <p:spTgt spid="33"/>
                                        </p:tgtEl>
                                        <p:attrNameLst>
                                          <p:attrName>ppt_x</p:attrName>
                                        </p:attrNameLst>
                                      </p:cBhvr>
                                      <p:tavLst>
                                        <p:tav tm="0">
                                          <p:val>
                                            <p:strVal val="0-#ppt_w/2"/>
                                          </p:val>
                                        </p:tav>
                                        <p:tav tm="100000">
                                          <p:val>
                                            <p:strVal val="#ppt_x"/>
                                          </p:val>
                                        </p:tav>
                                      </p:tavLst>
                                    </p:anim>
                                    <p:anim calcmode="lin" valueType="num">
                                      <p:cBhvr additive="base">
                                        <p:cTn id="120" dur="450" fill="hold"/>
                                        <p:tgtEl>
                                          <p:spTgt spid="33"/>
                                        </p:tgtEl>
                                        <p:attrNameLst>
                                          <p:attrName>ppt_y</p:attrName>
                                        </p:attrNameLst>
                                      </p:cBhvr>
                                      <p:tavLst>
                                        <p:tav tm="0">
                                          <p:val>
                                            <p:strVal val="#ppt_y"/>
                                          </p:val>
                                        </p:tav>
                                        <p:tav tm="100000">
                                          <p:val>
                                            <p:strVal val="#ppt_y"/>
                                          </p:val>
                                        </p:tav>
                                      </p:tavLst>
                                    </p:anim>
                                  </p:childTnLst>
                                </p:cTn>
                              </p:par>
                              <p:par>
                                <p:cTn id="121" presetID="2" presetClass="entr" presetSubtype="8" fill="hold" grpId="0" nodeType="withEffect">
                                  <p:stCondLst>
                                    <p:cond delay="790"/>
                                  </p:stCondLst>
                                  <p:childTnLst>
                                    <p:set>
                                      <p:cBhvr>
                                        <p:cTn id="122" dur="1" fill="hold">
                                          <p:stCondLst>
                                            <p:cond delay="0"/>
                                          </p:stCondLst>
                                        </p:cTn>
                                        <p:tgtEl>
                                          <p:spTgt spid="34"/>
                                        </p:tgtEl>
                                        <p:attrNameLst>
                                          <p:attrName>style.visibility</p:attrName>
                                        </p:attrNameLst>
                                      </p:cBhvr>
                                      <p:to>
                                        <p:strVal val="visible"/>
                                      </p:to>
                                    </p:set>
                                    <p:anim calcmode="lin" valueType="num">
                                      <p:cBhvr additive="base">
                                        <p:cTn id="123" dur="450" fill="hold"/>
                                        <p:tgtEl>
                                          <p:spTgt spid="34"/>
                                        </p:tgtEl>
                                        <p:attrNameLst>
                                          <p:attrName>ppt_x</p:attrName>
                                        </p:attrNameLst>
                                      </p:cBhvr>
                                      <p:tavLst>
                                        <p:tav tm="0">
                                          <p:val>
                                            <p:strVal val="0-#ppt_w/2"/>
                                          </p:val>
                                        </p:tav>
                                        <p:tav tm="100000">
                                          <p:val>
                                            <p:strVal val="#ppt_x"/>
                                          </p:val>
                                        </p:tav>
                                      </p:tavLst>
                                    </p:anim>
                                    <p:anim calcmode="lin" valueType="num">
                                      <p:cBhvr additive="base">
                                        <p:cTn id="124" dur="450" fill="hold"/>
                                        <p:tgtEl>
                                          <p:spTgt spid="34"/>
                                        </p:tgtEl>
                                        <p:attrNameLst>
                                          <p:attrName>ppt_y</p:attrName>
                                        </p:attrNameLst>
                                      </p:cBhvr>
                                      <p:tavLst>
                                        <p:tav tm="0">
                                          <p:val>
                                            <p:strVal val="#ppt_y"/>
                                          </p:val>
                                        </p:tav>
                                        <p:tav tm="100000">
                                          <p:val>
                                            <p:strVal val="#ppt_y"/>
                                          </p:val>
                                        </p:tav>
                                      </p:tavLst>
                                    </p:anim>
                                  </p:childTnLst>
                                </p:cTn>
                              </p:par>
                              <p:par>
                                <p:cTn id="125" presetID="2" presetClass="entr" presetSubtype="8" fill="hold" grpId="0" nodeType="withEffect">
                                  <p:stCondLst>
                                    <p:cond delay="790"/>
                                  </p:stCondLst>
                                  <p:childTnLst>
                                    <p:set>
                                      <p:cBhvr>
                                        <p:cTn id="126" dur="1" fill="hold">
                                          <p:stCondLst>
                                            <p:cond delay="0"/>
                                          </p:stCondLst>
                                        </p:cTn>
                                        <p:tgtEl>
                                          <p:spTgt spid="35"/>
                                        </p:tgtEl>
                                        <p:attrNameLst>
                                          <p:attrName>style.visibility</p:attrName>
                                        </p:attrNameLst>
                                      </p:cBhvr>
                                      <p:to>
                                        <p:strVal val="visible"/>
                                      </p:to>
                                    </p:set>
                                    <p:anim calcmode="lin" valueType="num">
                                      <p:cBhvr additive="base">
                                        <p:cTn id="127" dur="450" fill="hold"/>
                                        <p:tgtEl>
                                          <p:spTgt spid="35"/>
                                        </p:tgtEl>
                                        <p:attrNameLst>
                                          <p:attrName>ppt_x</p:attrName>
                                        </p:attrNameLst>
                                      </p:cBhvr>
                                      <p:tavLst>
                                        <p:tav tm="0">
                                          <p:val>
                                            <p:strVal val="0-#ppt_w/2"/>
                                          </p:val>
                                        </p:tav>
                                        <p:tav tm="100000">
                                          <p:val>
                                            <p:strVal val="#ppt_x"/>
                                          </p:val>
                                        </p:tav>
                                      </p:tavLst>
                                    </p:anim>
                                    <p:anim calcmode="lin" valueType="num">
                                      <p:cBhvr additive="base">
                                        <p:cTn id="128" dur="450" fill="hold"/>
                                        <p:tgtEl>
                                          <p:spTgt spid="35"/>
                                        </p:tgtEl>
                                        <p:attrNameLst>
                                          <p:attrName>ppt_y</p:attrName>
                                        </p:attrNameLst>
                                      </p:cBhvr>
                                      <p:tavLst>
                                        <p:tav tm="0">
                                          <p:val>
                                            <p:strVal val="#ppt_y"/>
                                          </p:val>
                                        </p:tav>
                                        <p:tav tm="100000">
                                          <p:val>
                                            <p:strVal val="#ppt_y"/>
                                          </p:val>
                                        </p:tav>
                                      </p:tavLst>
                                    </p:anim>
                                  </p:childTnLst>
                                </p:cTn>
                              </p:par>
                              <p:par>
                                <p:cTn id="129" presetID="2" presetClass="entr" presetSubtype="8" fill="hold" grpId="0" nodeType="withEffect">
                                  <p:stCondLst>
                                    <p:cond delay="920"/>
                                  </p:stCondLst>
                                  <p:childTnLst>
                                    <p:set>
                                      <p:cBhvr>
                                        <p:cTn id="130" dur="1" fill="hold">
                                          <p:stCondLst>
                                            <p:cond delay="0"/>
                                          </p:stCondLst>
                                        </p:cTn>
                                        <p:tgtEl>
                                          <p:spTgt spid="36"/>
                                        </p:tgtEl>
                                        <p:attrNameLst>
                                          <p:attrName>style.visibility</p:attrName>
                                        </p:attrNameLst>
                                      </p:cBhvr>
                                      <p:to>
                                        <p:strVal val="visible"/>
                                      </p:to>
                                    </p:set>
                                    <p:anim calcmode="lin" valueType="num">
                                      <p:cBhvr additive="base">
                                        <p:cTn id="131" dur="450" fill="hold"/>
                                        <p:tgtEl>
                                          <p:spTgt spid="36"/>
                                        </p:tgtEl>
                                        <p:attrNameLst>
                                          <p:attrName>ppt_x</p:attrName>
                                        </p:attrNameLst>
                                      </p:cBhvr>
                                      <p:tavLst>
                                        <p:tav tm="0">
                                          <p:val>
                                            <p:strVal val="0-#ppt_w/2"/>
                                          </p:val>
                                        </p:tav>
                                        <p:tav tm="100000">
                                          <p:val>
                                            <p:strVal val="#ppt_x"/>
                                          </p:val>
                                        </p:tav>
                                      </p:tavLst>
                                    </p:anim>
                                    <p:anim calcmode="lin" valueType="num">
                                      <p:cBhvr additive="base">
                                        <p:cTn id="132" dur="450" fill="hold"/>
                                        <p:tgtEl>
                                          <p:spTgt spid="36"/>
                                        </p:tgtEl>
                                        <p:attrNameLst>
                                          <p:attrName>ppt_y</p:attrName>
                                        </p:attrNameLst>
                                      </p:cBhvr>
                                      <p:tavLst>
                                        <p:tav tm="0">
                                          <p:val>
                                            <p:strVal val="#ppt_y"/>
                                          </p:val>
                                        </p:tav>
                                        <p:tav tm="100000">
                                          <p:val>
                                            <p:strVal val="#ppt_y"/>
                                          </p:val>
                                        </p:tav>
                                      </p:tavLst>
                                    </p:anim>
                                  </p:childTnLst>
                                </p:cTn>
                              </p:par>
                              <p:par>
                                <p:cTn id="133" presetID="2" presetClass="entr" presetSubtype="8" fill="hold" grpId="0" nodeType="withEffect">
                                  <p:stCondLst>
                                    <p:cond delay="920"/>
                                  </p:stCondLst>
                                  <p:childTnLst>
                                    <p:set>
                                      <p:cBhvr>
                                        <p:cTn id="134" dur="1" fill="hold">
                                          <p:stCondLst>
                                            <p:cond delay="0"/>
                                          </p:stCondLst>
                                        </p:cTn>
                                        <p:tgtEl>
                                          <p:spTgt spid="37"/>
                                        </p:tgtEl>
                                        <p:attrNameLst>
                                          <p:attrName>style.visibility</p:attrName>
                                        </p:attrNameLst>
                                      </p:cBhvr>
                                      <p:to>
                                        <p:strVal val="visible"/>
                                      </p:to>
                                    </p:set>
                                    <p:anim calcmode="lin" valueType="num">
                                      <p:cBhvr additive="base">
                                        <p:cTn id="135" dur="450" fill="hold"/>
                                        <p:tgtEl>
                                          <p:spTgt spid="37"/>
                                        </p:tgtEl>
                                        <p:attrNameLst>
                                          <p:attrName>ppt_x</p:attrName>
                                        </p:attrNameLst>
                                      </p:cBhvr>
                                      <p:tavLst>
                                        <p:tav tm="0">
                                          <p:val>
                                            <p:strVal val="0-#ppt_w/2"/>
                                          </p:val>
                                        </p:tav>
                                        <p:tav tm="100000">
                                          <p:val>
                                            <p:strVal val="#ppt_x"/>
                                          </p:val>
                                        </p:tav>
                                      </p:tavLst>
                                    </p:anim>
                                    <p:anim calcmode="lin" valueType="num">
                                      <p:cBhvr additive="base">
                                        <p:cTn id="136" dur="450" fill="hold"/>
                                        <p:tgtEl>
                                          <p:spTgt spid="37"/>
                                        </p:tgtEl>
                                        <p:attrNameLst>
                                          <p:attrName>ppt_y</p:attrName>
                                        </p:attrNameLst>
                                      </p:cBhvr>
                                      <p:tavLst>
                                        <p:tav tm="0">
                                          <p:val>
                                            <p:strVal val="#ppt_y"/>
                                          </p:val>
                                        </p:tav>
                                        <p:tav tm="100000">
                                          <p:val>
                                            <p:strVal val="#ppt_y"/>
                                          </p:val>
                                        </p:tav>
                                      </p:tavLst>
                                    </p:anim>
                                  </p:childTnLst>
                                </p:cTn>
                              </p:par>
                              <p:par>
                                <p:cTn id="137" presetID="2" presetClass="entr" presetSubtype="8" fill="hold" grpId="0" nodeType="withEffect">
                                  <p:stCondLst>
                                    <p:cond delay="920"/>
                                  </p:stCondLst>
                                  <p:childTnLst>
                                    <p:set>
                                      <p:cBhvr>
                                        <p:cTn id="138" dur="1" fill="hold">
                                          <p:stCondLst>
                                            <p:cond delay="0"/>
                                          </p:stCondLst>
                                        </p:cTn>
                                        <p:tgtEl>
                                          <p:spTgt spid="38"/>
                                        </p:tgtEl>
                                        <p:attrNameLst>
                                          <p:attrName>style.visibility</p:attrName>
                                        </p:attrNameLst>
                                      </p:cBhvr>
                                      <p:to>
                                        <p:strVal val="visible"/>
                                      </p:to>
                                    </p:set>
                                    <p:anim calcmode="lin" valueType="num">
                                      <p:cBhvr additive="base">
                                        <p:cTn id="139" dur="450" fill="hold"/>
                                        <p:tgtEl>
                                          <p:spTgt spid="38"/>
                                        </p:tgtEl>
                                        <p:attrNameLst>
                                          <p:attrName>ppt_x</p:attrName>
                                        </p:attrNameLst>
                                      </p:cBhvr>
                                      <p:tavLst>
                                        <p:tav tm="0">
                                          <p:val>
                                            <p:strVal val="0-#ppt_w/2"/>
                                          </p:val>
                                        </p:tav>
                                        <p:tav tm="100000">
                                          <p:val>
                                            <p:strVal val="#ppt_x"/>
                                          </p:val>
                                        </p:tav>
                                      </p:tavLst>
                                    </p:anim>
                                    <p:anim calcmode="lin" valueType="num">
                                      <p:cBhvr additive="base">
                                        <p:cTn id="140" dur="450" fill="hold"/>
                                        <p:tgtEl>
                                          <p:spTgt spid="38"/>
                                        </p:tgtEl>
                                        <p:attrNameLst>
                                          <p:attrName>ppt_y</p:attrName>
                                        </p:attrNameLst>
                                      </p:cBhvr>
                                      <p:tavLst>
                                        <p:tav tm="0">
                                          <p:val>
                                            <p:strVal val="#ppt_y"/>
                                          </p:val>
                                        </p:tav>
                                        <p:tav tm="100000">
                                          <p:val>
                                            <p:strVal val="#ppt_y"/>
                                          </p:val>
                                        </p:tav>
                                      </p:tavLst>
                                    </p:anim>
                                  </p:childTnLst>
                                </p:cTn>
                              </p:par>
                              <p:par>
                                <p:cTn id="141" presetID="2" presetClass="entr" presetSubtype="8" fill="hold" grpId="0" nodeType="withEffect">
                                  <p:stCondLst>
                                    <p:cond delay="920"/>
                                  </p:stCondLst>
                                  <p:childTnLst>
                                    <p:set>
                                      <p:cBhvr>
                                        <p:cTn id="142" dur="1" fill="hold">
                                          <p:stCondLst>
                                            <p:cond delay="0"/>
                                          </p:stCondLst>
                                        </p:cTn>
                                        <p:tgtEl>
                                          <p:spTgt spid="39"/>
                                        </p:tgtEl>
                                        <p:attrNameLst>
                                          <p:attrName>style.visibility</p:attrName>
                                        </p:attrNameLst>
                                      </p:cBhvr>
                                      <p:to>
                                        <p:strVal val="visible"/>
                                      </p:to>
                                    </p:set>
                                    <p:anim calcmode="lin" valueType="num">
                                      <p:cBhvr additive="base">
                                        <p:cTn id="143" dur="450" fill="hold"/>
                                        <p:tgtEl>
                                          <p:spTgt spid="39"/>
                                        </p:tgtEl>
                                        <p:attrNameLst>
                                          <p:attrName>ppt_x</p:attrName>
                                        </p:attrNameLst>
                                      </p:cBhvr>
                                      <p:tavLst>
                                        <p:tav tm="0">
                                          <p:val>
                                            <p:strVal val="0-#ppt_w/2"/>
                                          </p:val>
                                        </p:tav>
                                        <p:tav tm="100000">
                                          <p:val>
                                            <p:strVal val="#ppt_x"/>
                                          </p:val>
                                        </p:tav>
                                      </p:tavLst>
                                    </p:anim>
                                    <p:anim calcmode="lin" valueType="num">
                                      <p:cBhvr additive="base">
                                        <p:cTn id="144" dur="450" fill="hold"/>
                                        <p:tgtEl>
                                          <p:spTgt spid="39"/>
                                        </p:tgtEl>
                                        <p:attrNameLst>
                                          <p:attrName>ppt_y</p:attrName>
                                        </p:attrNameLst>
                                      </p:cBhvr>
                                      <p:tavLst>
                                        <p:tav tm="0">
                                          <p:val>
                                            <p:strVal val="#ppt_y"/>
                                          </p:val>
                                        </p:tav>
                                        <p:tav tm="100000">
                                          <p:val>
                                            <p:strVal val="#ppt_y"/>
                                          </p:val>
                                        </p:tav>
                                      </p:tavLst>
                                    </p:anim>
                                  </p:childTnLst>
                                </p:cTn>
                              </p:par>
                              <p:par>
                                <p:cTn id="145" presetID="2" presetClass="entr" presetSubtype="8" fill="hold" grpId="0" nodeType="withEffect">
                                  <p:stCondLst>
                                    <p:cond delay="920"/>
                                  </p:stCondLst>
                                  <p:childTnLst>
                                    <p:set>
                                      <p:cBhvr>
                                        <p:cTn id="146" dur="1" fill="hold">
                                          <p:stCondLst>
                                            <p:cond delay="0"/>
                                          </p:stCondLst>
                                        </p:cTn>
                                        <p:tgtEl>
                                          <p:spTgt spid="40"/>
                                        </p:tgtEl>
                                        <p:attrNameLst>
                                          <p:attrName>style.visibility</p:attrName>
                                        </p:attrNameLst>
                                      </p:cBhvr>
                                      <p:to>
                                        <p:strVal val="visible"/>
                                      </p:to>
                                    </p:set>
                                    <p:anim calcmode="lin" valueType="num">
                                      <p:cBhvr additive="base">
                                        <p:cTn id="147" dur="450" fill="hold"/>
                                        <p:tgtEl>
                                          <p:spTgt spid="40"/>
                                        </p:tgtEl>
                                        <p:attrNameLst>
                                          <p:attrName>ppt_x</p:attrName>
                                        </p:attrNameLst>
                                      </p:cBhvr>
                                      <p:tavLst>
                                        <p:tav tm="0">
                                          <p:val>
                                            <p:strVal val="0-#ppt_w/2"/>
                                          </p:val>
                                        </p:tav>
                                        <p:tav tm="100000">
                                          <p:val>
                                            <p:strVal val="#ppt_x"/>
                                          </p:val>
                                        </p:tav>
                                      </p:tavLst>
                                    </p:anim>
                                    <p:anim calcmode="lin" valueType="num">
                                      <p:cBhvr additive="base">
                                        <p:cTn id="148" dur="450" fill="hold"/>
                                        <p:tgtEl>
                                          <p:spTgt spid="40"/>
                                        </p:tgtEl>
                                        <p:attrNameLst>
                                          <p:attrName>ppt_y</p:attrName>
                                        </p:attrNameLst>
                                      </p:cBhvr>
                                      <p:tavLst>
                                        <p:tav tm="0">
                                          <p:val>
                                            <p:strVal val="#ppt_y"/>
                                          </p:val>
                                        </p:tav>
                                        <p:tav tm="100000">
                                          <p:val>
                                            <p:strVal val="#ppt_y"/>
                                          </p:val>
                                        </p:tav>
                                      </p:tavLst>
                                    </p:anim>
                                  </p:childTnLst>
                                </p:cTn>
                              </p:par>
                              <p:par>
                                <p:cTn id="149" presetID="2" presetClass="entr" presetSubtype="8" fill="hold" grpId="0" nodeType="withEffect">
                                  <p:stCondLst>
                                    <p:cond delay="920"/>
                                  </p:stCondLst>
                                  <p:childTnLst>
                                    <p:set>
                                      <p:cBhvr>
                                        <p:cTn id="150" dur="1" fill="hold">
                                          <p:stCondLst>
                                            <p:cond delay="0"/>
                                          </p:stCondLst>
                                        </p:cTn>
                                        <p:tgtEl>
                                          <p:spTgt spid="41"/>
                                        </p:tgtEl>
                                        <p:attrNameLst>
                                          <p:attrName>style.visibility</p:attrName>
                                        </p:attrNameLst>
                                      </p:cBhvr>
                                      <p:to>
                                        <p:strVal val="visible"/>
                                      </p:to>
                                    </p:set>
                                    <p:anim calcmode="lin" valueType="num">
                                      <p:cBhvr additive="base">
                                        <p:cTn id="151" dur="450" fill="hold"/>
                                        <p:tgtEl>
                                          <p:spTgt spid="41"/>
                                        </p:tgtEl>
                                        <p:attrNameLst>
                                          <p:attrName>ppt_x</p:attrName>
                                        </p:attrNameLst>
                                      </p:cBhvr>
                                      <p:tavLst>
                                        <p:tav tm="0">
                                          <p:val>
                                            <p:strVal val="0-#ppt_w/2"/>
                                          </p:val>
                                        </p:tav>
                                        <p:tav tm="100000">
                                          <p:val>
                                            <p:strVal val="#ppt_x"/>
                                          </p:val>
                                        </p:tav>
                                      </p:tavLst>
                                    </p:anim>
                                    <p:anim calcmode="lin" valueType="num">
                                      <p:cBhvr additive="base">
                                        <p:cTn id="152" dur="45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3" grpId="0" animBg="1"/>
      <p:bldP spid="14" grpId="0" animBg="1"/>
      <p:bldP spid="16" grpId="0" animBg="1"/>
      <p:bldP spid="17" grpId="0" animBg="1"/>
      <p:bldP spid="18" grpId="0" animBg="1"/>
      <p:bldP spid="19" grpId="0" animBg="1"/>
      <p:bldP spid="20" grpId="0" animBg="1"/>
      <p:bldP spid="22" grpId="0" animBg="1"/>
      <p:bldP spid="23" grpId="0" animBg="1"/>
      <p:bldP spid="24" grpId="0" animBg="1"/>
      <p:bldP spid="25" grpId="0" animBg="1"/>
      <p:bldP spid="26" grpId="0" animBg="1"/>
      <p:bldP spid="28" grpId="0" animBg="1"/>
      <p:bldP spid="29" grpId="0" animBg="1"/>
      <p:bldP spid="30" grpId="0" animBg="1"/>
      <p:bldP spid="31" grpId="0" animBg="1"/>
      <p:bldP spid="32" grpId="0" animBg="1"/>
      <p:bldP spid="34" grpId="0" animBg="1"/>
      <p:bldP spid="35" grpId="0" animBg="1"/>
      <p:bldP spid="36" grpId="0" animBg="1"/>
      <p:bldP spid="37" grpId="0" animBg="1"/>
      <p:bldP spid="38" grpId="0" animBg="1"/>
      <p:bldP spid="40" grpId="0" animBg="1"/>
      <p:bldP spid="4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307108"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03</a:t>
            </a:r>
          </a:p>
        </p:txBody>
      </p:sp>
      <p:sp>
        <p:nvSpPr>
          <p:cNvPr id="7" name="!!tag_text"/>
          <p:cNvSpPr txBox="1"/>
          <p:nvPr/>
        </p:nvSpPr>
        <p:spPr>
          <a:xfrm>
            <a:off x="896112" y="292608"/>
            <a:ext cx="941348"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ĐÀO TẠO</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KHẢO THÍ CAMBRIDGE &amp; TUYỂN SINH</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Trung tâm đào tạo, khảo thí tiếng Anh và đầu mối tuyển sinh chính quy</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14</a:t>
            </a:r>
          </a:p>
        </p:txBody>
      </p:sp>
      <p:pic>
        <p:nvPicPr>
          <p:cNvPr id="11" name="!!ph1" descr="cambridge_center.jpg"/>
          <p:cNvPicPr>
            <a:picLocks noChangeAspect="1"/>
          </p:cNvPicPr>
          <p:nvPr/>
        </p:nvPicPr>
        <p:blipFill>
          <a:blip r:embed="rId4"/>
          <a:srcRect t="14790" b="14790"/>
          <a:stretch>
            <a:fillRect/>
          </a:stretch>
        </p:blipFill>
        <p:spPr>
          <a:xfrm>
            <a:off x="7436815" y="1691640"/>
            <a:ext cx="4206240" cy="4480560"/>
          </a:xfrm>
          <a:prstGeom prst="roundRect">
            <a:avLst>
              <a:gd name="adj" fmla="val 3478"/>
            </a:avLst>
          </a:prstGeom>
          <a:effectLst>
            <a:outerShdw blurRad="274320" dist="73152" dir="5400000" algn="ctr" rotWithShape="0">
              <a:srgbClr val="0B1F4D">
                <a:alpha val="22000"/>
              </a:srgbClr>
            </a:outerShdw>
          </a:effectLst>
        </p:spPr>
      </p:pic>
      <p:sp>
        <p:nvSpPr>
          <p:cNvPr id="12" name="Rounded Rectangle 11"/>
          <p:cNvSpPr/>
          <p:nvPr/>
        </p:nvSpPr>
        <p:spPr>
          <a:xfrm>
            <a:off x="548640" y="1691640"/>
            <a:ext cx="3169768" cy="2103120"/>
          </a:xfrm>
          <a:prstGeom prst="roundRect">
            <a:avLst>
              <a:gd name="adj" fmla="val 6086"/>
            </a:avLst>
          </a:prstGeom>
          <a:solidFill>
            <a:srgbClr val="207D08"/>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3" name="Picture 12" descr="monitor_FFFFFF.png"/>
          <p:cNvPicPr>
            <a:picLocks noChangeAspect="1"/>
          </p:cNvPicPr>
          <p:nvPr/>
        </p:nvPicPr>
        <p:blipFill>
          <a:blip r:embed="rId5"/>
          <a:stretch>
            <a:fillRect/>
          </a:stretch>
        </p:blipFill>
        <p:spPr>
          <a:xfrm>
            <a:off x="822960" y="1965960"/>
            <a:ext cx="411480" cy="411480"/>
          </a:xfrm>
          <a:prstGeom prst="rect">
            <a:avLst/>
          </a:prstGeom>
        </p:spPr>
      </p:pic>
      <p:sp>
        <p:nvSpPr>
          <p:cNvPr id="14" name="TextBox 13"/>
          <p:cNvSpPr txBox="1"/>
          <p:nvPr/>
        </p:nvSpPr>
        <p:spPr>
          <a:xfrm>
            <a:off x="822960" y="2423160"/>
            <a:ext cx="2712568" cy="777240"/>
          </a:xfrm>
          <a:prstGeom prst="rect">
            <a:avLst/>
          </a:prstGeom>
          <a:noFill/>
        </p:spPr>
        <p:txBody>
          <a:bodyPr wrap="none" lIns="0" rIns="0" tIns="0" bIns="0" anchor="ctr">
            <a:noAutofit/>
          </a:bodyPr>
          <a:lstStyle/>
          <a:p>
            <a:pPr algn="l">
              <a:lnSpc>
                <a:spcPct val="100000"/>
              </a:lnSpc>
            </a:pPr>
            <a:r>
              <a:rPr sz="4000" b="1" i="0">
                <a:solidFill>
                  <a:srgbClr val="FFFFFF"/>
                </a:solidFill>
                <a:latin typeface="Lexend Exa"/>
                <a:ea typeface="Lexend Exa"/>
                <a:cs typeface="Lexend Exa"/>
              </a:rPr>
              <a:t>250</a:t>
            </a:r>
            <a:r>
              <a:rPr sz="1800" b="1" i="0">
                <a:solidFill>
                  <a:srgbClr val="FFFFFF"/>
                </a:solidFill>
                <a:latin typeface="Lexend Exa"/>
                <a:ea typeface="Lexend Exa"/>
                <a:cs typeface="Lexend Exa"/>
              </a:rPr>
              <a:t/>
            </a:r>
          </a:p>
        </p:txBody>
      </p:sp>
      <p:sp>
        <p:nvSpPr>
          <p:cNvPr id="15" name="TextBox 14"/>
          <p:cNvSpPr txBox="1"/>
          <p:nvPr/>
        </p:nvSpPr>
        <p:spPr>
          <a:xfrm>
            <a:off x="822960" y="3200400"/>
            <a:ext cx="2712568" cy="502920"/>
          </a:xfrm>
          <a:prstGeom prst="rect">
            <a:avLst/>
          </a:prstGeom>
          <a:noFill/>
        </p:spPr>
        <p:txBody>
          <a:bodyPr wrap="square" lIns="0" rIns="0" tIns="0" bIns="0" anchor="t">
            <a:noAutofit/>
          </a:bodyPr>
          <a:lstStyle/>
          <a:p>
            <a:pPr algn="l">
              <a:lnSpc>
                <a:spcPct val="110000"/>
              </a:lnSpc>
            </a:pPr>
            <a:r>
              <a:rPr sz="1100" b="0" i="0">
                <a:solidFill>
                  <a:srgbClr val="FFFFFF"/>
                </a:solidFill>
                <a:latin typeface="Be Vietnam Pro"/>
                <a:ea typeface="Be Vietnam Pro"/>
                <a:cs typeface="Be Vietnam Pro"/>
              </a:rPr>
              <a:t>thí sinh / ca thi tại phòng thi máy tính</a:t>
            </a:r>
          </a:p>
        </p:txBody>
      </p:sp>
      <p:sp>
        <p:nvSpPr>
          <p:cNvPr id="16" name="Rounded Rectangle 15"/>
          <p:cNvSpPr/>
          <p:nvPr/>
        </p:nvSpPr>
        <p:spPr>
          <a:xfrm>
            <a:off x="3992728" y="1691640"/>
            <a:ext cx="3169768"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7" name="Picture 16" descr="award_207D08.png"/>
          <p:cNvPicPr>
            <a:picLocks noChangeAspect="1"/>
          </p:cNvPicPr>
          <p:nvPr/>
        </p:nvPicPr>
        <p:blipFill>
          <a:blip r:embed="rId6"/>
          <a:stretch>
            <a:fillRect/>
          </a:stretch>
        </p:blipFill>
        <p:spPr>
          <a:xfrm>
            <a:off x="4267048" y="1965960"/>
            <a:ext cx="411480" cy="411480"/>
          </a:xfrm>
          <a:prstGeom prst="rect">
            <a:avLst/>
          </a:prstGeom>
        </p:spPr>
      </p:pic>
      <p:sp>
        <p:nvSpPr>
          <p:cNvPr id="18" name="TextBox 17"/>
          <p:cNvSpPr txBox="1"/>
          <p:nvPr/>
        </p:nvSpPr>
        <p:spPr>
          <a:xfrm>
            <a:off x="4267048" y="2423160"/>
            <a:ext cx="2712568" cy="777240"/>
          </a:xfrm>
          <a:prstGeom prst="rect">
            <a:avLst/>
          </a:prstGeom>
          <a:noFill/>
        </p:spPr>
        <p:txBody>
          <a:bodyPr wrap="none" lIns="0" rIns="0" tIns="0" bIns="0" anchor="ctr">
            <a:noAutofit/>
          </a:bodyPr>
          <a:lstStyle/>
          <a:p>
            <a:pPr algn="l">
              <a:lnSpc>
                <a:spcPct val="100000"/>
              </a:lnSpc>
            </a:pPr>
            <a:r>
              <a:rPr sz="4000" b="1" i="0">
                <a:solidFill>
                  <a:srgbClr val="0D2B1C"/>
                </a:solidFill>
                <a:latin typeface="Lexend Exa"/>
                <a:ea typeface="Lexend Exa"/>
                <a:cs typeface="Lexend Exa"/>
              </a:rPr>
              <a:t>11</a:t>
            </a:r>
            <a:r>
              <a:rPr sz="1800" b="1" i="0">
                <a:solidFill>
                  <a:srgbClr val="0D2B1C"/>
                </a:solidFill>
                <a:latin typeface="Lexend Exa"/>
                <a:ea typeface="Lexend Exa"/>
                <a:cs typeface="Lexend Exa"/>
              </a:rPr>
              <a:t/>
            </a:r>
          </a:p>
        </p:txBody>
      </p:sp>
      <p:sp>
        <p:nvSpPr>
          <p:cNvPr id="19" name="TextBox 18"/>
          <p:cNvSpPr txBox="1"/>
          <p:nvPr/>
        </p:nvSpPr>
        <p:spPr>
          <a:xfrm>
            <a:off x="4267048" y="3200400"/>
            <a:ext cx="2712568" cy="502920"/>
          </a:xfrm>
          <a:prstGeom prst="rect">
            <a:avLst/>
          </a:prstGeom>
          <a:noFill/>
        </p:spPr>
        <p:txBody>
          <a:bodyPr wrap="square" lIns="0" rIns="0" tIns="0" bIns="0" anchor="t">
            <a:noAutofit/>
          </a:bodyPr>
          <a:lstStyle/>
          <a:p>
            <a:pPr algn="l">
              <a:lnSpc>
                <a:spcPct val="110000"/>
              </a:lnSpc>
            </a:pPr>
            <a:r>
              <a:rPr sz="1100" b="0" i="0">
                <a:solidFill>
                  <a:srgbClr val="0D2B1C"/>
                </a:solidFill>
                <a:latin typeface="Be Vietnam Pro"/>
                <a:ea typeface="Be Vietnam Pro"/>
                <a:cs typeface="Be Vietnam Pro"/>
              </a:rPr>
              <a:t>chứng chỉ chuẩn Cambridge: Starters → Proficiency, Linguaskill, CEST</a:t>
            </a:r>
          </a:p>
        </p:txBody>
      </p:sp>
      <p:sp>
        <p:nvSpPr>
          <p:cNvPr id="20" name="Rounded Rectangle 19"/>
          <p:cNvSpPr/>
          <p:nvPr/>
        </p:nvSpPr>
        <p:spPr>
          <a:xfrm>
            <a:off x="548640" y="4023360"/>
            <a:ext cx="3169768"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1" name="Picture 20" descr="graduation-cap_207D08.png"/>
          <p:cNvPicPr>
            <a:picLocks noChangeAspect="1"/>
          </p:cNvPicPr>
          <p:nvPr/>
        </p:nvPicPr>
        <p:blipFill>
          <a:blip r:embed="rId7"/>
          <a:stretch>
            <a:fillRect/>
          </a:stretch>
        </p:blipFill>
        <p:spPr>
          <a:xfrm>
            <a:off x="822960" y="4297680"/>
            <a:ext cx="411480" cy="411480"/>
          </a:xfrm>
          <a:prstGeom prst="rect">
            <a:avLst/>
          </a:prstGeom>
        </p:spPr>
      </p:pic>
      <p:sp>
        <p:nvSpPr>
          <p:cNvPr id="22" name="TextBox 21"/>
          <p:cNvSpPr txBox="1"/>
          <p:nvPr/>
        </p:nvSpPr>
        <p:spPr>
          <a:xfrm>
            <a:off x="822960" y="4754880"/>
            <a:ext cx="2712568" cy="777240"/>
          </a:xfrm>
          <a:prstGeom prst="rect">
            <a:avLst/>
          </a:prstGeom>
          <a:noFill/>
        </p:spPr>
        <p:txBody>
          <a:bodyPr wrap="none" lIns="0" rIns="0" tIns="0" bIns="0" anchor="ctr">
            <a:noAutofit/>
          </a:bodyPr>
          <a:lstStyle/>
          <a:p>
            <a:pPr algn="l">
              <a:lnSpc>
                <a:spcPct val="100000"/>
              </a:lnSpc>
            </a:pPr>
            <a:r>
              <a:rPr sz="4000" b="1" i="0">
                <a:solidFill>
                  <a:srgbClr val="0D2B1C"/>
                </a:solidFill>
                <a:latin typeface="Lexend Exa"/>
                <a:ea typeface="Lexend Exa"/>
                <a:cs typeface="Lexend Exa"/>
              </a:rPr>
              <a:t>6</a:t>
            </a:r>
            <a:r>
              <a:rPr sz="1800" b="1" i="0">
                <a:solidFill>
                  <a:srgbClr val="0D2B1C"/>
                </a:solidFill>
                <a:latin typeface="Lexend Exa"/>
                <a:ea typeface="Lexend Exa"/>
                <a:cs typeface="Lexend Exa"/>
              </a:rPr>
              <a:t/>
            </a:r>
          </a:p>
        </p:txBody>
      </p:sp>
      <p:sp>
        <p:nvSpPr>
          <p:cNvPr id="23" name="TextBox 22"/>
          <p:cNvSpPr txBox="1"/>
          <p:nvPr/>
        </p:nvSpPr>
        <p:spPr>
          <a:xfrm>
            <a:off x="822960" y="5532120"/>
            <a:ext cx="2712568" cy="502920"/>
          </a:xfrm>
          <a:prstGeom prst="rect">
            <a:avLst/>
          </a:prstGeom>
          <a:noFill/>
        </p:spPr>
        <p:txBody>
          <a:bodyPr wrap="square" lIns="0" rIns="0" tIns="0" bIns="0" anchor="t">
            <a:noAutofit/>
          </a:bodyPr>
          <a:lstStyle/>
          <a:p>
            <a:pPr algn="l">
              <a:lnSpc>
                <a:spcPct val="110000"/>
              </a:lnSpc>
            </a:pPr>
            <a:r>
              <a:rPr sz="1100" b="0" i="0">
                <a:solidFill>
                  <a:srgbClr val="0D2B1C"/>
                </a:solidFill>
                <a:latin typeface="Be Vietnam Pro"/>
                <a:ea typeface="Be Vietnam Pro"/>
                <a:cs typeface="Be Vietnam Pro"/>
              </a:rPr>
              <a:t>bậc tuyển sinh liên kết: Sơ cấp → Tiến sĩ</a:t>
            </a:r>
          </a:p>
        </p:txBody>
      </p:sp>
      <p:sp>
        <p:nvSpPr>
          <p:cNvPr id="24" name="Rounded Rectangle 23"/>
          <p:cNvSpPr/>
          <p:nvPr/>
        </p:nvSpPr>
        <p:spPr>
          <a:xfrm>
            <a:off x="3992728" y="4023360"/>
            <a:ext cx="3169768" cy="2103120"/>
          </a:xfrm>
          <a:prstGeom prst="roundRect">
            <a:avLst>
              <a:gd name="adj" fmla="val 6086"/>
            </a:avLst>
          </a:prstGeom>
          <a:solidFill>
            <a:srgbClr val="207D08"/>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5" name="Picture 24" descr="presentation_FFFFFF.png"/>
          <p:cNvPicPr>
            <a:picLocks noChangeAspect="1"/>
          </p:cNvPicPr>
          <p:nvPr/>
        </p:nvPicPr>
        <p:blipFill>
          <a:blip r:embed="rId8"/>
          <a:stretch>
            <a:fillRect/>
          </a:stretch>
        </p:blipFill>
        <p:spPr>
          <a:xfrm>
            <a:off x="4267048" y="4297680"/>
            <a:ext cx="411480" cy="411480"/>
          </a:xfrm>
          <a:prstGeom prst="rect">
            <a:avLst/>
          </a:prstGeom>
        </p:spPr>
      </p:pic>
      <p:sp>
        <p:nvSpPr>
          <p:cNvPr id="26" name="TextBox 25"/>
          <p:cNvSpPr txBox="1"/>
          <p:nvPr/>
        </p:nvSpPr>
        <p:spPr>
          <a:xfrm>
            <a:off x="4267048" y="4754880"/>
            <a:ext cx="2712568" cy="777240"/>
          </a:xfrm>
          <a:prstGeom prst="rect">
            <a:avLst/>
          </a:prstGeom>
          <a:noFill/>
        </p:spPr>
        <p:txBody>
          <a:bodyPr wrap="none" lIns="0" rIns="0" tIns="0" bIns="0" anchor="ctr">
            <a:noAutofit/>
          </a:bodyPr>
          <a:lstStyle/>
          <a:p>
            <a:pPr algn="l">
              <a:lnSpc>
                <a:spcPct val="100000"/>
              </a:lnSpc>
            </a:pPr>
            <a:r>
              <a:rPr sz="4000" b="1" i="0">
                <a:solidFill>
                  <a:srgbClr val="FFFFFF"/>
                </a:solidFill>
                <a:latin typeface="Lexend Exa"/>
                <a:ea typeface="Lexend Exa"/>
                <a:cs typeface="Lexend Exa"/>
              </a:rPr>
              <a:t>24/7</a:t>
            </a:r>
            <a:r>
              <a:rPr sz="1800" b="1" i="0">
                <a:solidFill>
                  <a:srgbClr val="FFFFFF"/>
                </a:solidFill>
                <a:latin typeface="Lexend Exa"/>
                <a:ea typeface="Lexend Exa"/>
                <a:cs typeface="Lexend Exa"/>
              </a:rPr>
              <a:t/>
            </a:r>
          </a:p>
        </p:txBody>
      </p:sp>
      <p:sp>
        <p:nvSpPr>
          <p:cNvPr id="27" name="TextBox 26"/>
          <p:cNvSpPr txBox="1"/>
          <p:nvPr/>
        </p:nvSpPr>
        <p:spPr>
          <a:xfrm>
            <a:off x="4267048" y="5532120"/>
            <a:ext cx="2712568" cy="502920"/>
          </a:xfrm>
          <a:prstGeom prst="rect">
            <a:avLst/>
          </a:prstGeom>
          <a:noFill/>
        </p:spPr>
        <p:txBody>
          <a:bodyPr wrap="square" lIns="0" rIns="0" tIns="0" bIns="0" anchor="t">
            <a:noAutofit/>
          </a:bodyPr>
          <a:lstStyle/>
          <a:p>
            <a:pPr algn="l">
              <a:lnSpc>
                <a:spcPct val="110000"/>
              </a:lnSpc>
            </a:pPr>
            <a:r>
              <a:rPr sz="1100" b="0" i="0">
                <a:solidFill>
                  <a:srgbClr val="FFFFFF"/>
                </a:solidFill>
                <a:latin typeface="Be Vietnam Pro"/>
                <a:ea typeface="Be Vietnam Pro"/>
                <a:cs typeface="Be Vietnam Pro"/>
              </a:rPr>
              <a:t>tra cứu chứng chỉ trực tuyến; tổ chức hội nghị, hội thảo</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2" presetClass="entr" presetSubtype="2"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700" fill="hold"/>
                                        <p:tgtEl>
                                          <p:spTgt spid="11"/>
                                        </p:tgtEl>
                                        <p:attrNameLst>
                                          <p:attrName>ppt_x</p:attrName>
                                        </p:attrNameLst>
                                      </p:cBhvr>
                                      <p:tavLst>
                                        <p:tav tm="0">
                                          <p:val>
                                            <p:strVal val="1+#ppt_w/2"/>
                                          </p:val>
                                        </p:tav>
                                        <p:tav tm="100000">
                                          <p:val>
                                            <p:strVal val="#ppt_x"/>
                                          </p:val>
                                        </p:tav>
                                      </p:tavLst>
                                    </p:anim>
                                    <p:anim calcmode="lin" valueType="num">
                                      <p:cBhvr additive="base">
                                        <p:cTn id="23" dur="700" fill="hold"/>
                                        <p:tgtEl>
                                          <p:spTgt spid="11"/>
                                        </p:tgtEl>
                                        <p:attrNameLst>
                                          <p:attrName>ppt_y</p:attrName>
                                        </p:attrNameLst>
                                      </p:cBhvr>
                                      <p:tavLst>
                                        <p:tav tm="0">
                                          <p:val>
                                            <p:strVal val="#ppt_y"/>
                                          </p:val>
                                        </p:tav>
                                        <p:tav tm="100000">
                                          <p:val>
                                            <p:strVal val="#ppt_y"/>
                                          </p:val>
                                        </p:tav>
                                      </p:tavLst>
                                    </p:anim>
                                  </p:childTnLst>
                                </p:cTn>
                              </p:par>
                              <p:par>
                                <p:cTn id="24" presetID="10" presetClass="entr" presetSubtype="0" fill="hold" grpId="0" nodeType="withEffect">
                                  <p:stCondLst>
                                    <p:cond delay="25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400"/>
                                        <p:tgtEl>
                                          <p:spTgt spid="8"/>
                                        </p:tgtEl>
                                      </p:cBhvr>
                                    </p:animEffect>
                                  </p:childTnLst>
                                </p:cTn>
                              </p:par>
                              <p:par>
                                <p:cTn id="27" presetID="10" presetClass="entr" presetSubtype="0" fill="hold" grpId="0" nodeType="withEffect">
                                  <p:stCondLst>
                                    <p:cond delay="30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400"/>
                                        <p:tgtEl>
                                          <p:spTgt spid="9"/>
                                        </p:tgtEl>
                                      </p:cBhvr>
                                    </p:animEffect>
                                  </p:childTnLst>
                                </p:cTn>
                              </p:par>
                              <p:par>
                                <p:cTn id="30" presetID="10" presetClass="entr" presetSubtype="0" fill="hold" grpId="0" nodeType="withEffect">
                                  <p:stCondLst>
                                    <p:cond delay="35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400"/>
                                        <p:tgtEl>
                                          <p:spTgt spid="10"/>
                                        </p:tgtEl>
                                      </p:cBhvr>
                                    </p:animEffect>
                                  </p:childTnLst>
                                </p:cTn>
                              </p:par>
                              <p:par>
                                <p:cTn id="33" presetID="53" presetClass="entr" presetSubtype="16" fill="hold" grpId="0" nodeType="withEffect">
                                  <p:stCondLst>
                                    <p:cond delay="40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ppt_w</p:attrName>
                                        </p:attrNameLst>
                                      </p:cBhvr>
                                      <p:tavLst>
                                        <p:tav tm="0">
                                          <p:val>
                                            <p:strVal val="#ppt_w*0.7"/>
                                          </p:val>
                                        </p:tav>
                                        <p:tav tm="100000">
                                          <p:val>
                                            <p:strVal val="#ppt_w"/>
                                          </p:val>
                                        </p:tav>
                                      </p:tavLst>
                                    </p:anim>
                                    <p:anim calcmode="lin" valueType="num">
                                      <p:cBhvr additive="base">
                                        <p:cTn id="36" dur="500" fill="hold"/>
                                        <p:tgtEl>
                                          <p:spTgt spid="12"/>
                                        </p:tgtEl>
                                        <p:attrNameLst>
                                          <p:attrName>ppt_h</p:attrName>
                                        </p:attrNameLst>
                                      </p:cBhvr>
                                      <p:tavLst>
                                        <p:tav tm="0">
                                          <p:val>
                                            <p:strVal val="#ppt_h*0.7"/>
                                          </p:val>
                                        </p:tav>
                                        <p:tav tm="100000">
                                          <p:val>
                                            <p:strVal val="#ppt_h"/>
                                          </p:val>
                                        </p:tav>
                                      </p:tavLst>
                                    </p:anim>
                                    <p:animEffect transition="in" filter="fade">
                                      <p:cBhvr>
                                        <p:cTn id="37" dur="500"/>
                                        <p:tgtEl>
                                          <p:spTgt spid="12"/>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ppt_w</p:attrName>
                                        </p:attrNameLst>
                                      </p:cBhvr>
                                      <p:tavLst>
                                        <p:tav tm="0">
                                          <p:val>
                                            <p:strVal val="#ppt_w*0.7"/>
                                          </p:val>
                                        </p:tav>
                                        <p:tav tm="100000">
                                          <p:val>
                                            <p:strVal val="#ppt_w"/>
                                          </p:val>
                                        </p:tav>
                                      </p:tavLst>
                                    </p:anim>
                                    <p:anim calcmode="lin" valueType="num">
                                      <p:cBhvr additive="base">
                                        <p:cTn id="41" dur="500" fill="hold"/>
                                        <p:tgtEl>
                                          <p:spTgt spid="13"/>
                                        </p:tgtEl>
                                        <p:attrNameLst>
                                          <p:attrName>ppt_h</p:attrName>
                                        </p:attrNameLst>
                                      </p:cBhvr>
                                      <p:tavLst>
                                        <p:tav tm="0">
                                          <p:val>
                                            <p:strVal val="#ppt_h*0.7"/>
                                          </p:val>
                                        </p:tav>
                                        <p:tav tm="100000">
                                          <p:val>
                                            <p:strVal val="#ppt_h"/>
                                          </p:val>
                                        </p:tav>
                                      </p:tavLst>
                                    </p:anim>
                                    <p:animEffect transition="in" filter="fade">
                                      <p:cBhvr>
                                        <p:cTn id="42" dur="500"/>
                                        <p:tgtEl>
                                          <p:spTgt spid="13"/>
                                        </p:tgtEl>
                                      </p:cBhvr>
                                    </p:animEffect>
                                  </p:childTnLst>
                                </p:cTn>
                              </p:par>
                              <p:par>
                                <p:cTn id="43" presetID="53" presetClass="entr" presetSubtype="16" fill="hold" grpId="0" nodeType="withEffect">
                                  <p:stCondLst>
                                    <p:cond delay="400"/>
                                  </p:stCondLst>
                                  <p:childTnLst>
                                    <p:set>
                                      <p:cBhvr>
                                        <p:cTn id="44" dur="1" fill="hold">
                                          <p:stCondLst>
                                            <p:cond delay="0"/>
                                          </p:stCondLst>
                                        </p:cTn>
                                        <p:tgtEl>
                                          <p:spTgt spid="14"/>
                                        </p:tgtEl>
                                        <p:attrNameLst>
                                          <p:attrName>style.visibility</p:attrName>
                                        </p:attrNameLst>
                                      </p:cBhvr>
                                      <p:to>
                                        <p:strVal val="visible"/>
                                      </p:to>
                                    </p:set>
                                    <p:anim calcmode="lin" valueType="num">
                                      <p:cBhvr additive="base">
                                        <p:cTn id="45" dur="500" fill="hold"/>
                                        <p:tgtEl>
                                          <p:spTgt spid="14"/>
                                        </p:tgtEl>
                                        <p:attrNameLst>
                                          <p:attrName>ppt_w</p:attrName>
                                        </p:attrNameLst>
                                      </p:cBhvr>
                                      <p:tavLst>
                                        <p:tav tm="0">
                                          <p:val>
                                            <p:strVal val="#ppt_w*0.7"/>
                                          </p:val>
                                        </p:tav>
                                        <p:tav tm="100000">
                                          <p:val>
                                            <p:strVal val="#ppt_w"/>
                                          </p:val>
                                        </p:tav>
                                      </p:tavLst>
                                    </p:anim>
                                    <p:anim calcmode="lin" valueType="num">
                                      <p:cBhvr additive="base">
                                        <p:cTn id="46" dur="500" fill="hold"/>
                                        <p:tgtEl>
                                          <p:spTgt spid="14"/>
                                        </p:tgtEl>
                                        <p:attrNameLst>
                                          <p:attrName>ppt_h</p:attrName>
                                        </p:attrNameLst>
                                      </p:cBhvr>
                                      <p:tavLst>
                                        <p:tav tm="0">
                                          <p:val>
                                            <p:strVal val="#ppt_h*0.7"/>
                                          </p:val>
                                        </p:tav>
                                        <p:tav tm="100000">
                                          <p:val>
                                            <p:strVal val="#ppt_h"/>
                                          </p:val>
                                        </p:tav>
                                      </p:tavLst>
                                    </p:anim>
                                    <p:animEffect transition="in" filter="fade">
                                      <p:cBhvr>
                                        <p:cTn id="47" dur="500"/>
                                        <p:tgtEl>
                                          <p:spTgt spid="14"/>
                                        </p:tgtEl>
                                      </p:cBhvr>
                                    </p:animEffect>
                                  </p:childTnLst>
                                </p:cTn>
                              </p:par>
                              <p:par>
                                <p:cTn id="48" presetID="53" presetClass="entr" presetSubtype="16" fill="hold" grpId="0" nodeType="withEffect">
                                  <p:stCondLst>
                                    <p:cond delay="40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ppt_w</p:attrName>
                                        </p:attrNameLst>
                                      </p:cBhvr>
                                      <p:tavLst>
                                        <p:tav tm="0">
                                          <p:val>
                                            <p:strVal val="#ppt_w*0.7"/>
                                          </p:val>
                                        </p:tav>
                                        <p:tav tm="100000">
                                          <p:val>
                                            <p:strVal val="#ppt_w"/>
                                          </p:val>
                                        </p:tav>
                                      </p:tavLst>
                                    </p:anim>
                                    <p:anim calcmode="lin" valueType="num">
                                      <p:cBhvr additive="base">
                                        <p:cTn id="51" dur="500" fill="hold"/>
                                        <p:tgtEl>
                                          <p:spTgt spid="15"/>
                                        </p:tgtEl>
                                        <p:attrNameLst>
                                          <p:attrName>ppt_h</p:attrName>
                                        </p:attrNameLst>
                                      </p:cBhvr>
                                      <p:tavLst>
                                        <p:tav tm="0">
                                          <p:val>
                                            <p:strVal val="#ppt_h*0.7"/>
                                          </p:val>
                                        </p:tav>
                                        <p:tav tm="100000">
                                          <p:val>
                                            <p:strVal val="#ppt_h"/>
                                          </p:val>
                                        </p:tav>
                                      </p:tavLst>
                                    </p:anim>
                                    <p:animEffect transition="in" filter="fade">
                                      <p:cBhvr>
                                        <p:cTn id="52" dur="500"/>
                                        <p:tgtEl>
                                          <p:spTgt spid="15"/>
                                        </p:tgtEl>
                                      </p:cBhvr>
                                    </p:animEffect>
                                  </p:childTnLst>
                                </p:cTn>
                              </p:par>
                              <p:par>
                                <p:cTn id="53" presetID="53" presetClass="entr" presetSubtype="16" fill="hold" grpId="0" nodeType="withEffect">
                                  <p:stCondLst>
                                    <p:cond delay="550"/>
                                  </p:stCondLst>
                                  <p:childTnLst>
                                    <p:set>
                                      <p:cBhvr>
                                        <p:cTn id="54" dur="1" fill="hold">
                                          <p:stCondLst>
                                            <p:cond delay="0"/>
                                          </p:stCondLst>
                                        </p:cTn>
                                        <p:tgtEl>
                                          <p:spTgt spid="16"/>
                                        </p:tgtEl>
                                        <p:attrNameLst>
                                          <p:attrName>style.visibility</p:attrName>
                                        </p:attrNameLst>
                                      </p:cBhvr>
                                      <p:to>
                                        <p:strVal val="visible"/>
                                      </p:to>
                                    </p:set>
                                    <p:anim calcmode="lin" valueType="num">
                                      <p:cBhvr additive="base">
                                        <p:cTn id="55" dur="500" fill="hold"/>
                                        <p:tgtEl>
                                          <p:spTgt spid="16"/>
                                        </p:tgtEl>
                                        <p:attrNameLst>
                                          <p:attrName>ppt_w</p:attrName>
                                        </p:attrNameLst>
                                      </p:cBhvr>
                                      <p:tavLst>
                                        <p:tav tm="0">
                                          <p:val>
                                            <p:strVal val="#ppt_w*0.7"/>
                                          </p:val>
                                        </p:tav>
                                        <p:tav tm="100000">
                                          <p:val>
                                            <p:strVal val="#ppt_w"/>
                                          </p:val>
                                        </p:tav>
                                      </p:tavLst>
                                    </p:anim>
                                    <p:anim calcmode="lin" valueType="num">
                                      <p:cBhvr additive="base">
                                        <p:cTn id="56" dur="500" fill="hold"/>
                                        <p:tgtEl>
                                          <p:spTgt spid="16"/>
                                        </p:tgtEl>
                                        <p:attrNameLst>
                                          <p:attrName>ppt_h</p:attrName>
                                        </p:attrNameLst>
                                      </p:cBhvr>
                                      <p:tavLst>
                                        <p:tav tm="0">
                                          <p:val>
                                            <p:strVal val="#ppt_h*0.7"/>
                                          </p:val>
                                        </p:tav>
                                        <p:tav tm="100000">
                                          <p:val>
                                            <p:strVal val="#ppt_h"/>
                                          </p:val>
                                        </p:tav>
                                      </p:tavLst>
                                    </p:anim>
                                    <p:animEffect transition="in" filter="fade">
                                      <p:cBhvr>
                                        <p:cTn id="57" dur="500"/>
                                        <p:tgtEl>
                                          <p:spTgt spid="16"/>
                                        </p:tgtEl>
                                      </p:cBhvr>
                                    </p:animEffect>
                                  </p:childTnLst>
                                </p:cTn>
                              </p:par>
                              <p:par>
                                <p:cTn id="58" presetID="53" presetClass="entr" presetSubtype="16" fill="hold" grpId="0" nodeType="withEffect">
                                  <p:stCondLst>
                                    <p:cond delay="55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ppt_w</p:attrName>
                                        </p:attrNameLst>
                                      </p:cBhvr>
                                      <p:tavLst>
                                        <p:tav tm="0">
                                          <p:val>
                                            <p:strVal val="#ppt_w*0.7"/>
                                          </p:val>
                                        </p:tav>
                                        <p:tav tm="100000">
                                          <p:val>
                                            <p:strVal val="#ppt_w"/>
                                          </p:val>
                                        </p:tav>
                                      </p:tavLst>
                                    </p:anim>
                                    <p:anim calcmode="lin" valueType="num">
                                      <p:cBhvr additive="base">
                                        <p:cTn id="61" dur="500" fill="hold"/>
                                        <p:tgtEl>
                                          <p:spTgt spid="17"/>
                                        </p:tgtEl>
                                        <p:attrNameLst>
                                          <p:attrName>ppt_h</p:attrName>
                                        </p:attrNameLst>
                                      </p:cBhvr>
                                      <p:tavLst>
                                        <p:tav tm="0">
                                          <p:val>
                                            <p:strVal val="#ppt_h*0.7"/>
                                          </p:val>
                                        </p:tav>
                                        <p:tav tm="100000">
                                          <p:val>
                                            <p:strVal val="#ppt_h"/>
                                          </p:val>
                                        </p:tav>
                                      </p:tavLst>
                                    </p:anim>
                                    <p:animEffect transition="in" filter="fade">
                                      <p:cBhvr>
                                        <p:cTn id="62" dur="500"/>
                                        <p:tgtEl>
                                          <p:spTgt spid="17"/>
                                        </p:tgtEl>
                                      </p:cBhvr>
                                    </p:animEffect>
                                  </p:childTnLst>
                                </p:cTn>
                              </p:par>
                              <p:par>
                                <p:cTn id="63" presetID="53" presetClass="entr" presetSubtype="16" fill="hold" grpId="0" nodeType="withEffect">
                                  <p:stCondLst>
                                    <p:cond delay="550"/>
                                  </p:stCondLst>
                                  <p:childTnLst>
                                    <p:set>
                                      <p:cBhvr>
                                        <p:cTn id="64" dur="1" fill="hold">
                                          <p:stCondLst>
                                            <p:cond delay="0"/>
                                          </p:stCondLst>
                                        </p:cTn>
                                        <p:tgtEl>
                                          <p:spTgt spid="18"/>
                                        </p:tgtEl>
                                        <p:attrNameLst>
                                          <p:attrName>style.visibility</p:attrName>
                                        </p:attrNameLst>
                                      </p:cBhvr>
                                      <p:to>
                                        <p:strVal val="visible"/>
                                      </p:to>
                                    </p:set>
                                    <p:anim calcmode="lin" valueType="num">
                                      <p:cBhvr additive="base">
                                        <p:cTn id="65" dur="500" fill="hold"/>
                                        <p:tgtEl>
                                          <p:spTgt spid="18"/>
                                        </p:tgtEl>
                                        <p:attrNameLst>
                                          <p:attrName>ppt_w</p:attrName>
                                        </p:attrNameLst>
                                      </p:cBhvr>
                                      <p:tavLst>
                                        <p:tav tm="0">
                                          <p:val>
                                            <p:strVal val="#ppt_w*0.7"/>
                                          </p:val>
                                        </p:tav>
                                        <p:tav tm="100000">
                                          <p:val>
                                            <p:strVal val="#ppt_w"/>
                                          </p:val>
                                        </p:tav>
                                      </p:tavLst>
                                    </p:anim>
                                    <p:anim calcmode="lin" valueType="num">
                                      <p:cBhvr additive="base">
                                        <p:cTn id="66" dur="500" fill="hold"/>
                                        <p:tgtEl>
                                          <p:spTgt spid="18"/>
                                        </p:tgtEl>
                                        <p:attrNameLst>
                                          <p:attrName>ppt_h</p:attrName>
                                        </p:attrNameLst>
                                      </p:cBhvr>
                                      <p:tavLst>
                                        <p:tav tm="0">
                                          <p:val>
                                            <p:strVal val="#ppt_h*0.7"/>
                                          </p:val>
                                        </p:tav>
                                        <p:tav tm="100000">
                                          <p:val>
                                            <p:strVal val="#ppt_h"/>
                                          </p:val>
                                        </p:tav>
                                      </p:tavLst>
                                    </p:anim>
                                    <p:animEffect transition="in" filter="fade">
                                      <p:cBhvr>
                                        <p:cTn id="67" dur="500"/>
                                        <p:tgtEl>
                                          <p:spTgt spid="18"/>
                                        </p:tgtEl>
                                      </p:cBhvr>
                                    </p:animEffect>
                                  </p:childTnLst>
                                </p:cTn>
                              </p:par>
                              <p:par>
                                <p:cTn id="68" presetID="53" presetClass="entr" presetSubtype="16" fill="hold" grpId="0" nodeType="withEffect">
                                  <p:stCondLst>
                                    <p:cond delay="55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00" fill="hold"/>
                                        <p:tgtEl>
                                          <p:spTgt spid="19"/>
                                        </p:tgtEl>
                                        <p:attrNameLst>
                                          <p:attrName>ppt_w</p:attrName>
                                        </p:attrNameLst>
                                      </p:cBhvr>
                                      <p:tavLst>
                                        <p:tav tm="0">
                                          <p:val>
                                            <p:strVal val="#ppt_w*0.7"/>
                                          </p:val>
                                        </p:tav>
                                        <p:tav tm="100000">
                                          <p:val>
                                            <p:strVal val="#ppt_w"/>
                                          </p:val>
                                        </p:tav>
                                      </p:tavLst>
                                    </p:anim>
                                    <p:anim calcmode="lin" valueType="num">
                                      <p:cBhvr additive="base">
                                        <p:cTn id="71" dur="500" fill="hold"/>
                                        <p:tgtEl>
                                          <p:spTgt spid="19"/>
                                        </p:tgtEl>
                                        <p:attrNameLst>
                                          <p:attrName>ppt_h</p:attrName>
                                        </p:attrNameLst>
                                      </p:cBhvr>
                                      <p:tavLst>
                                        <p:tav tm="0">
                                          <p:val>
                                            <p:strVal val="#ppt_h*0.7"/>
                                          </p:val>
                                        </p:tav>
                                        <p:tav tm="100000">
                                          <p:val>
                                            <p:strVal val="#ppt_h"/>
                                          </p:val>
                                        </p:tav>
                                      </p:tavLst>
                                    </p:anim>
                                    <p:animEffect transition="in" filter="fade">
                                      <p:cBhvr>
                                        <p:cTn id="72" dur="500"/>
                                        <p:tgtEl>
                                          <p:spTgt spid="19"/>
                                        </p:tgtEl>
                                      </p:cBhvr>
                                    </p:animEffect>
                                  </p:childTnLst>
                                </p:cTn>
                              </p:par>
                              <p:par>
                                <p:cTn id="73" presetID="53" presetClass="entr" presetSubtype="16" fill="hold" grpId="0" nodeType="withEffect">
                                  <p:stCondLst>
                                    <p:cond delay="70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ppt_w</p:attrName>
                                        </p:attrNameLst>
                                      </p:cBhvr>
                                      <p:tavLst>
                                        <p:tav tm="0">
                                          <p:val>
                                            <p:strVal val="#ppt_w*0.7"/>
                                          </p:val>
                                        </p:tav>
                                        <p:tav tm="100000">
                                          <p:val>
                                            <p:strVal val="#ppt_w"/>
                                          </p:val>
                                        </p:tav>
                                      </p:tavLst>
                                    </p:anim>
                                    <p:anim calcmode="lin" valueType="num">
                                      <p:cBhvr additive="base">
                                        <p:cTn id="76" dur="500" fill="hold"/>
                                        <p:tgtEl>
                                          <p:spTgt spid="20"/>
                                        </p:tgtEl>
                                        <p:attrNameLst>
                                          <p:attrName>ppt_h</p:attrName>
                                        </p:attrNameLst>
                                      </p:cBhvr>
                                      <p:tavLst>
                                        <p:tav tm="0">
                                          <p:val>
                                            <p:strVal val="#ppt_h*0.7"/>
                                          </p:val>
                                        </p:tav>
                                        <p:tav tm="100000">
                                          <p:val>
                                            <p:strVal val="#ppt_h"/>
                                          </p:val>
                                        </p:tav>
                                      </p:tavLst>
                                    </p:anim>
                                    <p:animEffect transition="in" filter="fade">
                                      <p:cBhvr>
                                        <p:cTn id="77" dur="500"/>
                                        <p:tgtEl>
                                          <p:spTgt spid="20"/>
                                        </p:tgtEl>
                                      </p:cBhvr>
                                    </p:animEffect>
                                  </p:childTnLst>
                                </p:cTn>
                              </p:par>
                              <p:par>
                                <p:cTn id="78" presetID="53" presetClass="entr" presetSubtype="16" fill="hold" grpId="0" nodeType="withEffect">
                                  <p:stCondLst>
                                    <p:cond delay="700"/>
                                  </p:stCondLst>
                                  <p:childTnLst>
                                    <p:set>
                                      <p:cBhvr>
                                        <p:cTn id="79" dur="1" fill="hold">
                                          <p:stCondLst>
                                            <p:cond delay="0"/>
                                          </p:stCondLst>
                                        </p:cTn>
                                        <p:tgtEl>
                                          <p:spTgt spid="21"/>
                                        </p:tgtEl>
                                        <p:attrNameLst>
                                          <p:attrName>style.visibility</p:attrName>
                                        </p:attrNameLst>
                                      </p:cBhvr>
                                      <p:to>
                                        <p:strVal val="visible"/>
                                      </p:to>
                                    </p:set>
                                    <p:anim calcmode="lin" valueType="num">
                                      <p:cBhvr additive="base">
                                        <p:cTn id="80" dur="500" fill="hold"/>
                                        <p:tgtEl>
                                          <p:spTgt spid="21"/>
                                        </p:tgtEl>
                                        <p:attrNameLst>
                                          <p:attrName>ppt_w</p:attrName>
                                        </p:attrNameLst>
                                      </p:cBhvr>
                                      <p:tavLst>
                                        <p:tav tm="0">
                                          <p:val>
                                            <p:strVal val="#ppt_w*0.7"/>
                                          </p:val>
                                        </p:tav>
                                        <p:tav tm="100000">
                                          <p:val>
                                            <p:strVal val="#ppt_w"/>
                                          </p:val>
                                        </p:tav>
                                      </p:tavLst>
                                    </p:anim>
                                    <p:anim calcmode="lin" valueType="num">
                                      <p:cBhvr additive="base">
                                        <p:cTn id="81" dur="500" fill="hold"/>
                                        <p:tgtEl>
                                          <p:spTgt spid="21"/>
                                        </p:tgtEl>
                                        <p:attrNameLst>
                                          <p:attrName>ppt_h</p:attrName>
                                        </p:attrNameLst>
                                      </p:cBhvr>
                                      <p:tavLst>
                                        <p:tav tm="0">
                                          <p:val>
                                            <p:strVal val="#ppt_h*0.7"/>
                                          </p:val>
                                        </p:tav>
                                        <p:tav tm="100000">
                                          <p:val>
                                            <p:strVal val="#ppt_h"/>
                                          </p:val>
                                        </p:tav>
                                      </p:tavLst>
                                    </p:anim>
                                    <p:animEffect transition="in" filter="fade">
                                      <p:cBhvr>
                                        <p:cTn id="82" dur="500"/>
                                        <p:tgtEl>
                                          <p:spTgt spid="21"/>
                                        </p:tgtEl>
                                      </p:cBhvr>
                                    </p:animEffect>
                                  </p:childTnLst>
                                </p:cTn>
                              </p:par>
                              <p:par>
                                <p:cTn id="83" presetID="53" presetClass="entr" presetSubtype="16" fill="hold" grpId="0" nodeType="withEffect">
                                  <p:stCondLst>
                                    <p:cond delay="700"/>
                                  </p:stCondLst>
                                  <p:childTnLst>
                                    <p:set>
                                      <p:cBhvr>
                                        <p:cTn id="84" dur="1" fill="hold">
                                          <p:stCondLst>
                                            <p:cond delay="0"/>
                                          </p:stCondLst>
                                        </p:cTn>
                                        <p:tgtEl>
                                          <p:spTgt spid="22"/>
                                        </p:tgtEl>
                                        <p:attrNameLst>
                                          <p:attrName>style.visibility</p:attrName>
                                        </p:attrNameLst>
                                      </p:cBhvr>
                                      <p:to>
                                        <p:strVal val="visible"/>
                                      </p:to>
                                    </p:set>
                                    <p:anim calcmode="lin" valueType="num">
                                      <p:cBhvr additive="base">
                                        <p:cTn id="85" dur="500" fill="hold"/>
                                        <p:tgtEl>
                                          <p:spTgt spid="22"/>
                                        </p:tgtEl>
                                        <p:attrNameLst>
                                          <p:attrName>ppt_w</p:attrName>
                                        </p:attrNameLst>
                                      </p:cBhvr>
                                      <p:tavLst>
                                        <p:tav tm="0">
                                          <p:val>
                                            <p:strVal val="#ppt_w*0.7"/>
                                          </p:val>
                                        </p:tav>
                                        <p:tav tm="100000">
                                          <p:val>
                                            <p:strVal val="#ppt_w"/>
                                          </p:val>
                                        </p:tav>
                                      </p:tavLst>
                                    </p:anim>
                                    <p:anim calcmode="lin" valueType="num">
                                      <p:cBhvr additive="base">
                                        <p:cTn id="86" dur="500" fill="hold"/>
                                        <p:tgtEl>
                                          <p:spTgt spid="22"/>
                                        </p:tgtEl>
                                        <p:attrNameLst>
                                          <p:attrName>ppt_h</p:attrName>
                                        </p:attrNameLst>
                                      </p:cBhvr>
                                      <p:tavLst>
                                        <p:tav tm="0">
                                          <p:val>
                                            <p:strVal val="#ppt_h*0.7"/>
                                          </p:val>
                                        </p:tav>
                                        <p:tav tm="100000">
                                          <p:val>
                                            <p:strVal val="#ppt_h"/>
                                          </p:val>
                                        </p:tav>
                                      </p:tavLst>
                                    </p:anim>
                                    <p:animEffect transition="in" filter="fade">
                                      <p:cBhvr>
                                        <p:cTn id="87" dur="500"/>
                                        <p:tgtEl>
                                          <p:spTgt spid="22"/>
                                        </p:tgtEl>
                                      </p:cBhvr>
                                    </p:animEffect>
                                  </p:childTnLst>
                                </p:cTn>
                              </p:par>
                              <p:par>
                                <p:cTn id="88" presetID="53" presetClass="entr" presetSubtype="16" fill="hold" grpId="0" nodeType="withEffect">
                                  <p:stCondLst>
                                    <p:cond delay="700"/>
                                  </p:stCondLst>
                                  <p:childTnLst>
                                    <p:set>
                                      <p:cBhvr>
                                        <p:cTn id="89" dur="1" fill="hold">
                                          <p:stCondLst>
                                            <p:cond delay="0"/>
                                          </p:stCondLst>
                                        </p:cTn>
                                        <p:tgtEl>
                                          <p:spTgt spid="23"/>
                                        </p:tgtEl>
                                        <p:attrNameLst>
                                          <p:attrName>style.visibility</p:attrName>
                                        </p:attrNameLst>
                                      </p:cBhvr>
                                      <p:to>
                                        <p:strVal val="visible"/>
                                      </p:to>
                                    </p:set>
                                    <p:anim calcmode="lin" valueType="num">
                                      <p:cBhvr additive="base">
                                        <p:cTn id="90" dur="500" fill="hold"/>
                                        <p:tgtEl>
                                          <p:spTgt spid="23"/>
                                        </p:tgtEl>
                                        <p:attrNameLst>
                                          <p:attrName>ppt_w</p:attrName>
                                        </p:attrNameLst>
                                      </p:cBhvr>
                                      <p:tavLst>
                                        <p:tav tm="0">
                                          <p:val>
                                            <p:strVal val="#ppt_w*0.7"/>
                                          </p:val>
                                        </p:tav>
                                        <p:tav tm="100000">
                                          <p:val>
                                            <p:strVal val="#ppt_w"/>
                                          </p:val>
                                        </p:tav>
                                      </p:tavLst>
                                    </p:anim>
                                    <p:anim calcmode="lin" valueType="num">
                                      <p:cBhvr additive="base">
                                        <p:cTn id="91" dur="500" fill="hold"/>
                                        <p:tgtEl>
                                          <p:spTgt spid="23"/>
                                        </p:tgtEl>
                                        <p:attrNameLst>
                                          <p:attrName>ppt_h</p:attrName>
                                        </p:attrNameLst>
                                      </p:cBhvr>
                                      <p:tavLst>
                                        <p:tav tm="0">
                                          <p:val>
                                            <p:strVal val="#ppt_h*0.7"/>
                                          </p:val>
                                        </p:tav>
                                        <p:tav tm="100000">
                                          <p:val>
                                            <p:strVal val="#ppt_h"/>
                                          </p:val>
                                        </p:tav>
                                      </p:tavLst>
                                    </p:anim>
                                    <p:animEffect transition="in" filter="fade">
                                      <p:cBhvr>
                                        <p:cTn id="92" dur="500"/>
                                        <p:tgtEl>
                                          <p:spTgt spid="23"/>
                                        </p:tgtEl>
                                      </p:cBhvr>
                                    </p:animEffect>
                                  </p:childTnLst>
                                </p:cTn>
                              </p:par>
                              <p:par>
                                <p:cTn id="93" presetID="53" presetClass="entr" presetSubtype="16" fill="hold" grpId="0" nodeType="withEffect">
                                  <p:stCondLst>
                                    <p:cond delay="850"/>
                                  </p:stCondLst>
                                  <p:childTnLst>
                                    <p:set>
                                      <p:cBhvr>
                                        <p:cTn id="94" dur="1" fill="hold">
                                          <p:stCondLst>
                                            <p:cond delay="0"/>
                                          </p:stCondLst>
                                        </p:cTn>
                                        <p:tgtEl>
                                          <p:spTgt spid="24"/>
                                        </p:tgtEl>
                                        <p:attrNameLst>
                                          <p:attrName>style.visibility</p:attrName>
                                        </p:attrNameLst>
                                      </p:cBhvr>
                                      <p:to>
                                        <p:strVal val="visible"/>
                                      </p:to>
                                    </p:set>
                                    <p:anim calcmode="lin" valueType="num">
                                      <p:cBhvr additive="base">
                                        <p:cTn id="95" dur="500" fill="hold"/>
                                        <p:tgtEl>
                                          <p:spTgt spid="24"/>
                                        </p:tgtEl>
                                        <p:attrNameLst>
                                          <p:attrName>ppt_w</p:attrName>
                                        </p:attrNameLst>
                                      </p:cBhvr>
                                      <p:tavLst>
                                        <p:tav tm="0">
                                          <p:val>
                                            <p:strVal val="#ppt_w*0.7"/>
                                          </p:val>
                                        </p:tav>
                                        <p:tav tm="100000">
                                          <p:val>
                                            <p:strVal val="#ppt_w"/>
                                          </p:val>
                                        </p:tav>
                                      </p:tavLst>
                                    </p:anim>
                                    <p:anim calcmode="lin" valueType="num">
                                      <p:cBhvr additive="base">
                                        <p:cTn id="96" dur="500" fill="hold"/>
                                        <p:tgtEl>
                                          <p:spTgt spid="24"/>
                                        </p:tgtEl>
                                        <p:attrNameLst>
                                          <p:attrName>ppt_h</p:attrName>
                                        </p:attrNameLst>
                                      </p:cBhvr>
                                      <p:tavLst>
                                        <p:tav tm="0">
                                          <p:val>
                                            <p:strVal val="#ppt_h*0.7"/>
                                          </p:val>
                                        </p:tav>
                                        <p:tav tm="100000">
                                          <p:val>
                                            <p:strVal val="#ppt_h"/>
                                          </p:val>
                                        </p:tav>
                                      </p:tavLst>
                                    </p:anim>
                                    <p:animEffect transition="in" filter="fade">
                                      <p:cBhvr>
                                        <p:cTn id="97" dur="500"/>
                                        <p:tgtEl>
                                          <p:spTgt spid="24"/>
                                        </p:tgtEl>
                                      </p:cBhvr>
                                    </p:animEffect>
                                  </p:childTnLst>
                                </p:cTn>
                              </p:par>
                              <p:par>
                                <p:cTn id="98" presetID="53" presetClass="entr" presetSubtype="16" fill="hold" grpId="0" nodeType="withEffect">
                                  <p:stCondLst>
                                    <p:cond delay="850"/>
                                  </p:stCondLst>
                                  <p:childTnLst>
                                    <p:set>
                                      <p:cBhvr>
                                        <p:cTn id="99" dur="1" fill="hold">
                                          <p:stCondLst>
                                            <p:cond delay="0"/>
                                          </p:stCondLst>
                                        </p:cTn>
                                        <p:tgtEl>
                                          <p:spTgt spid="25"/>
                                        </p:tgtEl>
                                        <p:attrNameLst>
                                          <p:attrName>style.visibility</p:attrName>
                                        </p:attrNameLst>
                                      </p:cBhvr>
                                      <p:to>
                                        <p:strVal val="visible"/>
                                      </p:to>
                                    </p:set>
                                    <p:anim calcmode="lin" valueType="num">
                                      <p:cBhvr additive="base">
                                        <p:cTn id="100" dur="500" fill="hold"/>
                                        <p:tgtEl>
                                          <p:spTgt spid="25"/>
                                        </p:tgtEl>
                                        <p:attrNameLst>
                                          <p:attrName>ppt_w</p:attrName>
                                        </p:attrNameLst>
                                      </p:cBhvr>
                                      <p:tavLst>
                                        <p:tav tm="0">
                                          <p:val>
                                            <p:strVal val="#ppt_w*0.7"/>
                                          </p:val>
                                        </p:tav>
                                        <p:tav tm="100000">
                                          <p:val>
                                            <p:strVal val="#ppt_w"/>
                                          </p:val>
                                        </p:tav>
                                      </p:tavLst>
                                    </p:anim>
                                    <p:anim calcmode="lin" valueType="num">
                                      <p:cBhvr additive="base">
                                        <p:cTn id="101" dur="500" fill="hold"/>
                                        <p:tgtEl>
                                          <p:spTgt spid="25"/>
                                        </p:tgtEl>
                                        <p:attrNameLst>
                                          <p:attrName>ppt_h</p:attrName>
                                        </p:attrNameLst>
                                      </p:cBhvr>
                                      <p:tavLst>
                                        <p:tav tm="0">
                                          <p:val>
                                            <p:strVal val="#ppt_h*0.7"/>
                                          </p:val>
                                        </p:tav>
                                        <p:tav tm="100000">
                                          <p:val>
                                            <p:strVal val="#ppt_h"/>
                                          </p:val>
                                        </p:tav>
                                      </p:tavLst>
                                    </p:anim>
                                    <p:animEffect transition="in" filter="fade">
                                      <p:cBhvr>
                                        <p:cTn id="102" dur="500"/>
                                        <p:tgtEl>
                                          <p:spTgt spid="25"/>
                                        </p:tgtEl>
                                      </p:cBhvr>
                                    </p:animEffect>
                                  </p:childTnLst>
                                </p:cTn>
                              </p:par>
                              <p:par>
                                <p:cTn id="103" presetID="53" presetClass="entr" presetSubtype="16" fill="hold" grpId="0" nodeType="withEffect">
                                  <p:stCondLst>
                                    <p:cond delay="850"/>
                                  </p:stCondLst>
                                  <p:childTnLst>
                                    <p:set>
                                      <p:cBhvr>
                                        <p:cTn id="104" dur="1" fill="hold">
                                          <p:stCondLst>
                                            <p:cond delay="0"/>
                                          </p:stCondLst>
                                        </p:cTn>
                                        <p:tgtEl>
                                          <p:spTgt spid="26"/>
                                        </p:tgtEl>
                                        <p:attrNameLst>
                                          <p:attrName>style.visibility</p:attrName>
                                        </p:attrNameLst>
                                      </p:cBhvr>
                                      <p:to>
                                        <p:strVal val="visible"/>
                                      </p:to>
                                    </p:set>
                                    <p:anim calcmode="lin" valueType="num">
                                      <p:cBhvr additive="base">
                                        <p:cTn id="105" dur="500" fill="hold"/>
                                        <p:tgtEl>
                                          <p:spTgt spid="26"/>
                                        </p:tgtEl>
                                        <p:attrNameLst>
                                          <p:attrName>ppt_w</p:attrName>
                                        </p:attrNameLst>
                                      </p:cBhvr>
                                      <p:tavLst>
                                        <p:tav tm="0">
                                          <p:val>
                                            <p:strVal val="#ppt_w*0.7"/>
                                          </p:val>
                                        </p:tav>
                                        <p:tav tm="100000">
                                          <p:val>
                                            <p:strVal val="#ppt_w"/>
                                          </p:val>
                                        </p:tav>
                                      </p:tavLst>
                                    </p:anim>
                                    <p:anim calcmode="lin" valueType="num">
                                      <p:cBhvr additive="base">
                                        <p:cTn id="106" dur="500" fill="hold"/>
                                        <p:tgtEl>
                                          <p:spTgt spid="26"/>
                                        </p:tgtEl>
                                        <p:attrNameLst>
                                          <p:attrName>ppt_h</p:attrName>
                                        </p:attrNameLst>
                                      </p:cBhvr>
                                      <p:tavLst>
                                        <p:tav tm="0">
                                          <p:val>
                                            <p:strVal val="#ppt_h*0.7"/>
                                          </p:val>
                                        </p:tav>
                                        <p:tav tm="100000">
                                          <p:val>
                                            <p:strVal val="#ppt_h"/>
                                          </p:val>
                                        </p:tav>
                                      </p:tavLst>
                                    </p:anim>
                                    <p:animEffect transition="in" filter="fade">
                                      <p:cBhvr>
                                        <p:cTn id="107" dur="500"/>
                                        <p:tgtEl>
                                          <p:spTgt spid="26"/>
                                        </p:tgtEl>
                                      </p:cBhvr>
                                    </p:animEffect>
                                  </p:childTnLst>
                                </p:cTn>
                              </p:par>
                              <p:par>
                                <p:cTn id="108" presetID="53" presetClass="entr" presetSubtype="16" fill="hold" grpId="0" nodeType="withEffect">
                                  <p:stCondLst>
                                    <p:cond delay="850"/>
                                  </p:stCondLst>
                                  <p:childTnLst>
                                    <p:set>
                                      <p:cBhvr>
                                        <p:cTn id="109" dur="1" fill="hold">
                                          <p:stCondLst>
                                            <p:cond delay="0"/>
                                          </p:stCondLst>
                                        </p:cTn>
                                        <p:tgtEl>
                                          <p:spTgt spid="27"/>
                                        </p:tgtEl>
                                        <p:attrNameLst>
                                          <p:attrName>style.visibility</p:attrName>
                                        </p:attrNameLst>
                                      </p:cBhvr>
                                      <p:to>
                                        <p:strVal val="visible"/>
                                      </p:to>
                                    </p:set>
                                    <p:anim calcmode="lin" valueType="num">
                                      <p:cBhvr additive="base">
                                        <p:cTn id="110" dur="500" fill="hold"/>
                                        <p:tgtEl>
                                          <p:spTgt spid="27"/>
                                        </p:tgtEl>
                                        <p:attrNameLst>
                                          <p:attrName>ppt_w</p:attrName>
                                        </p:attrNameLst>
                                      </p:cBhvr>
                                      <p:tavLst>
                                        <p:tav tm="0">
                                          <p:val>
                                            <p:strVal val="#ppt_w*0.7"/>
                                          </p:val>
                                        </p:tav>
                                        <p:tav tm="100000">
                                          <p:val>
                                            <p:strVal val="#ppt_w"/>
                                          </p:val>
                                        </p:tav>
                                      </p:tavLst>
                                    </p:anim>
                                    <p:anim calcmode="lin" valueType="num">
                                      <p:cBhvr additive="base">
                                        <p:cTn id="111" dur="500" fill="hold"/>
                                        <p:tgtEl>
                                          <p:spTgt spid="27"/>
                                        </p:tgtEl>
                                        <p:attrNameLst>
                                          <p:attrName>ppt_h</p:attrName>
                                        </p:attrNameLst>
                                      </p:cBhvr>
                                      <p:tavLst>
                                        <p:tav tm="0">
                                          <p:val>
                                            <p:strVal val="#ppt_h*0.7"/>
                                          </p:val>
                                        </p:tav>
                                        <p:tav tm="100000">
                                          <p:val>
                                            <p:strVal val="#ppt_h"/>
                                          </p:val>
                                        </p:tav>
                                      </p:tavLst>
                                    </p:anim>
                                    <p:animEffect transition="in" filter="fade">
                                      <p:cBhvr>
                                        <p:cTn id="11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sec_coffee_f6b803_207D08032A1Bc_0.50_0.5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7FC211"/>
                  </a:solidFill>
                </a:ln>
                <a:solidFill>
                  <a:srgbClr val="7FC211">
                    <a:alpha val="22000"/>
                  </a:srgbClr>
                </a:solidFill>
                <a:latin typeface="Lexend Exa"/>
                <a:ea typeface="Lexend Exa"/>
                <a:cs typeface="Lexend Exa"/>
              </a:rPr>
              <a:t>04</a:t>
            </a:r>
          </a:p>
        </p:txBody>
      </p:sp>
      <p:sp>
        <p:nvSpPr>
          <p:cNvPr id="4" name="!!sectitle"/>
          <p:cNvSpPr txBox="1"/>
          <p:nvPr/>
        </p:nvSpPr>
        <p:spPr>
          <a:xfrm>
            <a:off x="4327855" y="3749040"/>
            <a:ext cx="7315200" cy="1488440"/>
          </a:xfrm>
          <a:prstGeom prst="rect">
            <a:avLst/>
          </a:prstGeom>
          <a:noFill/>
        </p:spPr>
        <p:txBody>
          <a:bodyPr wrap="square" lIns="0" rIns="0" tIns="0" bIns="0" anchor="t">
            <a:noAutofit/>
          </a:bodyPr>
          <a:lstStyle/>
          <a:p>
            <a:pPr algn="r">
              <a:lnSpc>
                <a:spcPct val="95000"/>
              </a:lnSpc>
            </a:pPr>
            <a:r>
              <a:rPr sz="4400" b="1" i="0">
                <a:solidFill>
                  <a:srgbClr val="FFFFFF"/>
                </a:solidFill>
                <a:effectLst>
                  <a:glow rad="91440">
                    <a:srgbClr val="7FC211">
                      <a:alpha val="30000"/>
                    </a:srgbClr>
                  </a:glow>
                </a:effectLst>
                <a:latin typeface="Lexend Exa"/>
                <a:ea typeface="Lexend Exa"/>
                <a:cs typeface="Lexend Exa"/>
              </a:rPr>
              <a:t>TRUY XUẤT</a:t>
            </a:r>
          </a:p>
          <a:p>
            <a:pPr algn="r">
              <a:lnSpc>
                <a:spcPct val="95000"/>
              </a:lnSpc>
            </a:pPr>
            <a:r>
              <a:rPr sz="4400" b="1" i="0">
                <a:solidFill>
                  <a:srgbClr val="FFFFFF"/>
                </a:solidFill>
                <a:effectLst>
                  <a:glow rad="91440">
                    <a:srgbClr val="7FC211">
                      <a:alpha val="30000"/>
                    </a:srgbClr>
                  </a:glow>
                </a:effectLst>
                <a:latin typeface="Lexend Exa"/>
                <a:ea typeface="Lexend Exa"/>
                <a:cs typeface="Lexend Exa"/>
              </a:rPr>
              <a:t>NGUỒN GỐC</a:t>
            </a:r>
          </a:p>
        </p:txBody>
      </p:sp>
      <p:sp>
        <p:nvSpPr>
          <p:cNvPr id="5" name="TextBox 4"/>
          <p:cNvSpPr txBox="1"/>
          <p:nvPr/>
        </p:nvSpPr>
        <p:spPr>
          <a:xfrm>
            <a:off x="5242255" y="5283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Minh bạch chuỗi giá trị – mở rộng thị trường xuất khẩu</a:t>
            </a:r>
          </a:p>
        </p:txBody>
      </p:sp>
      <p:pic>
        <p:nvPicPr>
          <p:cNvPr id="6"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7"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VIỆN STP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465997"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04</a:t>
            </a:r>
          </a:p>
        </p:txBody>
      </p:sp>
      <p:sp>
        <p:nvSpPr>
          <p:cNvPr id="7" name="!!tag_text"/>
          <p:cNvSpPr txBox="1"/>
          <p:nvPr/>
        </p:nvSpPr>
        <p:spPr>
          <a:xfrm>
            <a:off x="896112" y="292608"/>
            <a:ext cx="1100237"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TRUY XUẤT</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TRUY XUẤT NGUỒN GỐC CHUẨN GS1</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Hệ thống HLHT TRACE – tuân thủ Thông tư 02/2024/TT-BKHCN và Nghị định 37/2026/NĐ-CP</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16</a:t>
            </a:r>
          </a:p>
        </p:txBody>
      </p:sp>
      <p:pic>
        <p:nvPicPr>
          <p:cNvPr id="11" name="Picture 10" descr="glow_7FC211_38_1.7.png"/>
          <p:cNvPicPr>
            <a:picLocks noChangeAspect="1"/>
          </p:cNvPicPr>
          <p:nvPr/>
        </p:nvPicPr>
        <p:blipFill>
          <a:blip r:embed="rId4"/>
          <a:stretch>
            <a:fillRect/>
          </a:stretch>
        </p:blipFill>
        <p:spPr>
          <a:xfrm>
            <a:off x="3342178" y="1361130"/>
            <a:ext cx="5507340" cy="5507340"/>
          </a:xfrm>
          <a:prstGeom prst="rect">
            <a:avLst/>
          </a:prstGeom>
        </p:spPr>
      </p:pic>
      <p:pic>
        <p:nvPicPr>
          <p:cNvPr id="12" name="!!hero" descr="stp_trace_crate.png"/>
          <p:cNvPicPr>
            <a:picLocks noChangeAspect="1"/>
          </p:cNvPicPr>
          <p:nvPr/>
        </p:nvPicPr>
        <p:blipFill>
          <a:blip r:embed="rId5"/>
          <a:srcRect l="0" r="0"/>
          <a:stretch>
            <a:fillRect/>
          </a:stretch>
        </p:blipFill>
        <p:spPr>
          <a:xfrm>
            <a:off x="3977640" y="1928629"/>
            <a:ext cx="4236415" cy="4372343"/>
          </a:xfrm>
          <a:prstGeom prst="rect">
            <a:avLst/>
          </a:prstGeom>
        </p:spPr>
      </p:pic>
      <p:sp>
        <p:nvSpPr>
          <p:cNvPr id="13" name="Rounded Rectangle 12"/>
          <p:cNvSpPr/>
          <p:nvPr/>
        </p:nvSpPr>
        <p:spPr>
          <a:xfrm>
            <a:off x="548640" y="182880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68096" y="204825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file-check_FFFFFF.png"/>
          <p:cNvPicPr>
            <a:picLocks noChangeAspect="1"/>
          </p:cNvPicPr>
          <p:nvPr/>
        </p:nvPicPr>
        <p:blipFill>
          <a:blip r:embed="rId6"/>
          <a:stretch>
            <a:fillRect/>
          </a:stretch>
        </p:blipFill>
        <p:spPr>
          <a:xfrm>
            <a:off x="904159" y="2184319"/>
            <a:ext cx="294803" cy="294803"/>
          </a:xfrm>
          <a:prstGeom prst="rect">
            <a:avLst/>
          </a:prstGeom>
        </p:spPr>
      </p:pic>
      <p:sp>
        <p:nvSpPr>
          <p:cNvPr id="16" name="TextBox 15"/>
          <p:cNvSpPr txBox="1"/>
          <p:nvPr/>
        </p:nvSpPr>
        <p:spPr>
          <a:xfrm>
            <a:off x="1463040" y="199339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Khởi tạo dữ liệu</a:t>
            </a:r>
          </a:p>
        </p:txBody>
      </p:sp>
      <p:sp>
        <p:nvSpPr>
          <p:cNvPr id="17" name="TextBox 16"/>
          <p:cNvSpPr txBox="1"/>
          <p:nvPr/>
        </p:nvSpPr>
        <p:spPr>
          <a:xfrm>
            <a:off x="804672" y="278892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Hồ sơ điện tử riêng cho từng lô sản phẩm, kê khai ngay trên điện thoại.</a:t>
            </a:r>
          </a:p>
        </p:txBody>
      </p:sp>
      <p:cxnSp>
        <p:nvCxnSpPr>
          <p:cNvPr id="18" name="Connector 17"/>
          <p:cNvCxnSpPr/>
          <p:nvPr/>
        </p:nvCxnSpPr>
        <p:spPr>
          <a:xfrm>
            <a:off x="3703320" y="288036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4005072" y="281635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548640" y="429768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768096" y="451713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link_FFFFFF.png"/>
          <p:cNvPicPr>
            <a:picLocks noChangeAspect="1"/>
          </p:cNvPicPr>
          <p:nvPr/>
        </p:nvPicPr>
        <p:blipFill>
          <a:blip r:embed="rId7"/>
          <a:stretch>
            <a:fillRect/>
          </a:stretch>
        </p:blipFill>
        <p:spPr>
          <a:xfrm>
            <a:off x="904159" y="4653199"/>
            <a:ext cx="294803" cy="294803"/>
          </a:xfrm>
          <a:prstGeom prst="rect">
            <a:avLst/>
          </a:prstGeom>
        </p:spPr>
      </p:pic>
      <p:sp>
        <p:nvSpPr>
          <p:cNvPr id="23" name="TextBox 22"/>
          <p:cNvSpPr txBox="1"/>
          <p:nvPr/>
        </p:nvSpPr>
        <p:spPr>
          <a:xfrm>
            <a:off x="1463040" y="446227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Đồng bộ hệ thống</a:t>
            </a:r>
          </a:p>
        </p:txBody>
      </p:sp>
      <p:sp>
        <p:nvSpPr>
          <p:cNvPr id="24" name="TextBox 23"/>
          <p:cNvSpPr txBox="1"/>
          <p:nvPr/>
        </p:nvSpPr>
        <p:spPr>
          <a:xfrm>
            <a:off x="804672" y="525780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Kết nối Cổng thông tin truy xuất nguồn gốc sản phẩm, hàng hóa quốc gia.</a:t>
            </a:r>
          </a:p>
        </p:txBody>
      </p:sp>
      <p:cxnSp>
        <p:nvCxnSpPr>
          <p:cNvPr id="25" name="Connector 24"/>
          <p:cNvCxnSpPr/>
          <p:nvPr/>
        </p:nvCxnSpPr>
        <p:spPr>
          <a:xfrm>
            <a:off x="3703320" y="534924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26" name="Oval 25"/>
          <p:cNvSpPr/>
          <p:nvPr/>
        </p:nvSpPr>
        <p:spPr>
          <a:xfrm>
            <a:off x="4005072" y="528523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8488375" y="182880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8" name="Oval 27"/>
          <p:cNvSpPr/>
          <p:nvPr/>
        </p:nvSpPr>
        <p:spPr>
          <a:xfrm>
            <a:off x="8707831" y="204825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qr-code_FFFFFF.png"/>
          <p:cNvPicPr>
            <a:picLocks noChangeAspect="1"/>
          </p:cNvPicPr>
          <p:nvPr/>
        </p:nvPicPr>
        <p:blipFill>
          <a:blip r:embed="rId8"/>
          <a:stretch>
            <a:fillRect/>
          </a:stretch>
        </p:blipFill>
        <p:spPr>
          <a:xfrm>
            <a:off x="8843894" y="2184319"/>
            <a:ext cx="294803" cy="294803"/>
          </a:xfrm>
          <a:prstGeom prst="rect">
            <a:avLst/>
          </a:prstGeom>
        </p:spPr>
      </p:pic>
      <p:sp>
        <p:nvSpPr>
          <p:cNvPr id="30" name="TextBox 29"/>
          <p:cNvSpPr txBox="1"/>
          <p:nvPr/>
        </p:nvSpPr>
        <p:spPr>
          <a:xfrm>
            <a:off x="9402775" y="199339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Tem &amp; hộ chiếu số</a:t>
            </a:r>
          </a:p>
        </p:txBody>
      </p:sp>
      <p:sp>
        <p:nvSpPr>
          <p:cNvPr id="31" name="TextBox 30"/>
          <p:cNvSpPr txBox="1"/>
          <p:nvPr/>
        </p:nvSpPr>
        <p:spPr>
          <a:xfrm>
            <a:off x="8744407" y="278892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Tem điện tử, tem vật lý, tem chống giả, hộ chiếu số sản phẩm.</a:t>
            </a:r>
          </a:p>
        </p:txBody>
      </p:sp>
      <p:cxnSp>
        <p:nvCxnSpPr>
          <p:cNvPr id="32" name="Connector 31"/>
          <p:cNvCxnSpPr/>
          <p:nvPr/>
        </p:nvCxnSpPr>
        <p:spPr>
          <a:xfrm flipH="1">
            <a:off x="8122615" y="288036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33" name="Oval 32"/>
          <p:cNvSpPr/>
          <p:nvPr/>
        </p:nvSpPr>
        <p:spPr>
          <a:xfrm>
            <a:off x="8058607" y="281635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8488375" y="429768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5" name="Oval 34"/>
          <p:cNvSpPr/>
          <p:nvPr/>
        </p:nvSpPr>
        <p:spPr>
          <a:xfrm>
            <a:off x="8707831" y="451713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globe_FFFFFF.png"/>
          <p:cNvPicPr>
            <a:picLocks noChangeAspect="1"/>
          </p:cNvPicPr>
          <p:nvPr/>
        </p:nvPicPr>
        <p:blipFill>
          <a:blip r:embed="rId9"/>
          <a:stretch>
            <a:fillRect/>
          </a:stretch>
        </p:blipFill>
        <p:spPr>
          <a:xfrm>
            <a:off x="8843894" y="4653199"/>
            <a:ext cx="294803" cy="294803"/>
          </a:xfrm>
          <a:prstGeom prst="rect">
            <a:avLst/>
          </a:prstGeom>
        </p:spPr>
      </p:pic>
      <p:sp>
        <p:nvSpPr>
          <p:cNvPr id="37" name="TextBox 36"/>
          <p:cNvSpPr txBox="1"/>
          <p:nvPr/>
        </p:nvSpPr>
        <p:spPr>
          <a:xfrm>
            <a:off x="9402775" y="446227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Tiếp cận thị trường</a:t>
            </a:r>
          </a:p>
        </p:txBody>
      </p:sp>
      <p:sp>
        <p:nvSpPr>
          <p:cNvPr id="38" name="TextBox 37"/>
          <p:cNvSpPr txBox="1"/>
          <p:nvPr/>
        </p:nvSpPr>
        <p:spPr>
          <a:xfrm>
            <a:off x="8744407" y="525780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Gia tăng niềm tin người tiêu dùng, đủ điều kiện xuất khẩu.</a:t>
            </a:r>
          </a:p>
        </p:txBody>
      </p:sp>
      <p:cxnSp>
        <p:nvCxnSpPr>
          <p:cNvPr id="39" name="Connector 38"/>
          <p:cNvCxnSpPr/>
          <p:nvPr/>
        </p:nvCxnSpPr>
        <p:spPr>
          <a:xfrm flipH="1">
            <a:off x="8122615" y="534924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40" name="Oval 39"/>
          <p:cNvSpPr/>
          <p:nvPr/>
        </p:nvSpPr>
        <p:spPr>
          <a:xfrm>
            <a:off x="8058607" y="528523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53" presetClass="entr" presetSubtype="16"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ppt_w</p:attrName>
                                        </p:attrNameLst>
                                      </p:cBhvr>
                                      <p:tavLst>
                                        <p:tav tm="0">
                                          <p:val>
                                            <p:strVal val="#ppt_w*0.7"/>
                                          </p:val>
                                        </p:tav>
                                        <p:tav tm="100000">
                                          <p:val>
                                            <p:strVal val="#ppt_w"/>
                                          </p:val>
                                        </p:tav>
                                      </p:tavLst>
                                    </p:anim>
                                    <p:anim calcmode="lin" valueType="num">
                                      <p:cBhvr additive="base">
                                        <p:cTn id="26" dur="700" fill="hold"/>
                                        <p:tgtEl>
                                          <p:spTgt spid="12"/>
                                        </p:tgtEl>
                                        <p:attrNameLst>
                                          <p:attrName>ppt_h</p:attrName>
                                        </p:attrNameLst>
                                      </p:cBhvr>
                                      <p:tavLst>
                                        <p:tav tm="0">
                                          <p:val>
                                            <p:strVal val="#ppt_h*0.7"/>
                                          </p:val>
                                        </p:tav>
                                        <p:tav tm="100000">
                                          <p:val>
                                            <p:strVal val="#ppt_h"/>
                                          </p:val>
                                        </p:tav>
                                      </p:tavLst>
                                    </p:anim>
                                    <p:animEffect transition="in" filter="fade">
                                      <p:cBhvr>
                                        <p:cTn id="27" dur="700"/>
                                        <p:tgtEl>
                                          <p:spTgt spid="12"/>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00"/>
                                        <p:tgtEl>
                                          <p:spTgt spid="8"/>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400"/>
                                        <p:tgtEl>
                                          <p:spTgt spid="9"/>
                                        </p:tgtEl>
                                      </p:cBhvr>
                                    </p:animEffect>
                                  </p:childTnLst>
                                </p:cTn>
                              </p:par>
                              <p:par>
                                <p:cTn id="34" presetID="10" presetClass="entr" presetSubtype="0" fill="hold" grpId="0" nodeType="withEffect">
                                  <p:stCondLst>
                                    <p:cond delay="35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childTnLst>
                                </p:cTn>
                              </p:par>
                              <p:par>
                                <p:cTn id="37" presetID="53" presetClass="entr" presetSubtype="16" fill="hold" grpId="0" nodeType="withEffect">
                                  <p:stCondLst>
                                    <p:cond delay="7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50" fill="hold"/>
                                        <p:tgtEl>
                                          <p:spTgt spid="13"/>
                                        </p:tgtEl>
                                        <p:attrNameLst>
                                          <p:attrName>ppt_w</p:attrName>
                                        </p:attrNameLst>
                                      </p:cBhvr>
                                      <p:tavLst>
                                        <p:tav tm="0">
                                          <p:val>
                                            <p:strVal val="#ppt_w*0.7"/>
                                          </p:val>
                                        </p:tav>
                                        <p:tav tm="100000">
                                          <p:val>
                                            <p:strVal val="#ppt_w"/>
                                          </p:val>
                                        </p:tav>
                                      </p:tavLst>
                                    </p:anim>
                                    <p:anim calcmode="lin" valueType="num">
                                      <p:cBhvr additive="base">
                                        <p:cTn id="40" dur="450" fill="hold"/>
                                        <p:tgtEl>
                                          <p:spTgt spid="13"/>
                                        </p:tgtEl>
                                        <p:attrNameLst>
                                          <p:attrName>ppt_h</p:attrName>
                                        </p:attrNameLst>
                                      </p:cBhvr>
                                      <p:tavLst>
                                        <p:tav tm="0">
                                          <p:val>
                                            <p:strVal val="#ppt_h*0.7"/>
                                          </p:val>
                                        </p:tav>
                                        <p:tav tm="100000">
                                          <p:val>
                                            <p:strVal val="#ppt_h"/>
                                          </p:val>
                                        </p:tav>
                                      </p:tavLst>
                                    </p:anim>
                                    <p:animEffect transition="in" filter="fade">
                                      <p:cBhvr>
                                        <p:cTn id="41" dur="450"/>
                                        <p:tgtEl>
                                          <p:spTgt spid="13"/>
                                        </p:tgtEl>
                                      </p:cBhvr>
                                    </p:animEffect>
                                  </p:childTnLst>
                                </p:cTn>
                              </p:par>
                              <p:par>
                                <p:cTn id="42" presetID="53" presetClass="entr" presetSubtype="16" fill="hold" grpId="0" nodeType="withEffect">
                                  <p:stCondLst>
                                    <p:cond delay="7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450" fill="hold"/>
                                        <p:tgtEl>
                                          <p:spTgt spid="14"/>
                                        </p:tgtEl>
                                        <p:attrNameLst>
                                          <p:attrName>ppt_w</p:attrName>
                                        </p:attrNameLst>
                                      </p:cBhvr>
                                      <p:tavLst>
                                        <p:tav tm="0">
                                          <p:val>
                                            <p:strVal val="#ppt_w*0.7"/>
                                          </p:val>
                                        </p:tav>
                                        <p:tav tm="100000">
                                          <p:val>
                                            <p:strVal val="#ppt_w"/>
                                          </p:val>
                                        </p:tav>
                                      </p:tavLst>
                                    </p:anim>
                                    <p:anim calcmode="lin" valueType="num">
                                      <p:cBhvr additive="base">
                                        <p:cTn id="45" dur="450" fill="hold"/>
                                        <p:tgtEl>
                                          <p:spTgt spid="14"/>
                                        </p:tgtEl>
                                        <p:attrNameLst>
                                          <p:attrName>ppt_h</p:attrName>
                                        </p:attrNameLst>
                                      </p:cBhvr>
                                      <p:tavLst>
                                        <p:tav tm="0">
                                          <p:val>
                                            <p:strVal val="#ppt_h*0.7"/>
                                          </p:val>
                                        </p:tav>
                                        <p:tav tm="100000">
                                          <p:val>
                                            <p:strVal val="#ppt_h"/>
                                          </p:val>
                                        </p:tav>
                                      </p:tavLst>
                                    </p:anim>
                                    <p:animEffect transition="in" filter="fade">
                                      <p:cBhvr>
                                        <p:cTn id="46" dur="450"/>
                                        <p:tgtEl>
                                          <p:spTgt spid="14"/>
                                        </p:tgtEl>
                                      </p:cBhvr>
                                    </p:animEffect>
                                  </p:childTnLst>
                                </p:cTn>
                              </p:par>
                              <p:par>
                                <p:cTn id="47" presetID="53" presetClass="entr" presetSubtype="16" fill="hold" grpId="0" nodeType="withEffect">
                                  <p:stCondLst>
                                    <p:cond delay="70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450" fill="hold"/>
                                        <p:tgtEl>
                                          <p:spTgt spid="15"/>
                                        </p:tgtEl>
                                        <p:attrNameLst>
                                          <p:attrName>ppt_w</p:attrName>
                                        </p:attrNameLst>
                                      </p:cBhvr>
                                      <p:tavLst>
                                        <p:tav tm="0">
                                          <p:val>
                                            <p:strVal val="#ppt_w*0.7"/>
                                          </p:val>
                                        </p:tav>
                                        <p:tav tm="100000">
                                          <p:val>
                                            <p:strVal val="#ppt_w"/>
                                          </p:val>
                                        </p:tav>
                                      </p:tavLst>
                                    </p:anim>
                                    <p:anim calcmode="lin" valueType="num">
                                      <p:cBhvr additive="base">
                                        <p:cTn id="50" dur="450" fill="hold"/>
                                        <p:tgtEl>
                                          <p:spTgt spid="15"/>
                                        </p:tgtEl>
                                        <p:attrNameLst>
                                          <p:attrName>ppt_h</p:attrName>
                                        </p:attrNameLst>
                                      </p:cBhvr>
                                      <p:tavLst>
                                        <p:tav tm="0">
                                          <p:val>
                                            <p:strVal val="#ppt_h*0.7"/>
                                          </p:val>
                                        </p:tav>
                                        <p:tav tm="100000">
                                          <p:val>
                                            <p:strVal val="#ppt_h"/>
                                          </p:val>
                                        </p:tav>
                                      </p:tavLst>
                                    </p:anim>
                                    <p:animEffect transition="in" filter="fade">
                                      <p:cBhvr>
                                        <p:cTn id="51" dur="450"/>
                                        <p:tgtEl>
                                          <p:spTgt spid="15"/>
                                        </p:tgtEl>
                                      </p:cBhvr>
                                    </p:animEffect>
                                  </p:childTnLst>
                                </p:cTn>
                              </p:par>
                              <p:par>
                                <p:cTn id="52" presetID="53" presetClass="entr" presetSubtype="16" fill="hold" grpId="0" nodeType="withEffect">
                                  <p:stCondLst>
                                    <p:cond delay="7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450" fill="hold"/>
                                        <p:tgtEl>
                                          <p:spTgt spid="16"/>
                                        </p:tgtEl>
                                        <p:attrNameLst>
                                          <p:attrName>ppt_w</p:attrName>
                                        </p:attrNameLst>
                                      </p:cBhvr>
                                      <p:tavLst>
                                        <p:tav tm="0">
                                          <p:val>
                                            <p:strVal val="#ppt_w*0.7"/>
                                          </p:val>
                                        </p:tav>
                                        <p:tav tm="100000">
                                          <p:val>
                                            <p:strVal val="#ppt_w"/>
                                          </p:val>
                                        </p:tav>
                                      </p:tavLst>
                                    </p:anim>
                                    <p:anim calcmode="lin" valueType="num">
                                      <p:cBhvr additive="base">
                                        <p:cTn id="55" dur="450" fill="hold"/>
                                        <p:tgtEl>
                                          <p:spTgt spid="16"/>
                                        </p:tgtEl>
                                        <p:attrNameLst>
                                          <p:attrName>ppt_h</p:attrName>
                                        </p:attrNameLst>
                                      </p:cBhvr>
                                      <p:tavLst>
                                        <p:tav tm="0">
                                          <p:val>
                                            <p:strVal val="#ppt_h*0.7"/>
                                          </p:val>
                                        </p:tav>
                                        <p:tav tm="100000">
                                          <p:val>
                                            <p:strVal val="#ppt_h"/>
                                          </p:val>
                                        </p:tav>
                                      </p:tavLst>
                                    </p:anim>
                                    <p:animEffect transition="in" filter="fade">
                                      <p:cBhvr>
                                        <p:cTn id="56" dur="450"/>
                                        <p:tgtEl>
                                          <p:spTgt spid="16"/>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450" fill="hold"/>
                                        <p:tgtEl>
                                          <p:spTgt spid="17"/>
                                        </p:tgtEl>
                                        <p:attrNameLst>
                                          <p:attrName>ppt_w</p:attrName>
                                        </p:attrNameLst>
                                      </p:cBhvr>
                                      <p:tavLst>
                                        <p:tav tm="0">
                                          <p:val>
                                            <p:strVal val="#ppt_w*0.7"/>
                                          </p:val>
                                        </p:tav>
                                        <p:tav tm="100000">
                                          <p:val>
                                            <p:strVal val="#ppt_w"/>
                                          </p:val>
                                        </p:tav>
                                      </p:tavLst>
                                    </p:anim>
                                    <p:anim calcmode="lin" valueType="num">
                                      <p:cBhvr additive="base">
                                        <p:cTn id="60" dur="450" fill="hold"/>
                                        <p:tgtEl>
                                          <p:spTgt spid="17"/>
                                        </p:tgtEl>
                                        <p:attrNameLst>
                                          <p:attrName>ppt_h</p:attrName>
                                        </p:attrNameLst>
                                      </p:cBhvr>
                                      <p:tavLst>
                                        <p:tav tm="0">
                                          <p:val>
                                            <p:strVal val="#ppt_h*0.7"/>
                                          </p:val>
                                        </p:tav>
                                        <p:tav tm="100000">
                                          <p:val>
                                            <p:strVal val="#ppt_h"/>
                                          </p:val>
                                        </p:tav>
                                      </p:tavLst>
                                    </p:anim>
                                    <p:animEffect transition="in" filter="fade">
                                      <p:cBhvr>
                                        <p:cTn id="61" dur="450"/>
                                        <p:tgtEl>
                                          <p:spTgt spid="17"/>
                                        </p:tgtEl>
                                      </p:cBhvr>
                                    </p:animEffect>
                                  </p:childTnLst>
                                </p:cTn>
                              </p:par>
                              <p:par>
                                <p:cTn id="62" presetID="10" presetClass="entr" presetSubtype="0" fill="hold" grpId="0" nodeType="withEffect">
                                  <p:stCondLst>
                                    <p:cond delay="8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50"/>
                                        <p:tgtEl>
                                          <p:spTgt spid="18"/>
                                        </p:tgtEl>
                                      </p:cBhvr>
                                    </p:animEffect>
                                  </p:childTnLst>
                                </p:cTn>
                              </p:par>
                              <p:par>
                                <p:cTn id="65" presetID="10" presetClass="entr" presetSubtype="0" fill="hold" grpId="0" nodeType="withEffect">
                                  <p:stCondLst>
                                    <p:cond delay="80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50"/>
                                        <p:tgtEl>
                                          <p:spTgt spid="19"/>
                                        </p:tgtEl>
                                      </p:cBhvr>
                                    </p:animEffect>
                                  </p:childTnLst>
                                </p:cTn>
                              </p:par>
                              <p:par>
                                <p:cTn id="68" presetID="53" presetClass="entr" presetSubtype="16" fill="hold" grpId="0" nodeType="withEffect">
                                  <p:stCondLst>
                                    <p:cond delay="85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450" fill="hold"/>
                                        <p:tgtEl>
                                          <p:spTgt spid="20"/>
                                        </p:tgtEl>
                                        <p:attrNameLst>
                                          <p:attrName>ppt_w</p:attrName>
                                        </p:attrNameLst>
                                      </p:cBhvr>
                                      <p:tavLst>
                                        <p:tav tm="0">
                                          <p:val>
                                            <p:strVal val="#ppt_w*0.7"/>
                                          </p:val>
                                        </p:tav>
                                        <p:tav tm="100000">
                                          <p:val>
                                            <p:strVal val="#ppt_w"/>
                                          </p:val>
                                        </p:tav>
                                      </p:tavLst>
                                    </p:anim>
                                    <p:anim calcmode="lin" valueType="num">
                                      <p:cBhvr additive="base">
                                        <p:cTn id="71" dur="450" fill="hold"/>
                                        <p:tgtEl>
                                          <p:spTgt spid="20"/>
                                        </p:tgtEl>
                                        <p:attrNameLst>
                                          <p:attrName>ppt_h</p:attrName>
                                        </p:attrNameLst>
                                      </p:cBhvr>
                                      <p:tavLst>
                                        <p:tav tm="0">
                                          <p:val>
                                            <p:strVal val="#ppt_h*0.7"/>
                                          </p:val>
                                        </p:tav>
                                        <p:tav tm="100000">
                                          <p:val>
                                            <p:strVal val="#ppt_h"/>
                                          </p:val>
                                        </p:tav>
                                      </p:tavLst>
                                    </p:anim>
                                    <p:animEffect transition="in" filter="fade">
                                      <p:cBhvr>
                                        <p:cTn id="72" dur="450"/>
                                        <p:tgtEl>
                                          <p:spTgt spid="20"/>
                                        </p:tgtEl>
                                      </p:cBhvr>
                                    </p:animEffect>
                                  </p:childTnLst>
                                </p:cTn>
                              </p:par>
                              <p:par>
                                <p:cTn id="73" presetID="53" presetClass="entr" presetSubtype="16" fill="hold" grpId="0" nodeType="withEffect">
                                  <p:stCondLst>
                                    <p:cond delay="85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450" fill="hold"/>
                                        <p:tgtEl>
                                          <p:spTgt spid="21"/>
                                        </p:tgtEl>
                                        <p:attrNameLst>
                                          <p:attrName>ppt_w</p:attrName>
                                        </p:attrNameLst>
                                      </p:cBhvr>
                                      <p:tavLst>
                                        <p:tav tm="0">
                                          <p:val>
                                            <p:strVal val="#ppt_w*0.7"/>
                                          </p:val>
                                        </p:tav>
                                        <p:tav tm="100000">
                                          <p:val>
                                            <p:strVal val="#ppt_w"/>
                                          </p:val>
                                        </p:tav>
                                      </p:tavLst>
                                    </p:anim>
                                    <p:anim calcmode="lin" valueType="num">
                                      <p:cBhvr additive="base">
                                        <p:cTn id="76" dur="450" fill="hold"/>
                                        <p:tgtEl>
                                          <p:spTgt spid="21"/>
                                        </p:tgtEl>
                                        <p:attrNameLst>
                                          <p:attrName>ppt_h</p:attrName>
                                        </p:attrNameLst>
                                      </p:cBhvr>
                                      <p:tavLst>
                                        <p:tav tm="0">
                                          <p:val>
                                            <p:strVal val="#ppt_h*0.7"/>
                                          </p:val>
                                        </p:tav>
                                        <p:tav tm="100000">
                                          <p:val>
                                            <p:strVal val="#ppt_h"/>
                                          </p:val>
                                        </p:tav>
                                      </p:tavLst>
                                    </p:anim>
                                    <p:animEffect transition="in" filter="fade">
                                      <p:cBhvr>
                                        <p:cTn id="77" dur="450"/>
                                        <p:tgtEl>
                                          <p:spTgt spid="21"/>
                                        </p:tgtEl>
                                      </p:cBhvr>
                                    </p:animEffect>
                                  </p:childTnLst>
                                </p:cTn>
                              </p:par>
                              <p:par>
                                <p:cTn id="78" presetID="53" presetClass="entr" presetSubtype="16" fill="hold" grpId="0" nodeType="withEffect">
                                  <p:stCondLst>
                                    <p:cond delay="85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450" fill="hold"/>
                                        <p:tgtEl>
                                          <p:spTgt spid="22"/>
                                        </p:tgtEl>
                                        <p:attrNameLst>
                                          <p:attrName>ppt_w</p:attrName>
                                        </p:attrNameLst>
                                      </p:cBhvr>
                                      <p:tavLst>
                                        <p:tav tm="0">
                                          <p:val>
                                            <p:strVal val="#ppt_w*0.7"/>
                                          </p:val>
                                        </p:tav>
                                        <p:tav tm="100000">
                                          <p:val>
                                            <p:strVal val="#ppt_w"/>
                                          </p:val>
                                        </p:tav>
                                      </p:tavLst>
                                    </p:anim>
                                    <p:anim calcmode="lin" valueType="num">
                                      <p:cBhvr additive="base">
                                        <p:cTn id="81" dur="450" fill="hold"/>
                                        <p:tgtEl>
                                          <p:spTgt spid="22"/>
                                        </p:tgtEl>
                                        <p:attrNameLst>
                                          <p:attrName>ppt_h</p:attrName>
                                        </p:attrNameLst>
                                      </p:cBhvr>
                                      <p:tavLst>
                                        <p:tav tm="0">
                                          <p:val>
                                            <p:strVal val="#ppt_h*0.7"/>
                                          </p:val>
                                        </p:tav>
                                        <p:tav tm="100000">
                                          <p:val>
                                            <p:strVal val="#ppt_h"/>
                                          </p:val>
                                        </p:tav>
                                      </p:tavLst>
                                    </p:anim>
                                    <p:animEffect transition="in" filter="fade">
                                      <p:cBhvr>
                                        <p:cTn id="82" dur="450"/>
                                        <p:tgtEl>
                                          <p:spTgt spid="22"/>
                                        </p:tgtEl>
                                      </p:cBhvr>
                                    </p:animEffect>
                                  </p:childTnLst>
                                </p:cTn>
                              </p:par>
                              <p:par>
                                <p:cTn id="83" presetID="53" presetClass="entr" presetSubtype="16" fill="hold" grpId="0" nodeType="withEffect">
                                  <p:stCondLst>
                                    <p:cond delay="85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450" fill="hold"/>
                                        <p:tgtEl>
                                          <p:spTgt spid="23"/>
                                        </p:tgtEl>
                                        <p:attrNameLst>
                                          <p:attrName>ppt_w</p:attrName>
                                        </p:attrNameLst>
                                      </p:cBhvr>
                                      <p:tavLst>
                                        <p:tav tm="0">
                                          <p:val>
                                            <p:strVal val="#ppt_w*0.7"/>
                                          </p:val>
                                        </p:tav>
                                        <p:tav tm="100000">
                                          <p:val>
                                            <p:strVal val="#ppt_w"/>
                                          </p:val>
                                        </p:tav>
                                      </p:tavLst>
                                    </p:anim>
                                    <p:anim calcmode="lin" valueType="num">
                                      <p:cBhvr additive="base">
                                        <p:cTn id="86" dur="450" fill="hold"/>
                                        <p:tgtEl>
                                          <p:spTgt spid="23"/>
                                        </p:tgtEl>
                                        <p:attrNameLst>
                                          <p:attrName>ppt_h</p:attrName>
                                        </p:attrNameLst>
                                      </p:cBhvr>
                                      <p:tavLst>
                                        <p:tav tm="0">
                                          <p:val>
                                            <p:strVal val="#ppt_h*0.7"/>
                                          </p:val>
                                        </p:tav>
                                        <p:tav tm="100000">
                                          <p:val>
                                            <p:strVal val="#ppt_h"/>
                                          </p:val>
                                        </p:tav>
                                      </p:tavLst>
                                    </p:anim>
                                    <p:animEffect transition="in" filter="fade">
                                      <p:cBhvr>
                                        <p:cTn id="87" dur="450"/>
                                        <p:tgtEl>
                                          <p:spTgt spid="23"/>
                                        </p:tgtEl>
                                      </p:cBhvr>
                                    </p:animEffect>
                                  </p:childTnLst>
                                </p:cTn>
                              </p:par>
                              <p:par>
                                <p:cTn id="88" presetID="53" presetClass="entr" presetSubtype="16" fill="hold" grpId="0" nodeType="withEffect">
                                  <p:stCondLst>
                                    <p:cond delay="85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450" fill="hold"/>
                                        <p:tgtEl>
                                          <p:spTgt spid="24"/>
                                        </p:tgtEl>
                                        <p:attrNameLst>
                                          <p:attrName>ppt_w</p:attrName>
                                        </p:attrNameLst>
                                      </p:cBhvr>
                                      <p:tavLst>
                                        <p:tav tm="0">
                                          <p:val>
                                            <p:strVal val="#ppt_w*0.7"/>
                                          </p:val>
                                        </p:tav>
                                        <p:tav tm="100000">
                                          <p:val>
                                            <p:strVal val="#ppt_w"/>
                                          </p:val>
                                        </p:tav>
                                      </p:tavLst>
                                    </p:anim>
                                    <p:anim calcmode="lin" valueType="num">
                                      <p:cBhvr additive="base">
                                        <p:cTn id="91" dur="450" fill="hold"/>
                                        <p:tgtEl>
                                          <p:spTgt spid="24"/>
                                        </p:tgtEl>
                                        <p:attrNameLst>
                                          <p:attrName>ppt_h</p:attrName>
                                        </p:attrNameLst>
                                      </p:cBhvr>
                                      <p:tavLst>
                                        <p:tav tm="0">
                                          <p:val>
                                            <p:strVal val="#ppt_h*0.7"/>
                                          </p:val>
                                        </p:tav>
                                        <p:tav tm="100000">
                                          <p:val>
                                            <p:strVal val="#ppt_h"/>
                                          </p:val>
                                        </p:tav>
                                      </p:tavLst>
                                    </p:anim>
                                    <p:animEffect transition="in" filter="fade">
                                      <p:cBhvr>
                                        <p:cTn id="92" dur="450"/>
                                        <p:tgtEl>
                                          <p:spTgt spid="24"/>
                                        </p:tgtEl>
                                      </p:cBhvr>
                                    </p:animEffect>
                                  </p:childTnLst>
                                </p:cTn>
                              </p:par>
                              <p:par>
                                <p:cTn id="93" presetID="10" presetClass="entr" presetSubtype="0" fill="hold" grpId="0" nodeType="withEffect">
                                  <p:stCondLst>
                                    <p:cond delay="90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350"/>
                                        <p:tgtEl>
                                          <p:spTgt spid="25"/>
                                        </p:tgtEl>
                                      </p:cBhvr>
                                    </p:animEffect>
                                  </p:childTnLst>
                                </p:cTn>
                              </p:par>
                              <p:par>
                                <p:cTn id="96" presetID="10" presetClass="entr" presetSubtype="0" fill="hold" grpId="0" nodeType="withEffect">
                                  <p:stCondLst>
                                    <p:cond delay="90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350"/>
                                        <p:tgtEl>
                                          <p:spTgt spid="26"/>
                                        </p:tgtEl>
                                      </p:cBhvr>
                                    </p:animEffect>
                                  </p:childTnLst>
                                </p:cTn>
                              </p:par>
                              <p:par>
                                <p:cTn id="99" presetID="10" presetClass="entr" presetSubtype="0" fill="hold" grpId="0" nodeType="withEffect">
                                  <p:stCondLst>
                                    <p:cond delay="100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par>
                                <p:cTn id="102" presetID="10" presetClass="entr" presetSubtype="0" fill="hold" grpId="0" nodeType="withEffect">
                                  <p:stCondLst>
                                    <p:cond delay="100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350"/>
                                        <p:tgtEl>
                                          <p:spTgt spid="33"/>
                                        </p:tgtEl>
                                      </p:cBhvr>
                                    </p:animEffect>
                                  </p:childTnLst>
                                </p:cTn>
                              </p:par>
                              <p:par>
                                <p:cTn id="105" presetID="53" presetClass="entr" presetSubtype="16" fill="hold" grpId="0" nodeType="withEffect">
                                  <p:stCondLst>
                                    <p:cond delay="10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450" fill="hold"/>
                                        <p:tgtEl>
                                          <p:spTgt spid="27"/>
                                        </p:tgtEl>
                                        <p:attrNameLst>
                                          <p:attrName>ppt_w</p:attrName>
                                        </p:attrNameLst>
                                      </p:cBhvr>
                                      <p:tavLst>
                                        <p:tav tm="0">
                                          <p:val>
                                            <p:strVal val="#ppt_w*0.7"/>
                                          </p:val>
                                        </p:tav>
                                        <p:tav tm="100000">
                                          <p:val>
                                            <p:strVal val="#ppt_w"/>
                                          </p:val>
                                        </p:tav>
                                      </p:tavLst>
                                    </p:anim>
                                    <p:anim calcmode="lin" valueType="num">
                                      <p:cBhvr additive="base">
                                        <p:cTn id="108" dur="450" fill="hold"/>
                                        <p:tgtEl>
                                          <p:spTgt spid="27"/>
                                        </p:tgtEl>
                                        <p:attrNameLst>
                                          <p:attrName>ppt_h</p:attrName>
                                        </p:attrNameLst>
                                      </p:cBhvr>
                                      <p:tavLst>
                                        <p:tav tm="0">
                                          <p:val>
                                            <p:strVal val="#ppt_h*0.7"/>
                                          </p:val>
                                        </p:tav>
                                        <p:tav tm="100000">
                                          <p:val>
                                            <p:strVal val="#ppt_h"/>
                                          </p:val>
                                        </p:tav>
                                      </p:tavLst>
                                    </p:anim>
                                    <p:animEffect transition="in" filter="fade">
                                      <p:cBhvr>
                                        <p:cTn id="109" dur="450"/>
                                        <p:tgtEl>
                                          <p:spTgt spid="27"/>
                                        </p:tgtEl>
                                      </p:cBhvr>
                                    </p:animEffect>
                                  </p:childTnLst>
                                </p:cTn>
                              </p:par>
                              <p:par>
                                <p:cTn id="110" presetID="53" presetClass="entr" presetSubtype="16" fill="hold" grpId="0" nodeType="withEffect">
                                  <p:stCondLst>
                                    <p:cond delay="100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450" fill="hold"/>
                                        <p:tgtEl>
                                          <p:spTgt spid="28"/>
                                        </p:tgtEl>
                                        <p:attrNameLst>
                                          <p:attrName>ppt_w</p:attrName>
                                        </p:attrNameLst>
                                      </p:cBhvr>
                                      <p:tavLst>
                                        <p:tav tm="0">
                                          <p:val>
                                            <p:strVal val="#ppt_w*0.7"/>
                                          </p:val>
                                        </p:tav>
                                        <p:tav tm="100000">
                                          <p:val>
                                            <p:strVal val="#ppt_w"/>
                                          </p:val>
                                        </p:tav>
                                      </p:tavLst>
                                    </p:anim>
                                    <p:anim calcmode="lin" valueType="num">
                                      <p:cBhvr additive="base">
                                        <p:cTn id="113" dur="450" fill="hold"/>
                                        <p:tgtEl>
                                          <p:spTgt spid="28"/>
                                        </p:tgtEl>
                                        <p:attrNameLst>
                                          <p:attrName>ppt_h</p:attrName>
                                        </p:attrNameLst>
                                      </p:cBhvr>
                                      <p:tavLst>
                                        <p:tav tm="0">
                                          <p:val>
                                            <p:strVal val="#ppt_h*0.7"/>
                                          </p:val>
                                        </p:tav>
                                        <p:tav tm="100000">
                                          <p:val>
                                            <p:strVal val="#ppt_h"/>
                                          </p:val>
                                        </p:tav>
                                      </p:tavLst>
                                    </p:anim>
                                    <p:animEffect transition="in" filter="fade">
                                      <p:cBhvr>
                                        <p:cTn id="114" dur="450"/>
                                        <p:tgtEl>
                                          <p:spTgt spid="28"/>
                                        </p:tgtEl>
                                      </p:cBhvr>
                                    </p:animEffect>
                                  </p:childTnLst>
                                </p:cTn>
                              </p:par>
                              <p:par>
                                <p:cTn id="115" presetID="53" presetClass="entr" presetSubtype="16" fill="hold" grpId="0" nodeType="withEffect">
                                  <p:stCondLst>
                                    <p:cond delay="100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450" fill="hold"/>
                                        <p:tgtEl>
                                          <p:spTgt spid="29"/>
                                        </p:tgtEl>
                                        <p:attrNameLst>
                                          <p:attrName>ppt_w</p:attrName>
                                        </p:attrNameLst>
                                      </p:cBhvr>
                                      <p:tavLst>
                                        <p:tav tm="0">
                                          <p:val>
                                            <p:strVal val="#ppt_w*0.7"/>
                                          </p:val>
                                        </p:tav>
                                        <p:tav tm="100000">
                                          <p:val>
                                            <p:strVal val="#ppt_w"/>
                                          </p:val>
                                        </p:tav>
                                      </p:tavLst>
                                    </p:anim>
                                    <p:anim calcmode="lin" valueType="num">
                                      <p:cBhvr additive="base">
                                        <p:cTn id="118" dur="450" fill="hold"/>
                                        <p:tgtEl>
                                          <p:spTgt spid="29"/>
                                        </p:tgtEl>
                                        <p:attrNameLst>
                                          <p:attrName>ppt_h</p:attrName>
                                        </p:attrNameLst>
                                      </p:cBhvr>
                                      <p:tavLst>
                                        <p:tav tm="0">
                                          <p:val>
                                            <p:strVal val="#ppt_h*0.7"/>
                                          </p:val>
                                        </p:tav>
                                        <p:tav tm="100000">
                                          <p:val>
                                            <p:strVal val="#ppt_h"/>
                                          </p:val>
                                        </p:tav>
                                      </p:tavLst>
                                    </p:anim>
                                    <p:animEffect transition="in" filter="fade">
                                      <p:cBhvr>
                                        <p:cTn id="119" dur="450"/>
                                        <p:tgtEl>
                                          <p:spTgt spid="29"/>
                                        </p:tgtEl>
                                      </p:cBhvr>
                                    </p:animEffect>
                                  </p:childTnLst>
                                </p:cTn>
                              </p:par>
                              <p:par>
                                <p:cTn id="120" presetID="53" presetClass="entr" presetSubtype="16" fill="hold" grpId="0" nodeType="withEffect">
                                  <p:stCondLst>
                                    <p:cond delay="100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450" fill="hold"/>
                                        <p:tgtEl>
                                          <p:spTgt spid="30"/>
                                        </p:tgtEl>
                                        <p:attrNameLst>
                                          <p:attrName>ppt_w</p:attrName>
                                        </p:attrNameLst>
                                      </p:cBhvr>
                                      <p:tavLst>
                                        <p:tav tm="0">
                                          <p:val>
                                            <p:strVal val="#ppt_w*0.7"/>
                                          </p:val>
                                        </p:tav>
                                        <p:tav tm="100000">
                                          <p:val>
                                            <p:strVal val="#ppt_w"/>
                                          </p:val>
                                        </p:tav>
                                      </p:tavLst>
                                    </p:anim>
                                    <p:anim calcmode="lin" valueType="num">
                                      <p:cBhvr additive="base">
                                        <p:cTn id="123" dur="450" fill="hold"/>
                                        <p:tgtEl>
                                          <p:spTgt spid="30"/>
                                        </p:tgtEl>
                                        <p:attrNameLst>
                                          <p:attrName>ppt_h</p:attrName>
                                        </p:attrNameLst>
                                      </p:cBhvr>
                                      <p:tavLst>
                                        <p:tav tm="0">
                                          <p:val>
                                            <p:strVal val="#ppt_h*0.7"/>
                                          </p:val>
                                        </p:tav>
                                        <p:tav tm="100000">
                                          <p:val>
                                            <p:strVal val="#ppt_h"/>
                                          </p:val>
                                        </p:tav>
                                      </p:tavLst>
                                    </p:anim>
                                    <p:animEffect transition="in" filter="fade">
                                      <p:cBhvr>
                                        <p:cTn id="124" dur="450"/>
                                        <p:tgtEl>
                                          <p:spTgt spid="30"/>
                                        </p:tgtEl>
                                      </p:cBhvr>
                                    </p:animEffect>
                                  </p:childTnLst>
                                </p:cTn>
                              </p:par>
                              <p:par>
                                <p:cTn id="125" presetID="53" presetClass="entr" presetSubtype="16" fill="hold" grpId="0" nodeType="withEffect">
                                  <p:stCondLst>
                                    <p:cond delay="1000"/>
                                  </p:stCondLst>
                                  <p:childTnLst>
                                    <p:set>
                                      <p:cBhvr>
                                        <p:cTn id="126" dur="1" fill="hold">
                                          <p:stCondLst>
                                            <p:cond delay="0"/>
                                          </p:stCondLst>
                                        </p:cTn>
                                        <p:tgtEl>
                                          <p:spTgt spid="31"/>
                                        </p:tgtEl>
                                        <p:attrNameLst>
                                          <p:attrName>style.visibility</p:attrName>
                                        </p:attrNameLst>
                                      </p:cBhvr>
                                      <p:to>
                                        <p:strVal val="visible"/>
                                      </p:to>
                                    </p:set>
                                    <p:anim calcmode="lin" valueType="num">
                                      <p:cBhvr additive="base">
                                        <p:cTn id="127" dur="450" fill="hold"/>
                                        <p:tgtEl>
                                          <p:spTgt spid="31"/>
                                        </p:tgtEl>
                                        <p:attrNameLst>
                                          <p:attrName>ppt_w</p:attrName>
                                        </p:attrNameLst>
                                      </p:cBhvr>
                                      <p:tavLst>
                                        <p:tav tm="0">
                                          <p:val>
                                            <p:strVal val="#ppt_w*0.7"/>
                                          </p:val>
                                        </p:tav>
                                        <p:tav tm="100000">
                                          <p:val>
                                            <p:strVal val="#ppt_w"/>
                                          </p:val>
                                        </p:tav>
                                      </p:tavLst>
                                    </p:anim>
                                    <p:anim calcmode="lin" valueType="num">
                                      <p:cBhvr additive="base">
                                        <p:cTn id="128" dur="450" fill="hold"/>
                                        <p:tgtEl>
                                          <p:spTgt spid="31"/>
                                        </p:tgtEl>
                                        <p:attrNameLst>
                                          <p:attrName>ppt_h</p:attrName>
                                        </p:attrNameLst>
                                      </p:cBhvr>
                                      <p:tavLst>
                                        <p:tav tm="0">
                                          <p:val>
                                            <p:strVal val="#ppt_h*0.7"/>
                                          </p:val>
                                        </p:tav>
                                        <p:tav tm="100000">
                                          <p:val>
                                            <p:strVal val="#ppt_h"/>
                                          </p:val>
                                        </p:tav>
                                      </p:tavLst>
                                    </p:anim>
                                    <p:animEffect transition="in" filter="fade">
                                      <p:cBhvr>
                                        <p:cTn id="129" dur="450"/>
                                        <p:tgtEl>
                                          <p:spTgt spid="31"/>
                                        </p:tgtEl>
                                      </p:cBhvr>
                                    </p:animEffect>
                                  </p:childTnLst>
                                </p:cTn>
                              </p:par>
                              <p:par>
                                <p:cTn id="130" presetID="10" presetClass="entr" presetSubtype="0" fill="hold" grpId="0" nodeType="withEffect">
                                  <p:stCondLst>
                                    <p:cond delay="110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350"/>
                                        <p:tgtEl>
                                          <p:spTgt spid="39"/>
                                        </p:tgtEl>
                                      </p:cBhvr>
                                    </p:animEffect>
                                  </p:childTnLst>
                                </p:cTn>
                              </p:par>
                              <p:par>
                                <p:cTn id="133" presetID="10" presetClass="entr" presetSubtype="0" fill="hold" grpId="0" nodeType="withEffect">
                                  <p:stCondLst>
                                    <p:cond delay="110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350"/>
                                        <p:tgtEl>
                                          <p:spTgt spid="40"/>
                                        </p:tgtEl>
                                      </p:cBhvr>
                                    </p:animEffect>
                                  </p:childTnLst>
                                </p:cTn>
                              </p:par>
                              <p:par>
                                <p:cTn id="136" presetID="53" presetClass="entr" presetSubtype="16" fill="hold" grpId="0" nodeType="withEffect">
                                  <p:stCondLst>
                                    <p:cond delay="1150"/>
                                  </p:stCondLst>
                                  <p:childTnLst>
                                    <p:set>
                                      <p:cBhvr>
                                        <p:cTn id="137" dur="1" fill="hold">
                                          <p:stCondLst>
                                            <p:cond delay="0"/>
                                          </p:stCondLst>
                                        </p:cTn>
                                        <p:tgtEl>
                                          <p:spTgt spid="34"/>
                                        </p:tgtEl>
                                        <p:attrNameLst>
                                          <p:attrName>style.visibility</p:attrName>
                                        </p:attrNameLst>
                                      </p:cBhvr>
                                      <p:to>
                                        <p:strVal val="visible"/>
                                      </p:to>
                                    </p:set>
                                    <p:anim calcmode="lin" valueType="num">
                                      <p:cBhvr additive="base">
                                        <p:cTn id="138" dur="450" fill="hold"/>
                                        <p:tgtEl>
                                          <p:spTgt spid="34"/>
                                        </p:tgtEl>
                                        <p:attrNameLst>
                                          <p:attrName>ppt_w</p:attrName>
                                        </p:attrNameLst>
                                      </p:cBhvr>
                                      <p:tavLst>
                                        <p:tav tm="0">
                                          <p:val>
                                            <p:strVal val="#ppt_w*0.7"/>
                                          </p:val>
                                        </p:tav>
                                        <p:tav tm="100000">
                                          <p:val>
                                            <p:strVal val="#ppt_w"/>
                                          </p:val>
                                        </p:tav>
                                      </p:tavLst>
                                    </p:anim>
                                    <p:anim calcmode="lin" valueType="num">
                                      <p:cBhvr additive="base">
                                        <p:cTn id="139" dur="450" fill="hold"/>
                                        <p:tgtEl>
                                          <p:spTgt spid="34"/>
                                        </p:tgtEl>
                                        <p:attrNameLst>
                                          <p:attrName>ppt_h</p:attrName>
                                        </p:attrNameLst>
                                      </p:cBhvr>
                                      <p:tavLst>
                                        <p:tav tm="0">
                                          <p:val>
                                            <p:strVal val="#ppt_h*0.7"/>
                                          </p:val>
                                        </p:tav>
                                        <p:tav tm="100000">
                                          <p:val>
                                            <p:strVal val="#ppt_h"/>
                                          </p:val>
                                        </p:tav>
                                      </p:tavLst>
                                    </p:anim>
                                    <p:animEffect transition="in" filter="fade">
                                      <p:cBhvr>
                                        <p:cTn id="140" dur="450"/>
                                        <p:tgtEl>
                                          <p:spTgt spid="34"/>
                                        </p:tgtEl>
                                      </p:cBhvr>
                                    </p:animEffect>
                                  </p:childTnLst>
                                </p:cTn>
                              </p:par>
                              <p:par>
                                <p:cTn id="141" presetID="53" presetClass="entr" presetSubtype="16" fill="hold" grpId="0" nodeType="withEffect">
                                  <p:stCondLst>
                                    <p:cond delay="1150"/>
                                  </p:stCondLst>
                                  <p:childTnLst>
                                    <p:set>
                                      <p:cBhvr>
                                        <p:cTn id="142" dur="1" fill="hold">
                                          <p:stCondLst>
                                            <p:cond delay="0"/>
                                          </p:stCondLst>
                                        </p:cTn>
                                        <p:tgtEl>
                                          <p:spTgt spid="35"/>
                                        </p:tgtEl>
                                        <p:attrNameLst>
                                          <p:attrName>style.visibility</p:attrName>
                                        </p:attrNameLst>
                                      </p:cBhvr>
                                      <p:to>
                                        <p:strVal val="visible"/>
                                      </p:to>
                                    </p:set>
                                    <p:anim calcmode="lin" valueType="num">
                                      <p:cBhvr additive="base">
                                        <p:cTn id="143" dur="450" fill="hold"/>
                                        <p:tgtEl>
                                          <p:spTgt spid="35"/>
                                        </p:tgtEl>
                                        <p:attrNameLst>
                                          <p:attrName>ppt_w</p:attrName>
                                        </p:attrNameLst>
                                      </p:cBhvr>
                                      <p:tavLst>
                                        <p:tav tm="0">
                                          <p:val>
                                            <p:strVal val="#ppt_w*0.7"/>
                                          </p:val>
                                        </p:tav>
                                        <p:tav tm="100000">
                                          <p:val>
                                            <p:strVal val="#ppt_w"/>
                                          </p:val>
                                        </p:tav>
                                      </p:tavLst>
                                    </p:anim>
                                    <p:anim calcmode="lin" valueType="num">
                                      <p:cBhvr additive="base">
                                        <p:cTn id="144" dur="450" fill="hold"/>
                                        <p:tgtEl>
                                          <p:spTgt spid="35"/>
                                        </p:tgtEl>
                                        <p:attrNameLst>
                                          <p:attrName>ppt_h</p:attrName>
                                        </p:attrNameLst>
                                      </p:cBhvr>
                                      <p:tavLst>
                                        <p:tav tm="0">
                                          <p:val>
                                            <p:strVal val="#ppt_h*0.7"/>
                                          </p:val>
                                        </p:tav>
                                        <p:tav tm="100000">
                                          <p:val>
                                            <p:strVal val="#ppt_h"/>
                                          </p:val>
                                        </p:tav>
                                      </p:tavLst>
                                    </p:anim>
                                    <p:animEffect transition="in" filter="fade">
                                      <p:cBhvr>
                                        <p:cTn id="145" dur="450"/>
                                        <p:tgtEl>
                                          <p:spTgt spid="35"/>
                                        </p:tgtEl>
                                      </p:cBhvr>
                                    </p:animEffect>
                                  </p:childTnLst>
                                </p:cTn>
                              </p:par>
                              <p:par>
                                <p:cTn id="146" presetID="53" presetClass="entr" presetSubtype="16" fill="hold" grpId="0" nodeType="withEffect">
                                  <p:stCondLst>
                                    <p:cond delay="1150"/>
                                  </p:stCondLst>
                                  <p:childTnLst>
                                    <p:set>
                                      <p:cBhvr>
                                        <p:cTn id="147" dur="1" fill="hold">
                                          <p:stCondLst>
                                            <p:cond delay="0"/>
                                          </p:stCondLst>
                                        </p:cTn>
                                        <p:tgtEl>
                                          <p:spTgt spid="36"/>
                                        </p:tgtEl>
                                        <p:attrNameLst>
                                          <p:attrName>style.visibility</p:attrName>
                                        </p:attrNameLst>
                                      </p:cBhvr>
                                      <p:to>
                                        <p:strVal val="visible"/>
                                      </p:to>
                                    </p:set>
                                    <p:anim calcmode="lin" valueType="num">
                                      <p:cBhvr additive="base">
                                        <p:cTn id="148" dur="450" fill="hold"/>
                                        <p:tgtEl>
                                          <p:spTgt spid="36"/>
                                        </p:tgtEl>
                                        <p:attrNameLst>
                                          <p:attrName>ppt_w</p:attrName>
                                        </p:attrNameLst>
                                      </p:cBhvr>
                                      <p:tavLst>
                                        <p:tav tm="0">
                                          <p:val>
                                            <p:strVal val="#ppt_w*0.7"/>
                                          </p:val>
                                        </p:tav>
                                        <p:tav tm="100000">
                                          <p:val>
                                            <p:strVal val="#ppt_w"/>
                                          </p:val>
                                        </p:tav>
                                      </p:tavLst>
                                    </p:anim>
                                    <p:anim calcmode="lin" valueType="num">
                                      <p:cBhvr additive="base">
                                        <p:cTn id="149" dur="450" fill="hold"/>
                                        <p:tgtEl>
                                          <p:spTgt spid="36"/>
                                        </p:tgtEl>
                                        <p:attrNameLst>
                                          <p:attrName>ppt_h</p:attrName>
                                        </p:attrNameLst>
                                      </p:cBhvr>
                                      <p:tavLst>
                                        <p:tav tm="0">
                                          <p:val>
                                            <p:strVal val="#ppt_h*0.7"/>
                                          </p:val>
                                        </p:tav>
                                        <p:tav tm="100000">
                                          <p:val>
                                            <p:strVal val="#ppt_h"/>
                                          </p:val>
                                        </p:tav>
                                      </p:tavLst>
                                    </p:anim>
                                    <p:animEffect transition="in" filter="fade">
                                      <p:cBhvr>
                                        <p:cTn id="150" dur="450"/>
                                        <p:tgtEl>
                                          <p:spTgt spid="36"/>
                                        </p:tgtEl>
                                      </p:cBhvr>
                                    </p:animEffect>
                                  </p:childTnLst>
                                </p:cTn>
                              </p:par>
                              <p:par>
                                <p:cTn id="151" presetID="53" presetClass="entr" presetSubtype="16" fill="hold" grpId="0" nodeType="withEffect">
                                  <p:stCondLst>
                                    <p:cond delay="1150"/>
                                  </p:stCondLst>
                                  <p:childTnLst>
                                    <p:set>
                                      <p:cBhvr>
                                        <p:cTn id="152" dur="1" fill="hold">
                                          <p:stCondLst>
                                            <p:cond delay="0"/>
                                          </p:stCondLst>
                                        </p:cTn>
                                        <p:tgtEl>
                                          <p:spTgt spid="37"/>
                                        </p:tgtEl>
                                        <p:attrNameLst>
                                          <p:attrName>style.visibility</p:attrName>
                                        </p:attrNameLst>
                                      </p:cBhvr>
                                      <p:to>
                                        <p:strVal val="visible"/>
                                      </p:to>
                                    </p:set>
                                    <p:anim calcmode="lin" valueType="num">
                                      <p:cBhvr additive="base">
                                        <p:cTn id="153" dur="450" fill="hold"/>
                                        <p:tgtEl>
                                          <p:spTgt spid="37"/>
                                        </p:tgtEl>
                                        <p:attrNameLst>
                                          <p:attrName>ppt_w</p:attrName>
                                        </p:attrNameLst>
                                      </p:cBhvr>
                                      <p:tavLst>
                                        <p:tav tm="0">
                                          <p:val>
                                            <p:strVal val="#ppt_w*0.7"/>
                                          </p:val>
                                        </p:tav>
                                        <p:tav tm="100000">
                                          <p:val>
                                            <p:strVal val="#ppt_w"/>
                                          </p:val>
                                        </p:tav>
                                      </p:tavLst>
                                    </p:anim>
                                    <p:anim calcmode="lin" valueType="num">
                                      <p:cBhvr additive="base">
                                        <p:cTn id="154" dur="450" fill="hold"/>
                                        <p:tgtEl>
                                          <p:spTgt spid="37"/>
                                        </p:tgtEl>
                                        <p:attrNameLst>
                                          <p:attrName>ppt_h</p:attrName>
                                        </p:attrNameLst>
                                      </p:cBhvr>
                                      <p:tavLst>
                                        <p:tav tm="0">
                                          <p:val>
                                            <p:strVal val="#ppt_h*0.7"/>
                                          </p:val>
                                        </p:tav>
                                        <p:tav tm="100000">
                                          <p:val>
                                            <p:strVal val="#ppt_h"/>
                                          </p:val>
                                        </p:tav>
                                      </p:tavLst>
                                    </p:anim>
                                    <p:animEffect transition="in" filter="fade">
                                      <p:cBhvr>
                                        <p:cTn id="155" dur="450"/>
                                        <p:tgtEl>
                                          <p:spTgt spid="37"/>
                                        </p:tgtEl>
                                      </p:cBhvr>
                                    </p:animEffect>
                                  </p:childTnLst>
                                </p:cTn>
                              </p:par>
                              <p:par>
                                <p:cTn id="156" presetID="53" presetClass="entr" presetSubtype="16" fill="hold" grpId="0" nodeType="withEffect">
                                  <p:stCondLst>
                                    <p:cond delay="1150"/>
                                  </p:stCondLst>
                                  <p:childTnLst>
                                    <p:set>
                                      <p:cBhvr>
                                        <p:cTn id="157" dur="1" fill="hold">
                                          <p:stCondLst>
                                            <p:cond delay="0"/>
                                          </p:stCondLst>
                                        </p:cTn>
                                        <p:tgtEl>
                                          <p:spTgt spid="38"/>
                                        </p:tgtEl>
                                        <p:attrNameLst>
                                          <p:attrName>style.visibility</p:attrName>
                                        </p:attrNameLst>
                                      </p:cBhvr>
                                      <p:to>
                                        <p:strVal val="visible"/>
                                      </p:to>
                                    </p:set>
                                    <p:anim calcmode="lin" valueType="num">
                                      <p:cBhvr additive="base">
                                        <p:cTn id="158" dur="450" fill="hold"/>
                                        <p:tgtEl>
                                          <p:spTgt spid="38"/>
                                        </p:tgtEl>
                                        <p:attrNameLst>
                                          <p:attrName>ppt_w</p:attrName>
                                        </p:attrNameLst>
                                      </p:cBhvr>
                                      <p:tavLst>
                                        <p:tav tm="0">
                                          <p:val>
                                            <p:strVal val="#ppt_w*0.7"/>
                                          </p:val>
                                        </p:tav>
                                        <p:tav tm="100000">
                                          <p:val>
                                            <p:strVal val="#ppt_w"/>
                                          </p:val>
                                        </p:tav>
                                      </p:tavLst>
                                    </p:anim>
                                    <p:anim calcmode="lin" valueType="num">
                                      <p:cBhvr additive="base">
                                        <p:cTn id="159" dur="450" fill="hold"/>
                                        <p:tgtEl>
                                          <p:spTgt spid="38"/>
                                        </p:tgtEl>
                                        <p:attrNameLst>
                                          <p:attrName>ppt_h</p:attrName>
                                        </p:attrNameLst>
                                      </p:cBhvr>
                                      <p:tavLst>
                                        <p:tav tm="0">
                                          <p:val>
                                            <p:strVal val="#ppt_h*0.7"/>
                                          </p:val>
                                        </p:tav>
                                        <p:tav tm="100000">
                                          <p:val>
                                            <p:strVal val="#ppt_h"/>
                                          </p:val>
                                        </p:tav>
                                      </p:tavLst>
                                    </p:anim>
                                    <p:animEffect transition="in" filter="fade">
                                      <p:cBhvr>
                                        <p:cTn id="160"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animBg="1"/>
      <p:bldP spid="14" grpId="0" animBg="1"/>
      <p:bldP spid="16" grpId="0" animBg="1"/>
      <p:bldP spid="17" grpId="0" animBg="1"/>
      <p:bldP spid="19" grpId="0" animBg="1"/>
      <p:bldP spid="20" grpId="0" animBg="1"/>
      <p:bldP spid="21" grpId="0" animBg="1"/>
      <p:bldP spid="23" grpId="0" animBg="1"/>
      <p:bldP spid="24" grpId="0" animBg="1"/>
      <p:bldP spid="26" grpId="0" animBg="1"/>
      <p:bldP spid="33" grpId="0" animBg="1"/>
      <p:bldP spid="27" grpId="0" animBg="1"/>
      <p:bldP spid="28" grpId="0" animBg="1"/>
      <p:bldP spid="30" grpId="0" animBg="1"/>
      <p:bldP spid="31" grpId="0" animBg="1"/>
      <p:bldP spid="40" grpId="0" animBg="1"/>
      <p:bldP spid="34" grpId="0" animBg="1"/>
      <p:bldP spid="35" grpId="0" animBg="1"/>
      <p:bldP spid="37" grpId="0" animBg="1"/>
      <p:bldP spid="38"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465997"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04</a:t>
            </a:r>
          </a:p>
        </p:txBody>
      </p:sp>
      <p:sp>
        <p:nvSpPr>
          <p:cNvPr id="7" name="!!tag_text"/>
          <p:cNvSpPr txBox="1"/>
          <p:nvPr/>
        </p:nvSpPr>
        <p:spPr>
          <a:xfrm>
            <a:off x="896112" y="292608"/>
            <a:ext cx="1100237"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TRUY XUẤT</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LĨNH VỰC ÁP DỤNG</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Đồng hành cùng địa phương, doanh nghiệp và hợp tác xã trong nhiều ngành hàng</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17</a:t>
            </a:r>
          </a:p>
        </p:txBody>
      </p:sp>
      <p:pic>
        <p:nvPicPr>
          <p:cNvPr id="11" name="Picture 10" descr="6bff01cbd438a9e7.jpg"/>
          <p:cNvPicPr>
            <a:picLocks noChangeAspect="1"/>
          </p:cNvPicPr>
          <p:nvPr/>
        </p:nvPicPr>
        <p:blipFill>
          <a:blip r:embed="rId4"/>
          <a:srcRect t="2210" b="2210"/>
          <a:stretch>
            <a:fillRect/>
          </a:stretch>
        </p:blipFill>
        <p:spPr>
          <a:xfrm>
            <a:off x="548640" y="1783080"/>
            <a:ext cx="3545738" cy="2217420"/>
          </a:xfrm>
          <a:prstGeom prst="roundRect">
            <a:avLst>
              <a:gd name="adj" fmla="val 5773"/>
            </a:avLst>
          </a:prstGeom>
          <a:effectLst>
            <a:outerShdw blurRad="274320" dist="73152" dir="5400000" algn="ctr" rotWithShape="0">
              <a:srgbClr val="0B1F2A">
                <a:alpha val="22000"/>
              </a:srgbClr>
            </a:outerShdw>
          </a:effectLst>
        </p:spPr>
      </p:pic>
      <p:sp>
        <p:nvSpPr>
          <p:cNvPr id="12" name="Round Same Side Corner Rectangle 11"/>
          <p:cNvSpPr/>
          <p:nvPr/>
        </p:nvSpPr>
        <p:spPr>
          <a:xfrm rot="10800000">
            <a:off x="548640" y="2903220"/>
            <a:ext cx="3545738"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TextBox 12"/>
          <p:cNvSpPr txBox="1"/>
          <p:nvPr/>
        </p:nvSpPr>
        <p:spPr>
          <a:xfrm>
            <a:off x="731520" y="3433572"/>
            <a:ext cx="3179978" cy="457200"/>
          </a:xfrm>
          <a:prstGeom prst="rect">
            <a:avLst/>
          </a:prstGeom>
          <a:noFill/>
        </p:spPr>
        <p:txBody>
          <a:bodyPr wrap="square" lIns="0" rIns="0" tIns="0" bIns="0" anchor="ctr">
            <a:noAutofit/>
          </a:bodyPr>
          <a:lstStyle/>
          <a:p>
            <a:pPr algn="l">
              <a:lnSpc>
                <a:spcPct val="100000"/>
              </a:lnSpc>
            </a:pPr>
            <a:r>
              <a:rPr sz="1300" b="1" i="0">
                <a:solidFill>
                  <a:srgbClr val="FFFFFF"/>
                </a:solidFill>
                <a:latin typeface="Be Vietnam Pro"/>
                <a:ea typeface="Be Vietnam Pro"/>
                <a:cs typeface="Be Vietnam Pro"/>
              </a:rPr>
              <a:t>Thủy sản</a:t>
            </a:r>
          </a:p>
        </p:txBody>
      </p:sp>
      <p:pic>
        <p:nvPicPr>
          <p:cNvPr id="14" name="Picture 13" descr="coffee_harvest.jpg"/>
          <p:cNvPicPr>
            <a:picLocks noChangeAspect="1"/>
          </p:cNvPicPr>
          <p:nvPr/>
        </p:nvPicPr>
        <p:blipFill>
          <a:blip r:embed="rId5"/>
          <a:srcRect t="8164" b="8164"/>
          <a:stretch>
            <a:fillRect/>
          </a:stretch>
        </p:blipFill>
        <p:spPr>
          <a:xfrm>
            <a:off x="4322978" y="1783080"/>
            <a:ext cx="3545738" cy="2217420"/>
          </a:xfrm>
          <a:prstGeom prst="roundRect">
            <a:avLst>
              <a:gd name="adj" fmla="val 5773"/>
            </a:avLst>
          </a:prstGeom>
          <a:effectLst>
            <a:outerShdw blurRad="274320" dist="73152" dir="5400000" algn="ctr" rotWithShape="0">
              <a:srgbClr val="0B1F2A">
                <a:alpha val="22000"/>
              </a:srgbClr>
            </a:outerShdw>
          </a:effectLst>
        </p:spPr>
      </p:pic>
      <p:sp>
        <p:nvSpPr>
          <p:cNvPr id="15" name="Round Same Side Corner Rectangle 14"/>
          <p:cNvSpPr/>
          <p:nvPr/>
        </p:nvSpPr>
        <p:spPr>
          <a:xfrm rot="10800000">
            <a:off x="4322978" y="2903220"/>
            <a:ext cx="3545738"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TextBox 15"/>
          <p:cNvSpPr txBox="1"/>
          <p:nvPr/>
        </p:nvSpPr>
        <p:spPr>
          <a:xfrm>
            <a:off x="4505858" y="3433572"/>
            <a:ext cx="3179978" cy="457200"/>
          </a:xfrm>
          <a:prstGeom prst="rect">
            <a:avLst/>
          </a:prstGeom>
          <a:noFill/>
        </p:spPr>
        <p:txBody>
          <a:bodyPr wrap="square" lIns="0" rIns="0" tIns="0" bIns="0" anchor="ctr">
            <a:noAutofit/>
          </a:bodyPr>
          <a:lstStyle/>
          <a:p>
            <a:pPr algn="l">
              <a:lnSpc>
                <a:spcPct val="100000"/>
              </a:lnSpc>
            </a:pPr>
            <a:r>
              <a:rPr sz="1300" b="1" i="0">
                <a:solidFill>
                  <a:srgbClr val="FFFFFF"/>
                </a:solidFill>
                <a:latin typeface="Be Vietnam Pro"/>
                <a:ea typeface="Be Vietnam Pro"/>
                <a:cs typeface="Be Vietnam Pro"/>
              </a:rPr>
              <a:t>Nông sản</a:t>
            </a:r>
          </a:p>
        </p:txBody>
      </p:sp>
      <p:pic>
        <p:nvPicPr>
          <p:cNvPr id="17" name="Picture 16" descr="9dccf45b7dbfe493.jpg"/>
          <p:cNvPicPr>
            <a:picLocks noChangeAspect="1"/>
          </p:cNvPicPr>
          <p:nvPr/>
        </p:nvPicPr>
        <p:blipFill>
          <a:blip r:embed="rId6"/>
          <a:srcRect t="5529" b="5529"/>
          <a:stretch>
            <a:fillRect/>
          </a:stretch>
        </p:blipFill>
        <p:spPr>
          <a:xfrm>
            <a:off x="8097317" y="1783080"/>
            <a:ext cx="3545738" cy="2217420"/>
          </a:xfrm>
          <a:prstGeom prst="roundRect">
            <a:avLst>
              <a:gd name="adj" fmla="val 5773"/>
            </a:avLst>
          </a:prstGeom>
          <a:effectLst>
            <a:outerShdw blurRad="274320" dist="73152" dir="5400000" algn="ctr" rotWithShape="0">
              <a:srgbClr val="0B1F2A">
                <a:alpha val="22000"/>
              </a:srgbClr>
            </a:outerShdw>
          </a:effectLst>
        </p:spPr>
      </p:pic>
      <p:sp>
        <p:nvSpPr>
          <p:cNvPr id="18" name="Round Same Side Corner Rectangle 17"/>
          <p:cNvSpPr/>
          <p:nvPr/>
        </p:nvSpPr>
        <p:spPr>
          <a:xfrm rot="10800000">
            <a:off x="8097317" y="2903220"/>
            <a:ext cx="3545738"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8280197" y="3433572"/>
            <a:ext cx="3179978" cy="457200"/>
          </a:xfrm>
          <a:prstGeom prst="rect">
            <a:avLst/>
          </a:prstGeom>
          <a:noFill/>
        </p:spPr>
        <p:txBody>
          <a:bodyPr wrap="square" lIns="0" rIns="0" tIns="0" bIns="0" anchor="ctr">
            <a:noAutofit/>
          </a:bodyPr>
          <a:lstStyle/>
          <a:p>
            <a:pPr algn="l">
              <a:lnSpc>
                <a:spcPct val="100000"/>
              </a:lnSpc>
            </a:pPr>
            <a:r>
              <a:rPr sz="1300" b="1" i="0">
                <a:solidFill>
                  <a:srgbClr val="FFFFFF"/>
                </a:solidFill>
                <a:latin typeface="Be Vietnam Pro"/>
                <a:ea typeface="Be Vietnam Pro"/>
                <a:cs typeface="Be Vietnam Pro"/>
              </a:rPr>
              <a:t>Thực phẩm</a:t>
            </a:r>
          </a:p>
        </p:txBody>
      </p:sp>
      <p:pic>
        <p:nvPicPr>
          <p:cNvPr id="20" name="Picture 19" descr="4bd3837a5811c377.jpg"/>
          <p:cNvPicPr>
            <a:picLocks noChangeAspect="1"/>
          </p:cNvPicPr>
          <p:nvPr/>
        </p:nvPicPr>
        <p:blipFill>
          <a:blip r:embed="rId7"/>
          <a:srcRect l="5496" r="5496"/>
          <a:stretch>
            <a:fillRect/>
          </a:stretch>
        </p:blipFill>
        <p:spPr>
          <a:xfrm>
            <a:off x="548640" y="4229100"/>
            <a:ext cx="3545738" cy="2217420"/>
          </a:xfrm>
          <a:prstGeom prst="roundRect">
            <a:avLst>
              <a:gd name="adj" fmla="val 5773"/>
            </a:avLst>
          </a:prstGeom>
          <a:effectLst>
            <a:outerShdw blurRad="274320" dist="73152" dir="5400000" algn="ctr" rotWithShape="0">
              <a:srgbClr val="0B1F2A">
                <a:alpha val="22000"/>
              </a:srgbClr>
            </a:outerShdw>
          </a:effectLst>
        </p:spPr>
      </p:pic>
      <p:sp>
        <p:nvSpPr>
          <p:cNvPr id="21" name="Round Same Side Corner Rectangle 20"/>
          <p:cNvSpPr/>
          <p:nvPr/>
        </p:nvSpPr>
        <p:spPr>
          <a:xfrm rot="10800000">
            <a:off x="548640" y="5349240"/>
            <a:ext cx="3545738"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2" name="TextBox 21"/>
          <p:cNvSpPr txBox="1"/>
          <p:nvPr/>
        </p:nvSpPr>
        <p:spPr>
          <a:xfrm>
            <a:off x="731520" y="5879592"/>
            <a:ext cx="3179978" cy="457200"/>
          </a:xfrm>
          <a:prstGeom prst="rect">
            <a:avLst/>
          </a:prstGeom>
          <a:noFill/>
        </p:spPr>
        <p:txBody>
          <a:bodyPr wrap="square" lIns="0" rIns="0" tIns="0" bIns="0" anchor="ctr">
            <a:noAutofit/>
          </a:bodyPr>
          <a:lstStyle/>
          <a:p>
            <a:pPr algn="l">
              <a:lnSpc>
                <a:spcPct val="100000"/>
              </a:lnSpc>
            </a:pPr>
            <a:r>
              <a:rPr sz="1300" b="1" i="0">
                <a:solidFill>
                  <a:srgbClr val="FFFFFF"/>
                </a:solidFill>
                <a:latin typeface="Be Vietnam Pro"/>
                <a:ea typeface="Be Vietnam Pro"/>
                <a:cs typeface="Be Vietnam Pro"/>
              </a:rPr>
              <a:t>Dược phẩm</a:t>
            </a:r>
          </a:p>
        </p:txBody>
      </p:sp>
      <p:pic>
        <p:nvPicPr>
          <p:cNvPr id="23" name="Picture 22" descr="2fb758af358ea115.jpg"/>
          <p:cNvPicPr>
            <a:picLocks noChangeAspect="1"/>
          </p:cNvPicPr>
          <p:nvPr/>
        </p:nvPicPr>
        <p:blipFill>
          <a:blip r:embed="rId8"/>
          <a:srcRect t="3120" b="3120"/>
          <a:stretch>
            <a:fillRect/>
          </a:stretch>
        </p:blipFill>
        <p:spPr>
          <a:xfrm>
            <a:off x="4322978" y="4229100"/>
            <a:ext cx="3545738" cy="2217420"/>
          </a:xfrm>
          <a:prstGeom prst="roundRect">
            <a:avLst>
              <a:gd name="adj" fmla="val 5773"/>
            </a:avLst>
          </a:prstGeom>
          <a:effectLst>
            <a:outerShdw blurRad="274320" dist="73152" dir="5400000" algn="ctr" rotWithShape="0">
              <a:srgbClr val="0B1F2A">
                <a:alpha val="22000"/>
              </a:srgbClr>
            </a:outerShdw>
          </a:effectLst>
        </p:spPr>
      </p:pic>
      <p:sp>
        <p:nvSpPr>
          <p:cNvPr id="24" name="Round Same Side Corner Rectangle 23"/>
          <p:cNvSpPr/>
          <p:nvPr/>
        </p:nvSpPr>
        <p:spPr>
          <a:xfrm rot="10800000">
            <a:off x="4322978" y="5349240"/>
            <a:ext cx="3545738"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TextBox 24"/>
          <p:cNvSpPr txBox="1"/>
          <p:nvPr/>
        </p:nvSpPr>
        <p:spPr>
          <a:xfrm>
            <a:off x="4505858" y="5879592"/>
            <a:ext cx="3179978" cy="457200"/>
          </a:xfrm>
          <a:prstGeom prst="rect">
            <a:avLst/>
          </a:prstGeom>
          <a:noFill/>
        </p:spPr>
        <p:txBody>
          <a:bodyPr wrap="square" lIns="0" rIns="0" tIns="0" bIns="0" anchor="ctr">
            <a:noAutofit/>
          </a:bodyPr>
          <a:lstStyle/>
          <a:p>
            <a:pPr algn="l">
              <a:lnSpc>
                <a:spcPct val="100000"/>
              </a:lnSpc>
            </a:pPr>
            <a:r>
              <a:rPr sz="1300" b="1" i="0">
                <a:solidFill>
                  <a:srgbClr val="FFFFFF"/>
                </a:solidFill>
                <a:latin typeface="Be Vietnam Pro"/>
                <a:ea typeface="Be Vietnam Pro"/>
                <a:cs typeface="Be Vietnam Pro"/>
              </a:rPr>
              <a:t>Hàng tiêu dùng</a:t>
            </a:r>
          </a:p>
        </p:txBody>
      </p:sp>
      <p:pic>
        <p:nvPicPr>
          <p:cNvPr id="26" name="Picture 25" descr="2067dfd164cd8e64.jpg"/>
          <p:cNvPicPr>
            <a:picLocks noChangeAspect="1"/>
          </p:cNvPicPr>
          <p:nvPr/>
        </p:nvPicPr>
        <p:blipFill>
          <a:blip r:embed="rId9"/>
          <a:srcRect t="16548" b="36548"/>
          <a:stretch>
            <a:fillRect/>
          </a:stretch>
        </p:blipFill>
        <p:spPr>
          <a:xfrm>
            <a:off x="8097317" y="4229100"/>
            <a:ext cx="3545738" cy="2217420"/>
          </a:xfrm>
          <a:prstGeom prst="roundRect">
            <a:avLst>
              <a:gd name="adj" fmla="val 5773"/>
            </a:avLst>
          </a:prstGeom>
          <a:effectLst>
            <a:outerShdw blurRad="274320" dist="73152" dir="5400000" algn="ctr" rotWithShape="0">
              <a:srgbClr val="0B1F2A">
                <a:alpha val="22000"/>
              </a:srgbClr>
            </a:outerShdw>
          </a:effectLst>
        </p:spPr>
      </p:pic>
      <p:sp>
        <p:nvSpPr>
          <p:cNvPr id="27" name="Round Same Side Corner Rectangle 26"/>
          <p:cNvSpPr/>
          <p:nvPr/>
        </p:nvSpPr>
        <p:spPr>
          <a:xfrm rot="10800000">
            <a:off x="8097317" y="5349240"/>
            <a:ext cx="3545738"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8" name="TextBox 27"/>
          <p:cNvSpPr txBox="1"/>
          <p:nvPr/>
        </p:nvSpPr>
        <p:spPr>
          <a:xfrm>
            <a:off x="8280197" y="5879592"/>
            <a:ext cx="3179978" cy="457200"/>
          </a:xfrm>
          <a:prstGeom prst="rect">
            <a:avLst/>
          </a:prstGeom>
          <a:noFill/>
        </p:spPr>
        <p:txBody>
          <a:bodyPr wrap="square" lIns="0" rIns="0" tIns="0" bIns="0" anchor="ctr">
            <a:noAutofit/>
          </a:bodyPr>
          <a:lstStyle/>
          <a:p>
            <a:pPr algn="l">
              <a:lnSpc>
                <a:spcPct val="100000"/>
              </a:lnSpc>
            </a:pPr>
            <a:r>
              <a:rPr sz="1300" b="1" i="0">
                <a:solidFill>
                  <a:srgbClr val="FFFFFF"/>
                </a:solidFill>
                <a:latin typeface="Be Vietnam Pro"/>
                <a:ea typeface="Be Vietnam Pro"/>
                <a:cs typeface="Be Vietnam Pro"/>
              </a:rPr>
              <a:t>Công nghiệp chế biến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42"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ppt_y+.06"/>
                                          </p:val>
                                        </p:tav>
                                        <p:tav tm="100000">
                                          <p:val>
                                            <p:strVal val="#ppt_y"/>
                                          </p:val>
                                        </p:tav>
                                      </p:tavLst>
                                    </p:anim>
                                  </p:childTnLst>
                                </p:cTn>
                              </p:par>
                              <p:par>
                                <p:cTn id="41" presetID="10" presetClass="entr" presetSubtype="0" fill="hold" grpId="0" nodeType="withEffect">
                                  <p:stCondLst>
                                    <p:cond delay="3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400"/>
                                        <p:tgtEl>
                                          <p:spTgt spid="10"/>
                                        </p:tgtEl>
                                      </p:cBhvr>
                                    </p:animEffect>
                                  </p:childTnLst>
                                </p:cTn>
                              </p:par>
                              <p:par>
                                <p:cTn id="44" presetID="42" presetClass="entr" presetSubtype="0" fill="hold" grpId="0" nodeType="withEffect">
                                  <p:stCondLst>
                                    <p:cond delay="42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42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anim calcmode="lin" valueType="num">
                                      <p:cBhvr additive="base">
                                        <p:cTn id="52" dur="500" fill="hold"/>
                                        <p:tgtEl>
                                          <p:spTgt spid="15"/>
                                        </p:tgtEl>
                                        <p:attrNameLst>
                                          <p:attrName>ppt_x</p:attrName>
                                        </p:attrNameLst>
                                      </p:cBhvr>
                                      <p:tavLst>
                                        <p:tav tm="0">
                                          <p:val>
                                            <p:strVal val="#ppt_x"/>
                                          </p:val>
                                        </p:tav>
                                        <p:tav tm="100000">
                                          <p:val>
                                            <p:strVal val="#ppt_x"/>
                                          </p:val>
                                        </p:tav>
                                      </p:tavLst>
                                    </p:anim>
                                    <p:anim calcmode="lin" valueType="num">
                                      <p:cBhvr additive="base">
                                        <p:cTn id="53" dur="50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2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54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anim calcmode="lin" valueType="num">
                                      <p:cBhvr additive="base">
                                        <p:cTn id="62" dur="500" fill="hold"/>
                                        <p:tgtEl>
                                          <p:spTgt spid="17"/>
                                        </p:tgtEl>
                                        <p:attrNameLst>
                                          <p:attrName>ppt_x</p:attrName>
                                        </p:attrNameLst>
                                      </p:cBhvr>
                                      <p:tavLst>
                                        <p:tav tm="0">
                                          <p:val>
                                            <p:strVal val="#ppt_x"/>
                                          </p:val>
                                        </p:tav>
                                        <p:tav tm="100000">
                                          <p:val>
                                            <p:strVal val="#ppt_x"/>
                                          </p:val>
                                        </p:tav>
                                      </p:tavLst>
                                    </p:anim>
                                    <p:anim calcmode="lin" valueType="num">
                                      <p:cBhvr additive="base">
                                        <p:cTn id="63" dur="50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54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54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anim calcmode="lin" valueType="num">
                                      <p:cBhvr additive="base">
                                        <p:cTn id="72" dur="500" fill="hold"/>
                                        <p:tgtEl>
                                          <p:spTgt spid="19"/>
                                        </p:tgtEl>
                                        <p:attrNameLst>
                                          <p:attrName>ppt_x</p:attrName>
                                        </p:attrNameLst>
                                      </p:cBhvr>
                                      <p:tavLst>
                                        <p:tav tm="0">
                                          <p:val>
                                            <p:strVal val="#ppt_x"/>
                                          </p:val>
                                        </p:tav>
                                        <p:tav tm="100000">
                                          <p:val>
                                            <p:strVal val="#ppt_x"/>
                                          </p:val>
                                        </p:tav>
                                      </p:tavLst>
                                    </p:anim>
                                    <p:anim calcmode="lin" valueType="num">
                                      <p:cBhvr additive="base">
                                        <p:cTn id="73" dur="50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66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6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anim calcmode="lin" valueType="num">
                                      <p:cBhvr additive="base">
                                        <p:cTn id="82" dur="500" fill="hold"/>
                                        <p:tgtEl>
                                          <p:spTgt spid="21"/>
                                        </p:tgtEl>
                                        <p:attrNameLst>
                                          <p:attrName>ppt_x</p:attrName>
                                        </p:attrNameLst>
                                      </p:cBhvr>
                                      <p:tavLst>
                                        <p:tav tm="0">
                                          <p:val>
                                            <p:strVal val="#ppt_x"/>
                                          </p:val>
                                        </p:tav>
                                        <p:tav tm="100000">
                                          <p:val>
                                            <p:strVal val="#ppt_x"/>
                                          </p:val>
                                        </p:tav>
                                      </p:tavLst>
                                    </p:anim>
                                    <p:anim calcmode="lin" valueType="num">
                                      <p:cBhvr additive="base">
                                        <p:cTn id="83" dur="50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66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additive="base">
                                        <p:cTn id="87" dur="500" fill="hold"/>
                                        <p:tgtEl>
                                          <p:spTgt spid="22"/>
                                        </p:tgtEl>
                                        <p:attrNameLst>
                                          <p:attrName>ppt_x</p:attrName>
                                        </p:attrNameLst>
                                      </p:cBhvr>
                                      <p:tavLst>
                                        <p:tav tm="0">
                                          <p:val>
                                            <p:strVal val="#ppt_x"/>
                                          </p:val>
                                        </p:tav>
                                        <p:tav tm="100000">
                                          <p:val>
                                            <p:strVal val="#ppt_x"/>
                                          </p:val>
                                        </p:tav>
                                      </p:tavLst>
                                    </p:anim>
                                    <p:anim calcmode="lin" valueType="num">
                                      <p:cBhvr additive="base">
                                        <p:cTn id="88" dur="50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7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ppt_x</p:attrName>
                                        </p:attrNameLst>
                                      </p:cBhvr>
                                      <p:tavLst>
                                        <p:tav tm="0">
                                          <p:val>
                                            <p:strVal val="#ppt_x"/>
                                          </p:val>
                                        </p:tav>
                                        <p:tav tm="100000">
                                          <p:val>
                                            <p:strVal val="#ppt_x"/>
                                          </p:val>
                                        </p:tav>
                                      </p:tavLst>
                                    </p:anim>
                                    <p:anim calcmode="lin" valueType="num">
                                      <p:cBhvr additive="base">
                                        <p:cTn id="93" dur="50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78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anim calcmode="lin" valueType="num">
                                      <p:cBhvr additive="base">
                                        <p:cTn id="97" dur="500" fill="hold"/>
                                        <p:tgtEl>
                                          <p:spTgt spid="24"/>
                                        </p:tgtEl>
                                        <p:attrNameLst>
                                          <p:attrName>ppt_x</p:attrName>
                                        </p:attrNameLst>
                                      </p:cBhvr>
                                      <p:tavLst>
                                        <p:tav tm="0">
                                          <p:val>
                                            <p:strVal val="#ppt_x"/>
                                          </p:val>
                                        </p:tav>
                                        <p:tav tm="100000">
                                          <p:val>
                                            <p:strVal val="#ppt_x"/>
                                          </p:val>
                                        </p:tav>
                                      </p:tavLst>
                                    </p:anim>
                                    <p:anim calcmode="lin" valueType="num">
                                      <p:cBhvr additive="base">
                                        <p:cTn id="98" dur="50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78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anim calcmode="lin" valueType="num">
                                      <p:cBhvr additive="base">
                                        <p:cTn id="102" dur="500" fill="hold"/>
                                        <p:tgtEl>
                                          <p:spTgt spid="25"/>
                                        </p:tgtEl>
                                        <p:attrNameLst>
                                          <p:attrName>ppt_x</p:attrName>
                                        </p:attrNameLst>
                                      </p:cBhvr>
                                      <p:tavLst>
                                        <p:tav tm="0">
                                          <p:val>
                                            <p:strVal val="#ppt_x"/>
                                          </p:val>
                                        </p:tav>
                                        <p:tav tm="100000">
                                          <p:val>
                                            <p:strVal val="#ppt_x"/>
                                          </p:val>
                                        </p:tav>
                                      </p:tavLst>
                                    </p:anim>
                                    <p:anim calcmode="lin" valueType="num">
                                      <p:cBhvr additive="base">
                                        <p:cTn id="103" dur="50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90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anim calcmode="lin" valueType="num">
                                      <p:cBhvr additive="base">
                                        <p:cTn id="107" dur="500" fill="hold"/>
                                        <p:tgtEl>
                                          <p:spTgt spid="26"/>
                                        </p:tgtEl>
                                        <p:attrNameLst>
                                          <p:attrName>ppt_x</p:attrName>
                                        </p:attrNameLst>
                                      </p:cBhvr>
                                      <p:tavLst>
                                        <p:tav tm="0">
                                          <p:val>
                                            <p:strVal val="#ppt_x"/>
                                          </p:val>
                                        </p:tav>
                                        <p:tav tm="100000">
                                          <p:val>
                                            <p:strVal val="#ppt_x"/>
                                          </p:val>
                                        </p:tav>
                                      </p:tavLst>
                                    </p:anim>
                                    <p:anim calcmode="lin" valueType="num">
                                      <p:cBhvr additive="base">
                                        <p:cTn id="108" dur="50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90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00"/>
                                        <p:tgtEl>
                                          <p:spTgt spid="27"/>
                                        </p:tgtEl>
                                      </p:cBhvr>
                                    </p:animEffect>
                                    <p:anim calcmode="lin" valueType="num">
                                      <p:cBhvr additive="base">
                                        <p:cTn id="112" dur="500" fill="hold"/>
                                        <p:tgtEl>
                                          <p:spTgt spid="27"/>
                                        </p:tgtEl>
                                        <p:attrNameLst>
                                          <p:attrName>ppt_x</p:attrName>
                                        </p:attrNameLst>
                                      </p:cBhvr>
                                      <p:tavLst>
                                        <p:tav tm="0">
                                          <p:val>
                                            <p:strVal val="#ppt_x"/>
                                          </p:val>
                                        </p:tav>
                                        <p:tav tm="100000">
                                          <p:val>
                                            <p:strVal val="#ppt_x"/>
                                          </p:val>
                                        </p:tav>
                                      </p:tavLst>
                                    </p:anim>
                                    <p:anim calcmode="lin" valueType="num">
                                      <p:cBhvr additive="base">
                                        <p:cTn id="113" dur="500" fill="hold"/>
                                        <p:tgtEl>
                                          <p:spTgt spid="27"/>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90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500"/>
                                        <p:tgtEl>
                                          <p:spTgt spid="28"/>
                                        </p:tgtEl>
                                      </p:cBhvr>
                                    </p:animEffect>
                                    <p:anim calcmode="lin" valueType="num">
                                      <p:cBhvr additive="base">
                                        <p:cTn id="117" dur="500" fill="hold"/>
                                        <p:tgtEl>
                                          <p:spTgt spid="28"/>
                                        </p:tgtEl>
                                        <p:attrNameLst>
                                          <p:attrName>ppt_x</p:attrName>
                                        </p:attrNameLst>
                                      </p:cBhvr>
                                      <p:tavLst>
                                        <p:tav tm="0">
                                          <p:val>
                                            <p:strVal val="#ppt_x"/>
                                          </p:val>
                                        </p:tav>
                                        <p:tav tm="100000">
                                          <p:val>
                                            <p:strVal val="#ppt_x"/>
                                          </p:val>
                                        </p:tav>
                                      </p:tavLst>
                                    </p:anim>
                                    <p:anim calcmode="lin" valueType="num">
                                      <p:cBhvr additive="base">
                                        <p:cTn id="118" dur="500" fill="hold"/>
                                        <p:tgtEl>
                                          <p:spTgt spid="2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2" grpId="0" animBg="1"/>
      <p:bldP spid="13" grpId="0" animBg="1"/>
      <p:bldP spid="10"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465997"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04</a:t>
            </a:r>
          </a:p>
        </p:txBody>
      </p:sp>
      <p:sp>
        <p:nvSpPr>
          <p:cNvPr id="7" name="!!tag_text"/>
          <p:cNvSpPr txBox="1"/>
          <p:nvPr/>
        </p:nvSpPr>
        <p:spPr>
          <a:xfrm>
            <a:off x="896112" y="292608"/>
            <a:ext cx="1100237"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TRUY XUẤT</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MINH BẠCH TRONG TẦM TAY</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Người tiêu dùng chỉ cần quét mã – doanh nghiệp quản trị toàn chuỗi</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18</a:t>
            </a:r>
          </a:p>
        </p:txBody>
      </p:sp>
      <p:pic>
        <p:nvPicPr>
          <p:cNvPr id="11" name="Picture 10" descr="glow_7FC211_38_1.7.png"/>
          <p:cNvPicPr>
            <a:picLocks noChangeAspect="1"/>
          </p:cNvPicPr>
          <p:nvPr/>
        </p:nvPicPr>
        <p:blipFill>
          <a:blip r:embed="rId4"/>
          <a:stretch>
            <a:fillRect/>
          </a:stretch>
        </p:blipFill>
        <p:spPr>
          <a:xfrm>
            <a:off x="6234379" y="1083564"/>
            <a:ext cx="6062472" cy="6062472"/>
          </a:xfrm>
          <a:prstGeom prst="rect">
            <a:avLst/>
          </a:prstGeom>
        </p:spPr>
      </p:pic>
      <p:pic>
        <p:nvPicPr>
          <p:cNvPr id="12" name="!!hero" descr="stp_phone.png"/>
          <p:cNvPicPr>
            <a:picLocks noChangeAspect="1"/>
          </p:cNvPicPr>
          <p:nvPr/>
        </p:nvPicPr>
        <p:blipFill>
          <a:blip r:embed="rId5"/>
          <a:srcRect/>
          <a:stretch>
            <a:fillRect/>
          </a:stretch>
        </p:blipFill>
        <p:spPr>
          <a:xfrm>
            <a:off x="7913893" y="1783080"/>
            <a:ext cx="2703443" cy="4663440"/>
          </a:xfrm>
          <a:prstGeom prst="rect">
            <a:avLst/>
          </a:prstGeom>
        </p:spPr>
      </p:pic>
      <p:sp>
        <p:nvSpPr>
          <p:cNvPr id="13" name="Rounded Rectangle 12"/>
          <p:cNvSpPr/>
          <p:nvPr/>
        </p:nvSpPr>
        <p:spPr>
          <a:xfrm>
            <a:off x="548640" y="1783080"/>
            <a:ext cx="59280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40664" y="2042541"/>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scan-line_FFFFFF.png"/>
          <p:cNvPicPr>
            <a:picLocks noChangeAspect="1"/>
          </p:cNvPicPr>
          <p:nvPr/>
        </p:nvPicPr>
        <p:blipFill>
          <a:blip r:embed="rId6"/>
          <a:stretch>
            <a:fillRect/>
          </a:stretch>
        </p:blipFill>
        <p:spPr>
          <a:xfrm>
            <a:off x="867948" y="2169825"/>
            <a:ext cx="275783" cy="275783"/>
          </a:xfrm>
          <a:prstGeom prst="rect">
            <a:avLst/>
          </a:prstGeom>
        </p:spPr>
      </p:pic>
      <p:sp>
        <p:nvSpPr>
          <p:cNvPr id="16" name="TextBox 15"/>
          <p:cNvSpPr txBox="1"/>
          <p:nvPr/>
        </p:nvSpPr>
        <p:spPr>
          <a:xfrm>
            <a:off x="1417320" y="1874520"/>
            <a:ext cx="49222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Quét camera thường</a:t>
            </a:r>
          </a:p>
        </p:txBody>
      </p:sp>
      <p:sp>
        <p:nvSpPr>
          <p:cNvPr id="17" name="TextBox 16"/>
          <p:cNvSpPr txBox="1"/>
          <p:nvPr/>
        </p:nvSpPr>
        <p:spPr>
          <a:xfrm>
            <a:off x="1417320" y="2240280"/>
            <a:ext cx="49222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Không cần tải ứng dụng, xem ngay hành trình sản phẩm.</a:t>
            </a:r>
          </a:p>
        </p:txBody>
      </p:sp>
      <p:sp>
        <p:nvSpPr>
          <p:cNvPr id="18" name="Rounded Rectangle 17"/>
          <p:cNvSpPr/>
          <p:nvPr/>
        </p:nvSpPr>
        <p:spPr>
          <a:xfrm>
            <a:off x="548640" y="2987802"/>
            <a:ext cx="59280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Oval 18"/>
          <p:cNvSpPr/>
          <p:nvPr/>
        </p:nvSpPr>
        <p:spPr>
          <a:xfrm>
            <a:off x="740664" y="3247263"/>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0" name="Picture 19" descr="badge-check_FFFFFF.png"/>
          <p:cNvPicPr>
            <a:picLocks noChangeAspect="1"/>
          </p:cNvPicPr>
          <p:nvPr/>
        </p:nvPicPr>
        <p:blipFill>
          <a:blip r:embed="rId7"/>
          <a:stretch>
            <a:fillRect/>
          </a:stretch>
        </p:blipFill>
        <p:spPr>
          <a:xfrm>
            <a:off x="867948" y="3374547"/>
            <a:ext cx="275783" cy="275783"/>
          </a:xfrm>
          <a:prstGeom prst="rect">
            <a:avLst/>
          </a:prstGeom>
        </p:spPr>
      </p:pic>
      <p:sp>
        <p:nvSpPr>
          <p:cNvPr id="21" name="TextBox 20"/>
          <p:cNvSpPr txBox="1"/>
          <p:nvPr/>
        </p:nvSpPr>
        <p:spPr>
          <a:xfrm>
            <a:off x="1417320" y="3079242"/>
            <a:ext cx="49222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Dấu tích “Đã xác thực”</a:t>
            </a:r>
          </a:p>
        </p:txBody>
      </p:sp>
      <p:sp>
        <p:nvSpPr>
          <p:cNvPr id="22" name="TextBox 21"/>
          <p:cNvSpPr txBox="1"/>
          <p:nvPr/>
        </p:nvSpPr>
        <p:spPr>
          <a:xfrm>
            <a:off x="1417320" y="3445002"/>
            <a:ext cx="49222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Thông tin doanh nghiệp, sản phẩm được xác thực, hiển thị trực quan.</a:t>
            </a:r>
          </a:p>
        </p:txBody>
      </p:sp>
      <p:sp>
        <p:nvSpPr>
          <p:cNvPr id="23" name="Rounded Rectangle 22"/>
          <p:cNvSpPr/>
          <p:nvPr/>
        </p:nvSpPr>
        <p:spPr>
          <a:xfrm>
            <a:off x="548640" y="4192524"/>
            <a:ext cx="59280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4" name="Oval 23"/>
          <p:cNvSpPr/>
          <p:nvPr/>
        </p:nvSpPr>
        <p:spPr>
          <a:xfrm>
            <a:off x="740664" y="4451985"/>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5" name="Picture 24" descr="map_FFFFFF.png"/>
          <p:cNvPicPr>
            <a:picLocks noChangeAspect="1"/>
          </p:cNvPicPr>
          <p:nvPr/>
        </p:nvPicPr>
        <p:blipFill>
          <a:blip r:embed="rId8"/>
          <a:stretch>
            <a:fillRect/>
          </a:stretch>
        </p:blipFill>
        <p:spPr>
          <a:xfrm>
            <a:off x="867948" y="4579269"/>
            <a:ext cx="275783" cy="275783"/>
          </a:xfrm>
          <a:prstGeom prst="rect">
            <a:avLst/>
          </a:prstGeom>
        </p:spPr>
      </p:pic>
      <p:sp>
        <p:nvSpPr>
          <p:cNvPr id="26" name="TextBox 25"/>
          <p:cNvSpPr txBox="1"/>
          <p:nvPr/>
        </p:nvSpPr>
        <p:spPr>
          <a:xfrm>
            <a:off x="1417320" y="4283964"/>
            <a:ext cx="49222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Bản đồ vùng trồng</a:t>
            </a:r>
          </a:p>
        </p:txBody>
      </p:sp>
      <p:sp>
        <p:nvSpPr>
          <p:cNvPr id="27" name="TextBox 26"/>
          <p:cNvSpPr txBox="1"/>
          <p:nvPr/>
        </p:nvSpPr>
        <p:spPr>
          <a:xfrm>
            <a:off x="1417320" y="4649724"/>
            <a:ext cx="49222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Ghim tọa độ vùng trồng, cơ sở sản xuất trên bản đồ số.</a:t>
            </a:r>
          </a:p>
        </p:txBody>
      </p:sp>
      <p:sp>
        <p:nvSpPr>
          <p:cNvPr id="28" name="Rounded Rectangle 27"/>
          <p:cNvSpPr/>
          <p:nvPr/>
        </p:nvSpPr>
        <p:spPr>
          <a:xfrm>
            <a:off x="548640" y="5397246"/>
            <a:ext cx="592805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9" name="Oval 28"/>
          <p:cNvSpPr/>
          <p:nvPr/>
        </p:nvSpPr>
        <p:spPr>
          <a:xfrm>
            <a:off x="740664" y="5656707"/>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0" name="Picture 29" descr="shield-check_FFFFFF.png"/>
          <p:cNvPicPr>
            <a:picLocks noChangeAspect="1"/>
          </p:cNvPicPr>
          <p:nvPr/>
        </p:nvPicPr>
        <p:blipFill>
          <a:blip r:embed="rId9"/>
          <a:stretch>
            <a:fillRect/>
          </a:stretch>
        </p:blipFill>
        <p:spPr>
          <a:xfrm>
            <a:off x="867948" y="5783991"/>
            <a:ext cx="275783" cy="275783"/>
          </a:xfrm>
          <a:prstGeom prst="rect">
            <a:avLst/>
          </a:prstGeom>
        </p:spPr>
      </p:pic>
      <p:sp>
        <p:nvSpPr>
          <p:cNvPr id="31" name="TextBox 30"/>
          <p:cNvSpPr txBox="1"/>
          <p:nvPr/>
        </p:nvSpPr>
        <p:spPr>
          <a:xfrm>
            <a:off x="1417320" y="5488686"/>
            <a:ext cx="492221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Tháp điều khiển chống giả AI</a:t>
            </a:r>
          </a:p>
        </p:txBody>
      </p:sp>
      <p:sp>
        <p:nvSpPr>
          <p:cNvPr id="32" name="TextBox 31"/>
          <p:cNvSpPr txBox="1"/>
          <p:nvPr/>
        </p:nvSpPr>
        <p:spPr>
          <a:xfrm>
            <a:off x="1417320" y="5854446"/>
            <a:ext cx="492221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Tự động cảnh báo, khóa mã khi một serial bị quét bất thường.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2" presetClass="entr" presetSubtype="2"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ppt_x</p:attrName>
                                        </p:attrNameLst>
                                      </p:cBhvr>
                                      <p:tavLst>
                                        <p:tav tm="0">
                                          <p:val>
                                            <p:strVal val="1+#ppt_w/2"/>
                                          </p:val>
                                        </p:tav>
                                        <p:tav tm="100000">
                                          <p:val>
                                            <p:strVal val="#ppt_x"/>
                                          </p:val>
                                        </p:tav>
                                      </p:tavLst>
                                    </p:anim>
                                    <p:anim calcmode="lin" valueType="num">
                                      <p:cBhvr additive="base">
                                        <p:cTn id="26" dur="700" fill="hold"/>
                                        <p:tgtEl>
                                          <p:spTgt spid="12"/>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25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par>
                                <p:cTn id="33" presetID="10" presetClass="entr" presetSubtype="0" fill="hold" grpId="0" nodeType="withEffect">
                                  <p:stCondLst>
                                    <p:cond delay="3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par>
                                <p:cTn id="36" presetID="2" presetClass="entr" presetSubtype="8" fill="hold" grpId="0" nodeType="withEffect">
                                  <p:stCondLst>
                                    <p:cond delay="70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450" fill="hold"/>
                                        <p:tgtEl>
                                          <p:spTgt spid="13"/>
                                        </p:tgtEl>
                                        <p:attrNameLst>
                                          <p:attrName>ppt_x</p:attrName>
                                        </p:attrNameLst>
                                      </p:cBhvr>
                                      <p:tavLst>
                                        <p:tav tm="0">
                                          <p:val>
                                            <p:strVal val="0-#ppt_w/2"/>
                                          </p:val>
                                        </p:tav>
                                        <p:tav tm="100000">
                                          <p:val>
                                            <p:strVal val="#ppt_x"/>
                                          </p:val>
                                        </p:tav>
                                      </p:tavLst>
                                    </p:anim>
                                    <p:anim calcmode="lin" valueType="num">
                                      <p:cBhvr additive="base">
                                        <p:cTn id="39" dur="450" fill="hold"/>
                                        <p:tgtEl>
                                          <p:spTgt spid="13"/>
                                        </p:tgtEl>
                                        <p:attrNameLst>
                                          <p:attrName>ppt_y</p:attrName>
                                        </p:attrNameLst>
                                      </p:cBhvr>
                                      <p:tavLst>
                                        <p:tav tm="0">
                                          <p:val>
                                            <p:strVal val="#ppt_y"/>
                                          </p:val>
                                        </p:tav>
                                        <p:tav tm="100000">
                                          <p:val>
                                            <p:strVal val="#ppt_y"/>
                                          </p:val>
                                        </p:tav>
                                      </p:tavLst>
                                    </p:anim>
                                  </p:childTnLst>
                                </p:cTn>
                              </p:par>
                              <p:par>
                                <p:cTn id="40" presetID="2" presetClass="entr" presetSubtype="8" fill="hold" grpId="0" nodeType="withEffect">
                                  <p:stCondLst>
                                    <p:cond delay="70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450" fill="hold"/>
                                        <p:tgtEl>
                                          <p:spTgt spid="14"/>
                                        </p:tgtEl>
                                        <p:attrNameLst>
                                          <p:attrName>ppt_x</p:attrName>
                                        </p:attrNameLst>
                                      </p:cBhvr>
                                      <p:tavLst>
                                        <p:tav tm="0">
                                          <p:val>
                                            <p:strVal val="0-#ppt_w/2"/>
                                          </p:val>
                                        </p:tav>
                                        <p:tav tm="100000">
                                          <p:val>
                                            <p:strVal val="#ppt_x"/>
                                          </p:val>
                                        </p:tav>
                                      </p:tavLst>
                                    </p:anim>
                                    <p:anim calcmode="lin" valueType="num">
                                      <p:cBhvr additive="base">
                                        <p:cTn id="43" dur="450" fill="hold"/>
                                        <p:tgtEl>
                                          <p:spTgt spid="14"/>
                                        </p:tgtEl>
                                        <p:attrNameLst>
                                          <p:attrName>ppt_y</p:attrName>
                                        </p:attrNameLst>
                                      </p:cBhvr>
                                      <p:tavLst>
                                        <p:tav tm="0">
                                          <p:val>
                                            <p:strVal val="#ppt_y"/>
                                          </p:val>
                                        </p:tav>
                                        <p:tav tm="100000">
                                          <p:val>
                                            <p:strVal val="#ppt_y"/>
                                          </p:val>
                                        </p:tav>
                                      </p:tavLst>
                                    </p:anim>
                                  </p:childTnLst>
                                </p:cTn>
                              </p:par>
                              <p:par>
                                <p:cTn id="44" presetID="2" presetClass="entr" presetSubtype="8"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450" fill="hold"/>
                                        <p:tgtEl>
                                          <p:spTgt spid="15"/>
                                        </p:tgtEl>
                                        <p:attrNameLst>
                                          <p:attrName>ppt_x</p:attrName>
                                        </p:attrNameLst>
                                      </p:cBhvr>
                                      <p:tavLst>
                                        <p:tav tm="0">
                                          <p:val>
                                            <p:strVal val="0-#ppt_w/2"/>
                                          </p:val>
                                        </p:tav>
                                        <p:tav tm="100000">
                                          <p:val>
                                            <p:strVal val="#ppt_x"/>
                                          </p:val>
                                        </p:tav>
                                      </p:tavLst>
                                    </p:anim>
                                    <p:anim calcmode="lin" valueType="num">
                                      <p:cBhvr additive="base">
                                        <p:cTn id="47" dur="450" fill="hold"/>
                                        <p:tgtEl>
                                          <p:spTgt spid="15"/>
                                        </p:tgtEl>
                                        <p:attrNameLst>
                                          <p:attrName>ppt_y</p:attrName>
                                        </p:attrNameLst>
                                      </p:cBhvr>
                                      <p:tavLst>
                                        <p:tav tm="0">
                                          <p:val>
                                            <p:strVal val="#ppt_y"/>
                                          </p:val>
                                        </p:tav>
                                        <p:tav tm="100000">
                                          <p:val>
                                            <p:strVal val="#ppt_y"/>
                                          </p:val>
                                        </p:tav>
                                      </p:tavLst>
                                    </p:anim>
                                  </p:childTnLst>
                                </p:cTn>
                              </p:par>
                              <p:par>
                                <p:cTn id="48" presetID="2" presetClass="entr" presetSubtype="8" fill="hold" grpId="0" nodeType="withEffect">
                                  <p:stCondLst>
                                    <p:cond delay="70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450" fill="hold"/>
                                        <p:tgtEl>
                                          <p:spTgt spid="16"/>
                                        </p:tgtEl>
                                        <p:attrNameLst>
                                          <p:attrName>ppt_x</p:attrName>
                                        </p:attrNameLst>
                                      </p:cBhvr>
                                      <p:tavLst>
                                        <p:tav tm="0">
                                          <p:val>
                                            <p:strVal val="0-#ppt_w/2"/>
                                          </p:val>
                                        </p:tav>
                                        <p:tav tm="100000">
                                          <p:val>
                                            <p:strVal val="#ppt_x"/>
                                          </p:val>
                                        </p:tav>
                                      </p:tavLst>
                                    </p:anim>
                                    <p:anim calcmode="lin" valueType="num">
                                      <p:cBhvr additive="base">
                                        <p:cTn id="51" dur="450" fill="hold"/>
                                        <p:tgtEl>
                                          <p:spTgt spid="16"/>
                                        </p:tgtEl>
                                        <p:attrNameLst>
                                          <p:attrName>ppt_y</p:attrName>
                                        </p:attrNameLst>
                                      </p:cBhvr>
                                      <p:tavLst>
                                        <p:tav tm="0">
                                          <p:val>
                                            <p:strVal val="#ppt_y"/>
                                          </p:val>
                                        </p:tav>
                                        <p:tav tm="100000">
                                          <p:val>
                                            <p:strVal val="#ppt_y"/>
                                          </p:val>
                                        </p:tav>
                                      </p:tavLst>
                                    </p:anim>
                                  </p:childTnLst>
                                </p:cTn>
                              </p:par>
                              <p:par>
                                <p:cTn id="52" presetID="2" presetClass="entr" presetSubtype="8" fill="hold" grpId="0" nodeType="withEffect">
                                  <p:stCondLst>
                                    <p:cond delay="70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450" fill="hold"/>
                                        <p:tgtEl>
                                          <p:spTgt spid="17"/>
                                        </p:tgtEl>
                                        <p:attrNameLst>
                                          <p:attrName>ppt_x</p:attrName>
                                        </p:attrNameLst>
                                      </p:cBhvr>
                                      <p:tavLst>
                                        <p:tav tm="0">
                                          <p:val>
                                            <p:strVal val="0-#ppt_w/2"/>
                                          </p:val>
                                        </p:tav>
                                        <p:tav tm="100000">
                                          <p:val>
                                            <p:strVal val="#ppt_x"/>
                                          </p:val>
                                        </p:tav>
                                      </p:tavLst>
                                    </p:anim>
                                    <p:anim calcmode="lin" valueType="num">
                                      <p:cBhvr additive="base">
                                        <p:cTn id="55" dur="450" fill="hold"/>
                                        <p:tgtEl>
                                          <p:spTgt spid="17"/>
                                        </p:tgtEl>
                                        <p:attrNameLst>
                                          <p:attrName>ppt_y</p:attrName>
                                        </p:attrNameLst>
                                      </p:cBhvr>
                                      <p:tavLst>
                                        <p:tav tm="0">
                                          <p:val>
                                            <p:strVal val="#ppt_y"/>
                                          </p:val>
                                        </p:tav>
                                        <p:tav tm="100000">
                                          <p:val>
                                            <p:strVal val="#ppt_y"/>
                                          </p:val>
                                        </p:tav>
                                      </p:tavLst>
                                    </p:anim>
                                  </p:childTnLst>
                                </p:cTn>
                              </p:par>
                              <p:par>
                                <p:cTn id="56" presetID="2" presetClass="entr" presetSubtype="8" fill="hold" grpId="0" nodeType="withEffect">
                                  <p:stCondLst>
                                    <p:cond delay="85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450" fill="hold"/>
                                        <p:tgtEl>
                                          <p:spTgt spid="18"/>
                                        </p:tgtEl>
                                        <p:attrNameLst>
                                          <p:attrName>ppt_x</p:attrName>
                                        </p:attrNameLst>
                                      </p:cBhvr>
                                      <p:tavLst>
                                        <p:tav tm="0">
                                          <p:val>
                                            <p:strVal val="0-#ppt_w/2"/>
                                          </p:val>
                                        </p:tav>
                                        <p:tav tm="100000">
                                          <p:val>
                                            <p:strVal val="#ppt_x"/>
                                          </p:val>
                                        </p:tav>
                                      </p:tavLst>
                                    </p:anim>
                                    <p:anim calcmode="lin" valueType="num">
                                      <p:cBhvr additive="base">
                                        <p:cTn id="59" dur="450" fill="hold"/>
                                        <p:tgtEl>
                                          <p:spTgt spid="18"/>
                                        </p:tgtEl>
                                        <p:attrNameLst>
                                          <p:attrName>ppt_y</p:attrName>
                                        </p:attrNameLst>
                                      </p:cBhvr>
                                      <p:tavLst>
                                        <p:tav tm="0">
                                          <p:val>
                                            <p:strVal val="#ppt_y"/>
                                          </p:val>
                                        </p:tav>
                                        <p:tav tm="100000">
                                          <p:val>
                                            <p:strVal val="#ppt_y"/>
                                          </p:val>
                                        </p:tav>
                                      </p:tavLst>
                                    </p:anim>
                                  </p:childTnLst>
                                </p:cTn>
                              </p:par>
                              <p:par>
                                <p:cTn id="60" presetID="2" presetClass="entr" presetSubtype="8" fill="hold" grpId="0" nodeType="withEffect">
                                  <p:stCondLst>
                                    <p:cond delay="85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450" fill="hold"/>
                                        <p:tgtEl>
                                          <p:spTgt spid="19"/>
                                        </p:tgtEl>
                                        <p:attrNameLst>
                                          <p:attrName>ppt_x</p:attrName>
                                        </p:attrNameLst>
                                      </p:cBhvr>
                                      <p:tavLst>
                                        <p:tav tm="0">
                                          <p:val>
                                            <p:strVal val="0-#ppt_w/2"/>
                                          </p:val>
                                        </p:tav>
                                        <p:tav tm="100000">
                                          <p:val>
                                            <p:strVal val="#ppt_x"/>
                                          </p:val>
                                        </p:tav>
                                      </p:tavLst>
                                    </p:anim>
                                    <p:anim calcmode="lin" valueType="num">
                                      <p:cBhvr additive="base">
                                        <p:cTn id="63" dur="450" fill="hold"/>
                                        <p:tgtEl>
                                          <p:spTgt spid="19"/>
                                        </p:tgtEl>
                                        <p:attrNameLst>
                                          <p:attrName>ppt_y</p:attrName>
                                        </p:attrNameLst>
                                      </p:cBhvr>
                                      <p:tavLst>
                                        <p:tav tm="0">
                                          <p:val>
                                            <p:strVal val="#ppt_y"/>
                                          </p:val>
                                        </p:tav>
                                        <p:tav tm="100000">
                                          <p:val>
                                            <p:strVal val="#ppt_y"/>
                                          </p:val>
                                        </p:tav>
                                      </p:tavLst>
                                    </p:anim>
                                  </p:childTnLst>
                                </p:cTn>
                              </p:par>
                              <p:par>
                                <p:cTn id="64" presetID="2" presetClass="entr" presetSubtype="8" fill="hold" grpId="0" nodeType="withEffect">
                                  <p:stCondLst>
                                    <p:cond delay="85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450" fill="hold"/>
                                        <p:tgtEl>
                                          <p:spTgt spid="20"/>
                                        </p:tgtEl>
                                        <p:attrNameLst>
                                          <p:attrName>ppt_x</p:attrName>
                                        </p:attrNameLst>
                                      </p:cBhvr>
                                      <p:tavLst>
                                        <p:tav tm="0">
                                          <p:val>
                                            <p:strVal val="0-#ppt_w/2"/>
                                          </p:val>
                                        </p:tav>
                                        <p:tav tm="100000">
                                          <p:val>
                                            <p:strVal val="#ppt_x"/>
                                          </p:val>
                                        </p:tav>
                                      </p:tavLst>
                                    </p:anim>
                                    <p:anim calcmode="lin" valueType="num">
                                      <p:cBhvr additive="base">
                                        <p:cTn id="67" dur="450" fill="hold"/>
                                        <p:tgtEl>
                                          <p:spTgt spid="20"/>
                                        </p:tgtEl>
                                        <p:attrNameLst>
                                          <p:attrName>ppt_y</p:attrName>
                                        </p:attrNameLst>
                                      </p:cBhvr>
                                      <p:tavLst>
                                        <p:tav tm="0">
                                          <p:val>
                                            <p:strVal val="#ppt_y"/>
                                          </p:val>
                                        </p:tav>
                                        <p:tav tm="100000">
                                          <p:val>
                                            <p:strVal val="#ppt_y"/>
                                          </p:val>
                                        </p:tav>
                                      </p:tavLst>
                                    </p:anim>
                                  </p:childTnLst>
                                </p:cTn>
                              </p:par>
                              <p:par>
                                <p:cTn id="68" presetID="2" presetClass="entr" presetSubtype="8" fill="hold" grpId="0" nodeType="withEffect">
                                  <p:stCondLst>
                                    <p:cond delay="85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450" fill="hold"/>
                                        <p:tgtEl>
                                          <p:spTgt spid="21"/>
                                        </p:tgtEl>
                                        <p:attrNameLst>
                                          <p:attrName>ppt_x</p:attrName>
                                        </p:attrNameLst>
                                      </p:cBhvr>
                                      <p:tavLst>
                                        <p:tav tm="0">
                                          <p:val>
                                            <p:strVal val="0-#ppt_w/2"/>
                                          </p:val>
                                        </p:tav>
                                        <p:tav tm="100000">
                                          <p:val>
                                            <p:strVal val="#ppt_x"/>
                                          </p:val>
                                        </p:tav>
                                      </p:tavLst>
                                    </p:anim>
                                    <p:anim calcmode="lin" valueType="num">
                                      <p:cBhvr additive="base">
                                        <p:cTn id="71" dur="450" fill="hold"/>
                                        <p:tgtEl>
                                          <p:spTgt spid="21"/>
                                        </p:tgtEl>
                                        <p:attrNameLst>
                                          <p:attrName>ppt_y</p:attrName>
                                        </p:attrNameLst>
                                      </p:cBhvr>
                                      <p:tavLst>
                                        <p:tav tm="0">
                                          <p:val>
                                            <p:strVal val="#ppt_y"/>
                                          </p:val>
                                        </p:tav>
                                        <p:tav tm="100000">
                                          <p:val>
                                            <p:strVal val="#ppt_y"/>
                                          </p:val>
                                        </p:tav>
                                      </p:tavLst>
                                    </p:anim>
                                  </p:childTnLst>
                                </p:cTn>
                              </p:par>
                              <p:par>
                                <p:cTn id="72" presetID="2" presetClass="entr" presetSubtype="8" fill="hold" grpId="0" nodeType="withEffect">
                                  <p:stCondLst>
                                    <p:cond delay="85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450" fill="hold"/>
                                        <p:tgtEl>
                                          <p:spTgt spid="22"/>
                                        </p:tgtEl>
                                        <p:attrNameLst>
                                          <p:attrName>ppt_x</p:attrName>
                                        </p:attrNameLst>
                                      </p:cBhvr>
                                      <p:tavLst>
                                        <p:tav tm="0">
                                          <p:val>
                                            <p:strVal val="0-#ppt_w/2"/>
                                          </p:val>
                                        </p:tav>
                                        <p:tav tm="100000">
                                          <p:val>
                                            <p:strVal val="#ppt_x"/>
                                          </p:val>
                                        </p:tav>
                                      </p:tavLst>
                                    </p:anim>
                                    <p:anim calcmode="lin" valueType="num">
                                      <p:cBhvr additive="base">
                                        <p:cTn id="75" dur="450" fill="hold"/>
                                        <p:tgtEl>
                                          <p:spTgt spid="22"/>
                                        </p:tgtEl>
                                        <p:attrNameLst>
                                          <p:attrName>ppt_y</p:attrName>
                                        </p:attrNameLst>
                                      </p:cBhvr>
                                      <p:tavLst>
                                        <p:tav tm="0">
                                          <p:val>
                                            <p:strVal val="#ppt_y"/>
                                          </p:val>
                                        </p:tav>
                                        <p:tav tm="100000">
                                          <p:val>
                                            <p:strVal val="#ppt_y"/>
                                          </p:val>
                                        </p:tav>
                                      </p:tavLst>
                                    </p:anim>
                                  </p:childTnLst>
                                </p:cTn>
                              </p:par>
                              <p:par>
                                <p:cTn id="76" presetID="2" presetClass="entr" presetSubtype="8" fill="hold" grpId="0" nodeType="withEffect">
                                  <p:stCondLst>
                                    <p:cond delay="100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450" fill="hold"/>
                                        <p:tgtEl>
                                          <p:spTgt spid="23"/>
                                        </p:tgtEl>
                                        <p:attrNameLst>
                                          <p:attrName>ppt_x</p:attrName>
                                        </p:attrNameLst>
                                      </p:cBhvr>
                                      <p:tavLst>
                                        <p:tav tm="0">
                                          <p:val>
                                            <p:strVal val="0-#ppt_w/2"/>
                                          </p:val>
                                        </p:tav>
                                        <p:tav tm="100000">
                                          <p:val>
                                            <p:strVal val="#ppt_x"/>
                                          </p:val>
                                        </p:tav>
                                      </p:tavLst>
                                    </p:anim>
                                    <p:anim calcmode="lin" valueType="num">
                                      <p:cBhvr additive="base">
                                        <p:cTn id="79" dur="450" fill="hold"/>
                                        <p:tgtEl>
                                          <p:spTgt spid="23"/>
                                        </p:tgtEl>
                                        <p:attrNameLst>
                                          <p:attrName>ppt_y</p:attrName>
                                        </p:attrNameLst>
                                      </p:cBhvr>
                                      <p:tavLst>
                                        <p:tav tm="0">
                                          <p:val>
                                            <p:strVal val="#ppt_y"/>
                                          </p:val>
                                        </p:tav>
                                        <p:tav tm="100000">
                                          <p:val>
                                            <p:strVal val="#ppt_y"/>
                                          </p:val>
                                        </p:tav>
                                      </p:tavLst>
                                    </p:anim>
                                  </p:childTnLst>
                                </p:cTn>
                              </p:par>
                              <p:par>
                                <p:cTn id="80" presetID="2" presetClass="entr" presetSubtype="8" fill="hold" grpId="0" nodeType="withEffect">
                                  <p:stCondLst>
                                    <p:cond delay="10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450" fill="hold"/>
                                        <p:tgtEl>
                                          <p:spTgt spid="24"/>
                                        </p:tgtEl>
                                        <p:attrNameLst>
                                          <p:attrName>ppt_x</p:attrName>
                                        </p:attrNameLst>
                                      </p:cBhvr>
                                      <p:tavLst>
                                        <p:tav tm="0">
                                          <p:val>
                                            <p:strVal val="0-#ppt_w/2"/>
                                          </p:val>
                                        </p:tav>
                                        <p:tav tm="100000">
                                          <p:val>
                                            <p:strVal val="#ppt_x"/>
                                          </p:val>
                                        </p:tav>
                                      </p:tavLst>
                                    </p:anim>
                                    <p:anim calcmode="lin" valueType="num">
                                      <p:cBhvr additive="base">
                                        <p:cTn id="83" dur="450" fill="hold"/>
                                        <p:tgtEl>
                                          <p:spTgt spid="24"/>
                                        </p:tgtEl>
                                        <p:attrNameLst>
                                          <p:attrName>ppt_y</p:attrName>
                                        </p:attrNameLst>
                                      </p:cBhvr>
                                      <p:tavLst>
                                        <p:tav tm="0">
                                          <p:val>
                                            <p:strVal val="#ppt_y"/>
                                          </p:val>
                                        </p:tav>
                                        <p:tav tm="100000">
                                          <p:val>
                                            <p:strVal val="#ppt_y"/>
                                          </p:val>
                                        </p:tav>
                                      </p:tavLst>
                                    </p:anim>
                                  </p:childTnLst>
                                </p:cTn>
                              </p:par>
                              <p:par>
                                <p:cTn id="84" presetID="2" presetClass="entr" presetSubtype="8" fill="hold" grpId="0" nodeType="withEffect">
                                  <p:stCondLst>
                                    <p:cond delay="1000"/>
                                  </p:stCondLst>
                                  <p:childTnLst>
                                    <p:set>
                                      <p:cBhvr>
                                        <p:cTn id="85" dur="1" fill="hold">
                                          <p:stCondLst>
                                            <p:cond delay="0"/>
                                          </p:stCondLst>
                                        </p:cTn>
                                        <p:tgtEl>
                                          <p:spTgt spid="25"/>
                                        </p:tgtEl>
                                        <p:attrNameLst>
                                          <p:attrName>style.visibility</p:attrName>
                                        </p:attrNameLst>
                                      </p:cBhvr>
                                      <p:to>
                                        <p:strVal val="visible"/>
                                      </p:to>
                                    </p:set>
                                    <p:anim calcmode="lin" valueType="num">
                                      <p:cBhvr additive="base">
                                        <p:cTn id="86" dur="450" fill="hold"/>
                                        <p:tgtEl>
                                          <p:spTgt spid="25"/>
                                        </p:tgtEl>
                                        <p:attrNameLst>
                                          <p:attrName>ppt_x</p:attrName>
                                        </p:attrNameLst>
                                      </p:cBhvr>
                                      <p:tavLst>
                                        <p:tav tm="0">
                                          <p:val>
                                            <p:strVal val="0-#ppt_w/2"/>
                                          </p:val>
                                        </p:tav>
                                        <p:tav tm="100000">
                                          <p:val>
                                            <p:strVal val="#ppt_x"/>
                                          </p:val>
                                        </p:tav>
                                      </p:tavLst>
                                    </p:anim>
                                    <p:anim calcmode="lin" valueType="num">
                                      <p:cBhvr additive="base">
                                        <p:cTn id="87" dur="450" fill="hold"/>
                                        <p:tgtEl>
                                          <p:spTgt spid="25"/>
                                        </p:tgtEl>
                                        <p:attrNameLst>
                                          <p:attrName>ppt_y</p:attrName>
                                        </p:attrNameLst>
                                      </p:cBhvr>
                                      <p:tavLst>
                                        <p:tav tm="0">
                                          <p:val>
                                            <p:strVal val="#ppt_y"/>
                                          </p:val>
                                        </p:tav>
                                        <p:tav tm="100000">
                                          <p:val>
                                            <p:strVal val="#ppt_y"/>
                                          </p:val>
                                        </p:tav>
                                      </p:tavLst>
                                    </p:anim>
                                  </p:childTnLst>
                                </p:cTn>
                              </p:par>
                              <p:par>
                                <p:cTn id="88" presetID="2" presetClass="entr" presetSubtype="8" fill="hold" grpId="0" nodeType="withEffect">
                                  <p:stCondLst>
                                    <p:cond delay="1000"/>
                                  </p:stCondLst>
                                  <p:childTnLst>
                                    <p:set>
                                      <p:cBhvr>
                                        <p:cTn id="89" dur="1" fill="hold">
                                          <p:stCondLst>
                                            <p:cond delay="0"/>
                                          </p:stCondLst>
                                        </p:cTn>
                                        <p:tgtEl>
                                          <p:spTgt spid="26"/>
                                        </p:tgtEl>
                                        <p:attrNameLst>
                                          <p:attrName>style.visibility</p:attrName>
                                        </p:attrNameLst>
                                      </p:cBhvr>
                                      <p:to>
                                        <p:strVal val="visible"/>
                                      </p:to>
                                    </p:set>
                                    <p:anim calcmode="lin" valueType="num">
                                      <p:cBhvr additive="base">
                                        <p:cTn id="90" dur="450" fill="hold"/>
                                        <p:tgtEl>
                                          <p:spTgt spid="26"/>
                                        </p:tgtEl>
                                        <p:attrNameLst>
                                          <p:attrName>ppt_x</p:attrName>
                                        </p:attrNameLst>
                                      </p:cBhvr>
                                      <p:tavLst>
                                        <p:tav tm="0">
                                          <p:val>
                                            <p:strVal val="0-#ppt_w/2"/>
                                          </p:val>
                                        </p:tav>
                                        <p:tav tm="100000">
                                          <p:val>
                                            <p:strVal val="#ppt_x"/>
                                          </p:val>
                                        </p:tav>
                                      </p:tavLst>
                                    </p:anim>
                                    <p:anim calcmode="lin" valueType="num">
                                      <p:cBhvr additive="base">
                                        <p:cTn id="91" dur="450" fill="hold"/>
                                        <p:tgtEl>
                                          <p:spTgt spid="26"/>
                                        </p:tgtEl>
                                        <p:attrNameLst>
                                          <p:attrName>ppt_y</p:attrName>
                                        </p:attrNameLst>
                                      </p:cBhvr>
                                      <p:tavLst>
                                        <p:tav tm="0">
                                          <p:val>
                                            <p:strVal val="#ppt_y"/>
                                          </p:val>
                                        </p:tav>
                                        <p:tav tm="100000">
                                          <p:val>
                                            <p:strVal val="#ppt_y"/>
                                          </p:val>
                                        </p:tav>
                                      </p:tavLst>
                                    </p:anim>
                                  </p:childTnLst>
                                </p:cTn>
                              </p:par>
                              <p:par>
                                <p:cTn id="92" presetID="2" presetClass="entr" presetSubtype="8" fill="hold" grpId="0" nodeType="withEffect">
                                  <p:stCondLst>
                                    <p:cond delay="100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450" fill="hold"/>
                                        <p:tgtEl>
                                          <p:spTgt spid="27"/>
                                        </p:tgtEl>
                                        <p:attrNameLst>
                                          <p:attrName>ppt_x</p:attrName>
                                        </p:attrNameLst>
                                      </p:cBhvr>
                                      <p:tavLst>
                                        <p:tav tm="0">
                                          <p:val>
                                            <p:strVal val="0-#ppt_w/2"/>
                                          </p:val>
                                        </p:tav>
                                        <p:tav tm="100000">
                                          <p:val>
                                            <p:strVal val="#ppt_x"/>
                                          </p:val>
                                        </p:tav>
                                      </p:tavLst>
                                    </p:anim>
                                    <p:anim calcmode="lin" valueType="num">
                                      <p:cBhvr additive="base">
                                        <p:cTn id="95" dur="450" fill="hold"/>
                                        <p:tgtEl>
                                          <p:spTgt spid="27"/>
                                        </p:tgtEl>
                                        <p:attrNameLst>
                                          <p:attrName>ppt_y</p:attrName>
                                        </p:attrNameLst>
                                      </p:cBhvr>
                                      <p:tavLst>
                                        <p:tav tm="0">
                                          <p:val>
                                            <p:strVal val="#ppt_y"/>
                                          </p:val>
                                        </p:tav>
                                        <p:tav tm="100000">
                                          <p:val>
                                            <p:strVal val="#ppt_y"/>
                                          </p:val>
                                        </p:tav>
                                      </p:tavLst>
                                    </p:anim>
                                  </p:childTnLst>
                                </p:cTn>
                              </p:par>
                              <p:par>
                                <p:cTn id="96" presetID="2" presetClass="entr" presetSubtype="8" fill="hold" grpId="0" nodeType="withEffect">
                                  <p:stCondLst>
                                    <p:cond delay="1150"/>
                                  </p:stCondLst>
                                  <p:childTnLst>
                                    <p:set>
                                      <p:cBhvr>
                                        <p:cTn id="97" dur="1" fill="hold">
                                          <p:stCondLst>
                                            <p:cond delay="0"/>
                                          </p:stCondLst>
                                        </p:cTn>
                                        <p:tgtEl>
                                          <p:spTgt spid="28"/>
                                        </p:tgtEl>
                                        <p:attrNameLst>
                                          <p:attrName>style.visibility</p:attrName>
                                        </p:attrNameLst>
                                      </p:cBhvr>
                                      <p:to>
                                        <p:strVal val="visible"/>
                                      </p:to>
                                    </p:set>
                                    <p:anim calcmode="lin" valueType="num">
                                      <p:cBhvr additive="base">
                                        <p:cTn id="98" dur="450" fill="hold"/>
                                        <p:tgtEl>
                                          <p:spTgt spid="28"/>
                                        </p:tgtEl>
                                        <p:attrNameLst>
                                          <p:attrName>ppt_x</p:attrName>
                                        </p:attrNameLst>
                                      </p:cBhvr>
                                      <p:tavLst>
                                        <p:tav tm="0">
                                          <p:val>
                                            <p:strVal val="0-#ppt_w/2"/>
                                          </p:val>
                                        </p:tav>
                                        <p:tav tm="100000">
                                          <p:val>
                                            <p:strVal val="#ppt_x"/>
                                          </p:val>
                                        </p:tav>
                                      </p:tavLst>
                                    </p:anim>
                                    <p:anim calcmode="lin" valueType="num">
                                      <p:cBhvr additive="base">
                                        <p:cTn id="99" dur="450" fill="hold"/>
                                        <p:tgtEl>
                                          <p:spTgt spid="28"/>
                                        </p:tgtEl>
                                        <p:attrNameLst>
                                          <p:attrName>ppt_y</p:attrName>
                                        </p:attrNameLst>
                                      </p:cBhvr>
                                      <p:tavLst>
                                        <p:tav tm="0">
                                          <p:val>
                                            <p:strVal val="#ppt_y"/>
                                          </p:val>
                                        </p:tav>
                                        <p:tav tm="100000">
                                          <p:val>
                                            <p:strVal val="#ppt_y"/>
                                          </p:val>
                                        </p:tav>
                                      </p:tavLst>
                                    </p:anim>
                                  </p:childTnLst>
                                </p:cTn>
                              </p:par>
                              <p:par>
                                <p:cTn id="100" presetID="2" presetClass="entr" presetSubtype="8" fill="hold" grpId="0" nodeType="withEffect">
                                  <p:stCondLst>
                                    <p:cond delay="1150"/>
                                  </p:stCondLst>
                                  <p:childTnLst>
                                    <p:set>
                                      <p:cBhvr>
                                        <p:cTn id="101" dur="1" fill="hold">
                                          <p:stCondLst>
                                            <p:cond delay="0"/>
                                          </p:stCondLst>
                                        </p:cTn>
                                        <p:tgtEl>
                                          <p:spTgt spid="29"/>
                                        </p:tgtEl>
                                        <p:attrNameLst>
                                          <p:attrName>style.visibility</p:attrName>
                                        </p:attrNameLst>
                                      </p:cBhvr>
                                      <p:to>
                                        <p:strVal val="visible"/>
                                      </p:to>
                                    </p:set>
                                    <p:anim calcmode="lin" valueType="num">
                                      <p:cBhvr additive="base">
                                        <p:cTn id="102" dur="450" fill="hold"/>
                                        <p:tgtEl>
                                          <p:spTgt spid="29"/>
                                        </p:tgtEl>
                                        <p:attrNameLst>
                                          <p:attrName>ppt_x</p:attrName>
                                        </p:attrNameLst>
                                      </p:cBhvr>
                                      <p:tavLst>
                                        <p:tav tm="0">
                                          <p:val>
                                            <p:strVal val="0-#ppt_w/2"/>
                                          </p:val>
                                        </p:tav>
                                        <p:tav tm="100000">
                                          <p:val>
                                            <p:strVal val="#ppt_x"/>
                                          </p:val>
                                        </p:tav>
                                      </p:tavLst>
                                    </p:anim>
                                    <p:anim calcmode="lin" valueType="num">
                                      <p:cBhvr additive="base">
                                        <p:cTn id="103" dur="450" fill="hold"/>
                                        <p:tgtEl>
                                          <p:spTgt spid="29"/>
                                        </p:tgtEl>
                                        <p:attrNameLst>
                                          <p:attrName>ppt_y</p:attrName>
                                        </p:attrNameLst>
                                      </p:cBhvr>
                                      <p:tavLst>
                                        <p:tav tm="0">
                                          <p:val>
                                            <p:strVal val="#ppt_y"/>
                                          </p:val>
                                        </p:tav>
                                        <p:tav tm="100000">
                                          <p:val>
                                            <p:strVal val="#ppt_y"/>
                                          </p:val>
                                        </p:tav>
                                      </p:tavLst>
                                    </p:anim>
                                  </p:childTnLst>
                                </p:cTn>
                              </p:par>
                              <p:par>
                                <p:cTn id="104" presetID="2" presetClass="entr" presetSubtype="8" fill="hold" grpId="0" nodeType="withEffect">
                                  <p:stCondLst>
                                    <p:cond delay="1150"/>
                                  </p:stCondLst>
                                  <p:childTnLst>
                                    <p:set>
                                      <p:cBhvr>
                                        <p:cTn id="105" dur="1" fill="hold">
                                          <p:stCondLst>
                                            <p:cond delay="0"/>
                                          </p:stCondLst>
                                        </p:cTn>
                                        <p:tgtEl>
                                          <p:spTgt spid="30"/>
                                        </p:tgtEl>
                                        <p:attrNameLst>
                                          <p:attrName>style.visibility</p:attrName>
                                        </p:attrNameLst>
                                      </p:cBhvr>
                                      <p:to>
                                        <p:strVal val="visible"/>
                                      </p:to>
                                    </p:set>
                                    <p:anim calcmode="lin" valueType="num">
                                      <p:cBhvr additive="base">
                                        <p:cTn id="106" dur="450" fill="hold"/>
                                        <p:tgtEl>
                                          <p:spTgt spid="30"/>
                                        </p:tgtEl>
                                        <p:attrNameLst>
                                          <p:attrName>ppt_x</p:attrName>
                                        </p:attrNameLst>
                                      </p:cBhvr>
                                      <p:tavLst>
                                        <p:tav tm="0">
                                          <p:val>
                                            <p:strVal val="0-#ppt_w/2"/>
                                          </p:val>
                                        </p:tav>
                                        <p:tav tm="100000">
                                          <p:val>
                                            <p:strVal val="#ppt_x"/>
                                          </p:val>
                                        </p:tav>
                                      </p:tavLst>
                                    </p:anim>
                                    <p:anim calcmode="lin" valueType="num">
                                      <p:cBhvr additive="base">
                                        <p:cTn id="107" dur="450" fill="hold"/>
                                        <p:tgtEl>
                                          <p:spTgt spid="30"/>
                                        </p:tgtEl>
                                        <p:attrNameLst>
                                          <p:attrName>ppt_y</p:attrName>
                                        </p:attrNameLst>
                                      </p:cBhvr>
                                      <p:tavLst>
                                        <p:tav tm="0">
                                          <p:val>
                                            <p:strVal val="#ppt_y"/>
                                          </p:val>
                                        </p:tav>
                                        <p:tav tm="100000">
                                          <p:val>
                                            <p:strVal val="#ppt_y"/>
                                          </p:val>
                                        </p:tav>
                                      </p:tavLst>
                                    </p:anim>
                                  </p:childTnLst>
                                </p:cTn>
                              </p:par>
                              <p:par>
                                <p:cTn id="108" presetID="2" presetClass="entr" presetSubtype="8" fill="hold" grpId="0" nodeType="withEffect">
                                  <p:stCondLst>
                                    <p:cond delay="115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450" fill="hold"/>
                                        <p:tgtEl>
                                          <p:spTgt spid="31"/>
                                        </p:tgtEl>
                                        <p:attrNameLst>
                                          <p:attrName>ppt_x</p:attrName>
                                        </p:attrNameLst>
                                      </p:cBhvr>
                                      <p:tavLst>
                                        <p:tav tm="0">
                                          <p:val>
                                            <p:strVal val="0-#ppt_w/2"/>
                                          </p:val>
                                        </p:tav>
                                        <p:tav tm="100000">
                                          <p:val>
                                            <p:strVal val="#ppt_x"/>
                                          </p:val>
                                        </p:tav>
                                      </p:tavLst>
                                    </p:anim>
                                    <p:anim calcmode="lin" valueType="num">
                                      <p:cBhvr additive="base">
                                        <p:cTn id="111" dur="450" fill="hold"/>
                                        <p:tgtEl>
                                          <p:spTgt spid="31"/>
                                        </p:tgtEl>
                                        <p:attrNameLst>
                                          <p:attrName>ppt_y</p:attrName>
                                        </p:attrNameLst>
                                      </p:cBhvr>
                                      <p:tavLst>
                                        <p:tav tm="0">
                                          <p:val>
                                            <p:strVal val="#ppt_y"/>
                                          </p:val>
                                        </p:tav>
                                        <p:tav tm="100000">
                                          <p:val>
                                            <p:strVal val="#ppt_y"/>
                                          </p:val>
                                        </p:tav>
                                      </p:tavLst>
                                    </p:anim>
                                  </p:childTnLst>
                                </p:cTn>
                              </p:par>
                              <p:par>
                                <p:cTn id="112" presetID="2" presetClass="entr" presetSubtype="8" fill="hold" grpId="0" nodeType="withEffect">
                                  <p:stCondLst>
                                    <p:cond delay="1150"/>
                                  </p:stCondLst>
                                  <p:childTnLst>
                                    <p:set>
                                      <p:cBhvr>
                                        <p:cTn id="113" dur="1" fill="hold">
                                          <p:stCondLst>
                                            <p:cond delay="0"/>
                                          </p:stCondLst>
                                        </p:cTn>
                                        <p:tgtEl>
                                          <p:spTgt spid="32"/>
                                        </p:tgtEl>
                                        <p:attrNameLst>
                                          <p:attrName>style.visibility</p:attrName>
                                        </p:attrNameLst>
                                      </p:cBhvr>
                                      <p:to>
                                        <p:strVal val="visible"/>
                                      </p:to>
                                    </p:set>
                                    <p:anim calcmode="lin" valueType="num">
                                      <p:cBhvr additive="base">
                                        <p:cTn id="114" dur="450" fill="hold"/>
                                        <p:tgtEl>
                                          <p:spTgt spid="32"/>
                                        </p:tgtEl>
                                        <p:attrNameLst>
                                          <p:attrName>ppt_x</p:attrName>
                                        </p:attrNameLst>
                                      </p:cBhvr>
                                      <p:tavLst>
                                        <p:tav tm="0">
                                          <p:val>
                                            <p:strVal val="0-#ppt_w/2"/>
                                          </p:val>
                                        </p:tav>
                                        <p:tav tm="100000">
                                          <p:val>
                                            <p:strVal val="#ppt_x"/>
                                          </p:val>
                                        </p:tav>
                                      </p:tavLst>
                                    </p:anim>
                                    <p:anim calcmode="lin" valueType="num">
                                      <p:cBhvr additive="base">
                                        <p:cTn id="115" dur="45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28" grpId="0" animBg="1"/>
      <p:bldP spid="29" grpId="0" animBg="1"/>
      <p:bldP spid="31" grpId="0" animBg="1"/>
      <p:bldP spid="32"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sec_solar_node_451472_207D08032A1Bc_0.50_0.5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7FC211"/>
                  </a:solidFill>
                </a:ln>
                <a:solidFill>
                  <a:srgbClr val="7FC211">
                    <a:alpha val="22000"/>
                  </a:srgbClr>
                </a:solidFill>
                <a:latin typeface="Lexend Exa"/>
                <a:ea typeface="Lexend Exa"/>
                <a:cs typeface="Lexend Exa"/>
              </a:rPr>
              <a:t>05</a:t>
            </a:r>
          </a:p>
        </p:txBody>
      </p:sp>
      <p:sp>
        <p:nvSpPr>
          <p:cNvPr id="4" name="!!sectitle"/>
          <p:cNvSpPr txBox="1"/>
          <p:nvPr/>
        </p:nvSpPr>
        <p:spPr>
          <a:xfrm>
            <a:off x="4327855" y="3749040"/>
            <a:ext cx="7315200" cy="1488440"/>
          </a:xfrm>
          <a:prstGeom prst="rect">
            <a:avLst/>
          </a:prstGeom>
          <a:noFill/>
        </p:spPr>
        <p:txBody>
          <a:bodyPr wrap="square" lIns="0" rIns="0" tIns="0" bIns="0" anchor="t">
            <a:noAutofit/>
          </a:bodyPr>
          <a:lstStyle/>
          <a:p>
            <a:pPr algn="r">
              <a:lnSpc>
                <a:spcPct val="95000"/>
              </a:lnSpc>
            </a:pPr>
            <a:r>
              <a:rPr sz="4400" b="1" i="0">
                <a:solidFill>
                  <a:srgbClr val="FFFFFF"/>
                </a:solidFill>
                <a:effectLst>
                  <a:glow rad="91440">
                    <a:srgbClr val="7FC211">
                      <a:alpha val="30000"/>
                    </a:srgbClr>
                  </a:glow>
                </a:effectLst>
                <a:latin typeface="Lexend Exa"/>
                <a:ea typeface="Lexend Exa"/>
                <a:cs typeface="Lexend Exa"/>
              </a:rPr>
              <a:t>NÔNG NGHIỆP</a:t>
            </a:r>
          </a:p>
          <a:p>
            <a:pPr algn="r">
              <a:lnSpc>
                <a:spcPct val="95000"/>
              </a:lnSpc>
            </a:pPr>
            <a:r>
              <a:rPr sz="4400" b="1" i="0">
                <a:solidFill>
                  <a:srgbClr val="FFFFFF"/>
                </a:solidFill>
                <a:effectLst>
                  <a:glow rad="91440">
                    <a:srgbClr val="7FC211">
                      <a:alpha val="30000"/>
                    </a:srgbClr>
                  </a:glow>
                </a:effectLst>
                <a:latin typeface="Lexend Exa"/>
                <a:ea typeface="Lexend Exa"/>
                <a:cs typeface="Lexend Exa"/>
              </a:rPr>
              <a:t>THÔNG MINH IOT</a:t>
            </a:r>
          </a:p>
        </p:txBody>
      </p:sp>
      <p:sp>
        <p:nvSpPr>
          <p:cNvPr id="5" name="TextBox 4"/>
          <p:cNvSpPr txBox="1"/>
          <p:nvPr/>
        </p:nvSpPr>
        <p:spPr>
          <a:xfrm>
            <a:off x="5242255" y="5283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Chạm vào dữ liệu – dẫn đầu nghề nông</a:t>
            </a:r>
          </a:p>
        </p:txBody>
      </p:sp>
      <p:pic>
        <p:nvPicPr>
          <p:cNvPr id="6"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7"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VIỆN STP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921415"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05</a:t>
            </a:r>
          </a:p>
        </p:txBody>
      </p:sp>
      <p:sp>
        <p:nvSpPr>
          <p:cNvPr id="7" name="!!tag_text"/>
          <p:cNvSpPr txBox="1"/>
          <p:nvPr/>
        </p:nvSpPr>
        <p:spPr>
          <a:xfrm>
            <a:off x="896112" y="292608"/>
            <a:ext cx="555655"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IOT</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HỆ SINH THÁI BOM IOT</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Viện STP – đại diện phát triển giải pháp của BOM Software (thành viên LATOI Australia) tại Việt Nam</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20</a:t>
            </a:r>
          </a:p>
        </p:txBody>
      </p:sp>
      <p:pic>
        <p:nvPicPr>
          <p:cNvPr id="11" name="Picture 10" descr="glow_7FC211_38_1.7.png"/>
          <p:cNvPicPr>
            <a:picLocks noChangeAspect="1"/>
          </p:cNvPicPr>
          <p:nvPr/>
        </p:nvPicPr>
        <p:blipFill>
          <a:blip r:embed="rId4"/>
          <a:stretch>
            <a:fillRect/>
          </a:stretch>
        </p:blipFill>
        <p:spPr>
          <a:xfrm>
            <a:off x="3342178" y="1361130"/>
            <a:ext cx="5507340" cy="5507340"/>
          </a:xfrm>
          <a:prstGeom prst="rect">
            <a:avLst/>
          </a:prstGeom>
        </p:spPr>
      </p:pic>
      <p:pic>
        <p:nvPicPr>
          <p:cNvPr id="12" name="!!hero" descr="iot_farm_c.jpg"/>
          <p:cNvPicPr>
            <a:picLocks noChangeAspect="1"/>
          </p:cNvPicPr>
          <p:nvPr/>
        </p:nvPicPr>
        <p:blipFill>
          <a:blip r:embed="rId5"/>
          <a:srcRect/>
          <a:stretch>
            <a:fillRect/>
          </a:stretch>
        </p:blipFill>
        <p:spPr>
          <a:xfrm>
            <a:off x="3977640" y="2280972"/>
            <a:ext cx="4236415" cy="3667657"/>
          </a:xfrm>
          <a:prstGeom prst="rect">
            <a:avLst/>
          </a:prstGeom>
          <a:effectLst>
            <a:softEdge rad="274320"/>
          </a:effectLst>
        </p:spPr>
      </p:pic>
      <p:sp>
        <p:nvSpPr>
          <p:cNvPr id="13" name="Rounded Rectangle 12"/>
          <p:cNvSpPr/>
          <p:nvPr/>
        </p:nvSpPr>
        <p:spPr>
          <a:xfrm>
            <a:off x="548640" y="182880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4" name="Oval 13"/>
          <p:cNvSpPr/>
          <p:nvPr/>
        </p:nvSpPr>
        <p:spPr>
          <a:xfrm>
            <a:off x="768096" y="204825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5" name="Picture 14" descr="radio-tower_FFFFFF.png"/>
          <p:cNvPicPr>
            <a:picLocks noChangeAspect="1"/>
          </p:cNvPicPr>
          <p:nvPr/>
        </p:nvPicPr>
        <p:blipFill>
          <a:blip r:embed="rId6"/>
          <a:stretch>
            <a:fillRect/>
          </a:stretch>
        </p:blipFill>
        <p:spPr>
          <a:xfrm>
            <a:off x="904159" y="2184319"/>
            <a:ext cx="294803" cy="294803"/>
          </a:xfrm>
          <a:prstGeom prst="rect">
            <a:avLst/>
          </a:prstGeom>
        </p:spPr>
      </p:pic>
      <p:sp>
        <p:nvSpPr>
          <p:cNvPr id="16" name="TextBox 15"/>
          <p:cNvSpPr txBox="1"/>
          <p:nvPr/>
        </p:nvSpPr>
        <p:spPr>
          <a:xfrm>
            <a:off x="1463040" y="199339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Cảm biến 9 trong 1</a:t>
            </a:r>
          </a:p>
        </p:txBody>
      </p:sp>
      <p:sp>
        <p:nvSpPr>
          <p:cNvPr id="17" name="TextBox 16"/>
          <p:cNvSpPr txBox="1"/>
          <p:nvPr/>
        </p:nvSpPr>
        <p:spPr>
          <a:xfrm>
            <a:off x="804672" y="278892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Nhiệt độ, độ ẩm, pH, EC, N-P-K, độ mặn, TDS… đo ngay tại nguồn.</a:t>
            </a:r>
          </a:p>
        </p:txBody>
      </p:sp>
      <p:cxnSp>
        <p:nvCxnSpPr>
          <p:cNvPr id="18" name="Connector 17"/>
          <p:cNvCxnSpPr/>
          <p:nvPr/>
        </p:nvCxnSpPr>
        <p:spPr>
          <a:xfrm>
            <a:off x="3703320" y="288036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19" name="Oval 18"/>
          <p:cNvSpPr/>
          <p:nvPr/>
        </p:nvSpPr>
        <p:spPr>
          <a:xfrm>
            <a:off x="4005072" y="281635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548640" y="429768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768096" y="451713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2" name="Picture 21" descr="wifi_FFFFFF.png"/>
          <p:cNvPicPr>
            <a:picLocks noChangeAspect="1"/>
          </p:cNvPicPr>
          <p:nvPr/>
        </p:nvPicPr>
        <p:blipFill>
          <a:blip r:embed="rId7"/>
          <a:stretch>
            <a:fillRect/>
          </a:stretch>
        </p:blipFill>
        <p:spPr>
          <a:xfrm>
            <a:off x="904159" y="4653199"/>
            <a:ext cx="294803" cy="294803"/>
          </a:xfrm>
          <a:prstGeom prst="rect">
            <a:avLst/>
          </a:prstGeom>
        </p:spPr>
      </p:pic>
      <p:sp>
        <p:nvSpPr>
          <p:cNvPr id="23" name="TextBox 22"/>
          <p:cNvSpPr txBox="1"/>
          <p:nvPr/>
        </p:nvSpPr>
        <p:spPr>
          <a:xfrm>
            <a:off x="1463040" y="446227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LoRaWAN tầm xa</a:t>
            </a:r>
          </a:p>
        </p:txBody>
      </p:sp>
      <p:sp>
        <p:nvSpPr>
          <p:cNvPr id="24" name="TextBox 23"/>
          <p:cNvSpPr txBox="1"/>
          <p:nvPr/>
        </p:nvSpPr>
        <p:spPr>
          <a:xfrm>
            <a:off x="804672" y="525780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Phủ sóng đến 15 km, năng lượng mặt trời, không cần kéo dây điện.</a:t>
            </a:r>
          </a:p>
        </p:txBody>
      </p:sp>
      <p:cxnSp>
        <p:nvCxnSpPr>
          <p:cNvPr id="25" name="Connector 24"/>
          <p:cNvCxnSpPr/>
          <p:nvPr/>
        </p:nvCxnSpPr>
        <p:spPr>
          <a:xfrm>
            <a:off x="3703320" y="534924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26" name="Oval 25"/>
          <p:cNvSpPr/>
          <p:nvPr/>
        </p:nvSpPr>
        <p:spPr>
          <a:xfrm>
            <a:off x="4005072" y="528523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ounded Rectangle 26"/>
          <p:cNvSpPr/>
          <p:nvPr/>
        </p:nvSpPr>
        <p:spPr>
          <a:xfrm>
            <a:off x="8488375" y="182880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8" name="Oval 27"/>
          <p:cNvSpPr/>
          <p:nvPr/>
        </p:nvSpPr>
        <p:spPr>
          <a:xfrm>
            <a:off x="8707831" y="204825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9" name="Picture 28" descr="bell-ring_FFFFFF.png"/>
          <p:cNvPicPr>
            <a:picLocks noChangeAspect="1"/>
          </p:cNvPicPr>
          <p:nvPr/>
        </p:nvPicPr>
        <p:blipFill>
          <a:blip r:embed="rId8"/>
          <a:stretch>
            <a:fillRect/>
          </a:stretch>
        </p:blipFill>
        <p:spPr>
          <a:xfrm>
            <a:off x="8843894" y="2184319"/>
            <a:ext cx="294803" cy="294803"/>
          </a:xfrm>
          <a:prstGeom prst="rect">
            <a:avLst/>
          </a:prstGeom>
        </p:spPr>
      </p:pic>
      <p:sp>
        <p:nvSpPr>
          <p:cNvPr id="30" name="TextBox 29"/>
          <p:cNvSpPr txBox="1"/>
          <p:nvPr/>
        </p:nvSpPr>
        <p:spPr>
          <a:xfrm>
            <a:off x="9402775" y="199339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Cloud &amp; App 24/7</a:t>
            </a:r>
          </a:p>
        </p:txBody>
      </p:sp>
      <p:sp>
        <p:nvSpPr>
          <p:cNvPr id="31" name="TextBox 30"/>
          <p:cNvSpPr txBox="1"/>
          <p:nvPr/>
        </p:nvSpPr>
        <p:spPr>
          <a:xfrm>
            <a:off x="8744407" y="278892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Giám sát trên web, Android, iOS; cảnh báo SMS khi vượt ngưỡng.</a:t>
            </a:r>
          </a:p>
        </p:txBody>
      </p:sp>
      <p:cxnSp>
        <p:nvCxnSpPr>
          <p:cNvPr id="32" name="Connector 31"/>
          <p:cNvCxnSpPr/>
          <p:nvPr/>
        </p:nvCxnSpPr>
        <p:spPr>
          <a:xfrm flipH="1">
            <a:off x="8122615" y="288036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33" name="Oval 32"/>
          <p:cNvSpPr/>
          <p:nvPr/>
        </p:nvSpPr>
        <p:spPr>
          <a:xfrm>
            <a:off x="8058607" y="281635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8488375" y="4297680"/>
            <a:ext cx="3154680" cy="2103120"/>
          </a:xfrm>
          <a:prstGeom prst="roundRect">
            <a:avLst>
              <a:gd name="adj" fmla="val 6086"/>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5" name="Oval 34"/>
          <p:cNvSpPr/>
          <p:nvPr/>
        </p:nvSpPr>
        <p:spPr>
          <a:xfrm>
            <a:off x="8707831" y="4517136"/>
            <a:ext cx="566928" cy="56692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6" name="Picture 35" descr="brain_FFFFFF.png"/>
          <p:cNvPicPr>
            <a:picLocks noChangeAspect="1"/>
          </p:cNvPicPr>
          <p:nvPr/>
        </p:nvPicPr>
        <p:blipFill>
          <a:blip r:embed="rId9"/>
          <a:stretch>
            <a:fillRect/>
          </a:stretch>
        </p:blipFill>
        <p:spPr>
          <a:xfrm>
            <a:off x="8843894" y="4653199"/>
            <a:ext cx="294803" cy="294803"/>
          </a:xfrm>
          <a:prstGeom prst="rect">
            <a:avLst/>
          </a:prstGeom>
        </p:spPr>
      </p:pic>
      <p:sp>
        <p:nvSpPr>
          <p:cNvPr id="37" name="TextBox 36"/>
          <p:cNvSpPr txBox="1"/>
          <p:nvPr/>
        </p:nvSpPr>
        <p:spPr>
          <a:xfrm>
            <a:off x="9402775" y="4462272"/>
            <a:ext cx="2103120" cy="685800"/>
          </a:xfrm>
          <a:prstGeom prst="rect">
            <a:avLst/>
          </a:prstGeom>
          <a:noFill/>
        </p:spPr>
        <p:txBody>
          <a:bodyPr wrap="square" lIns="0" rIns="0" tIns="0" bIns="0" anchor="ctr">
            <a:noAutofit/>
          </a:bodyPr>
          <a:lstStyle/>
          <a:p>
            <a:pPr algn="l">
              <a:lnSpc>
                <a:spcPct val="100000"/>
              </a:lnSpc>
            </a:pPr>
            <a:r>
              <a:rPr sz="1400" b="1" i="0">
                <a:solidFill>
                  <a:srgbClr val="0D2B1C"/>
                </a:solidFill>
                <a:latin typeface="Be Vietnam Pro"/>
                <a:ea typeface="Be Vietnam Pro"/>
                <a:cs typeface="Be Vietnam Pro"/>
              </a:rPr>
              <a:t>AI &amp; Blockchain</a:t>
            </a:r>
          </a:p>
        </p:txBody>
      </p:sp>
      <p:sp>
        <p:nvSpPr>
          <p:cNvPr id="38" name="TextBox 37"/>
          <p:cNvSpPr txBox="1"/>
          <p:nvPr/>
        </p:nvSpPr>
        <p:spPr>
          <a:xfrm>
            <a:off x="8744407" y="5257800"/>
            <a:ext cx="2697480" cy="1078992"/>
          </a:xfrm>
          <a:prstGeom prst="rect">
            <a:avLst/>
          </a:prstGeom>
          <a:noFill/>
        </p:spPr>
        <p:txBody>
          <a:bodyPr wrap="square" lIns="0" rIns="0" tIns="0" bIns="0" anchor="t">
            <a:noAutofit/>
          </a:bodyPr>
          <a:lstStyle/>
          <a:p>
            <a:pPr algn="l">
              <a:lnSpc>
                <a:spcPct val="118000"/>
              </a:lnSpc>
              <a:spcAft>
                <a:spcPts val="0"/>
              </a:spcAft>
            </a:pPr>
            <a:r>
              <a:rPr sz="1100" b="0" i="0">
                <a:solidFill>
                  <a:srgbClr val="465A4D"/>
                </a:solidFill>
                <a:latin typeface="Be Vietnam Pro"/>
                <a:ea typeface="Be Vietnam Pro"/>
                <a:cs typeface="Be Vietnam Pro"/>
              </a:rPr>
              <a:t>Chẩn đoán sâu bệnh, phát hiện phân bón giả; dữ liệu không thể sửa.</a:t>
            </a:r>
          </a:p>
        </p:txBody>
      </p:sp>
      <p:cxnSp>
        <p:nvCxnSpPr>
          <p:cNvPr id="39" name="Connector 38"/>
          <p:cNvCxnSpPr/>
          <p:nvPr/>
        </p:nvCxnSpPr>
        <p:spPr>
          <a:xfrm flipH="1">
            <a:off x="8122615" y="5349240"/>
            <a:ext cx="365760" cy="0"/>
          </a:xfrm>
          <a:prstGeom prst="line">
            <a:avLst/>
          </a:prstGeom>
          <a:ln w="12700">
            <a:solidFill>
              <a:srgbClr val="207D08"/>
            </a:solidFill>
            <a:prstDash val="dash"/>
          </a:ln>
          <a:effectLst/>
        </p:spPr>
        <p:style>
          <a:lnRef idx="2">
            <a:schemeClr val="accent1"/>
          </a:lnRef>
          <a:fillRef idx="0">
            <a:schemeClr val="accent1"/>
          </a:fillRef>
          <a:effectRef idx="0">
            <a:schemeClr val="accent1"/>
          </a:effectRef>
          <a:fontRef idx="minor">
            <a:schemeClr val="tx1"/>
          </a:fontRef>
        </p:style>
      </p:cxnSp>
      <p:sp>
        <p:nvSpPr>
          <p:cNvPr id="40" name="Oval 39"/>
          <p:cNvSpPr/>
          <p:nvPr/>
        </p:nvSpPr>
        <p:spPr>
          <a:xfrm>
            <a:off x="8058607" y="5285232"/>
            <a:ext cx="128016" cy="128016"/>
          </a:xfrm>
          <a:prstGeom prst="ellipse">
            <a:avLst/>
          </a:prstGeom>
          <a:solidFill>
            <a:srgbClr val="7FC211"/>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53" presetClass="entr" presetSubtype="16"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ppt_w</p:attrName>
                                        </p:attrNameLst>
                                      </p:cBhvr>
                                      <p:tavLst>
                                        <p:tav tm="0">
                                          <p:val>
                                            <p:strVal val="#ppt_w*0.7"/>
                                          </p:val>
                                        </p:tav>
                                        <p:tav tm="100000">
                                          <p:val>
                                            <p:strVal val="#ppt_w"/>
                                          </p:val>
                                        </p:tav>
                                      </p:tavLst>
                                    </p:anim>
                                    <p:anim calcmode="lin" valueType="num">
                                      <p:cBhvr additive="base">
                                        <p:cTn id="26" dur="700" fill="hold"/>
                                        <p:tgtEl>
                                          <p:spTgt spid="12"/>
                                        </p:tgtEl>
                                        <p:attrNameLst>
                                          <p:attrName>ppt_h</p:attrName>
                                        </p:attrNameLst>
                                      </p:cBhvr>
                                      <p:tavLst>
                                        <p:tav tm="0">
                                          <p:val>
                                            <p:strVal val="#ppt_h*0.7"/>
                                          </p:val>
                                        </p:tav>
                                        <p:tav tm="100000">
                                          <p:val>
                                            <p:strVal val="#ppt_h"/>
                                          </p:val>
                                        </p:tav>
                                      </p:tavLst>
                                    </p:anim>
                                    <p:animEffect transition="in" filter="fade">
                                      <p:cBhvr>
                                        <p:cTn id="27" dur="700"/>
                                        <p:tgtEl>
                                          <p:spTgt spid="12"/>
                                        </p:tgtEl>
                                      </p:cBhvr>
                                    </p:animEffect>
                                  </p:childTnLst>
                                </p:cTn>
                              </p:par>
                              <p:par>
                                <p:cTn id="28" presetID="10" presetClass="entr" presetSubtype="0" fill="hold" grpId="0" nodeType="withEffect">
                                  <p:stCondLst>
                                    <p:cond delay="25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400"/>
                                        <p:tgtEl>
                                          <p:spTgt spid="8"/>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400"/>
                                        <p:tgtEl>
                                          <p:spTgt spid="9"/>
                                        </p:tgtEl>
                                      </p:cBhvr>
                                    </p:animEffect>
                                  </p:childTnLst>
                                </p:cTn>
                              </p:par>
                              <p:par>
                                <p:cTn id="34" presetID="10" presetClass="entr" presetSubtype="0" fill="hold" grpId="0" nodeType="withEffect">
                                  <p:stCondLst>
                                    <p:cond delay="35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400"/>
                                        <p:tgtEl>
                                          <p:spTgt spid="10"/>
                                        </p:tgtEl>
                                      </p:cBhvr>
                                    </p:animEffect>
                                  </p:childTnLst>
                                </p:cTn>
                              </p:par>
                              <p:par>
                                <p:cTn id="37" presetID="53" presetClass="entr" presetSubtype="16" fill="hold" grpId="0" nodeType="withEffect">
                                  <p:stCondLst>
                                    <p:cond delay="7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50" fill="hold"/>
                                        <p:tgtEl>
                                          <p:spTgt spid="13"/>
                                        </p:tgtEl>
                                        <p:attrNameLst>
                                          <p:attrName>ppt_w</p:attrName>
                                        </p:attrNameLst>
                                      </p:cBhvr>
                                      <p:tavLst>
                                        <p:tav tm="0">
                                          <p:val>
                                            <p:strVal val="#ppt_w*0.7"/>
                                          </p:val>
                                        </p:tav>
                                        <p:tav tm="100000">
                                          <p:val>
                                            <p:strVal val="#ppt_w"/>
                                          </p:val>
                                        </p:tav>
                                      </p:tavLst>
                                    </p:anim>
                                    <p:anim calcmode="lin" valueType="num">
                                      <p:cBhvr additive="base">
                                        <p:cTn id="40" dur="450" fill="hold"/>
                                        <p:tgtEl>
                                          <p:spTgt spid="13"/>
                                        </p:tgtEl>
                                        <p:attrNameLst>
                                          <p:attrName>ppt_h</p:attrName>
                                        </p:attrNameLst>
                                      </p:cBhvr>
                                      <p:tavLst>
                                        <p:tav tm="0">
                                          <p:val>
                                            <p:strVal val="#ppt_h*0.7"/>
                                          </p:val>
                                        </p:tav>
                                        <p:tav tm="100000">
                                          <p:val>
                                            <p:strVal val="#ppt_h"/>
                                          </p:val>
                                        </p:tav>
                                      </p:tavLst>
                                    </p:anim>
                                    <p:animEffect transition="in" filter="fade">
                                      <p:cBhvr>
                                        <p:cTn id="41" dur="450"/>
                                        <p:tgtEl>
                                          <p:spTgt spid="13"/>
                                        </p:tgtEl>
                                      </p:cBhvr>
                                    </p:animEffect>
                                  </p:childTnLst>
                                </p:cTn>
                              </p:par>
                              <p:par>
                                <p:cTn id="42" presetID="53" presetClass="entr" presetSubtype="16" fill="hold" grpId="0" nodeType="withEffect">
                                  <p:stCondLst>
                                    <p:cond delay="7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450" fill="hold"/>
                                        <p:tgtEl>
                                          <p:spTgt spid="14"/>
                                        </p:tgtEl>
                                        <p:attrNameLst>
                                          <p:attrName>ppt_w</p:attrName>
                                        </p:attrNameLst>
                                      </p:cBhvr>
                                      <p:tavLst>
                                        <p:tav tm="0">
                                          <p:val>
                                            <p:strVal val="#ppt_w*0.7"/>
                                          </p:val>
                                        </p:tav>
                                        <p:tav tm="100000">
                                          <p:val>
                                            <p:strVal val="#ppt_w"/>
                                          </p:val>
                                        </p:tav>
                                      </p:tavLst>
                                    </p:anim>
                                    <p:anim calcmode="lin" valueType="num">
                                      <p:cBhvr additive="base">
                                        <p:cTn id="45" dur="450" fill="hold"/>
                                        <p:tgtEl>
                                          <p:spTgt spid="14"/>
                                        </p:tgtEl>
                                        <p:attrNameLst>
                                          <p:attrName>ppt_h</p:attrName>
                                        </p:attrNameLst>
                                      </p:cBhvr>
                                      <p:tavLst>
                                        <p:tav tm="0">
                                          <p:val>
                                            <p:strVal val="#ppt_h*0.7"/>
                                          </p:val>
                                        </p:tav>
                                        <p:tav tm="100000">
                                          <p:val>
                                            <p:strVal val="#ppt_h"/>
                                          </p:val>
                                        </p:tav>
                                      </p:tavLst>
                                    </p:anim>
                                    <p:animEffect transition="in" filter="fade">
                                      <p:cBhvr>
                                        <p:cTn id="46" dur="450"/>
                                        <p:tgtEl>
                                          <p:spTgt spid="14"/>
                                        </p:tgtEl>
                                      </p:cBhvr>
                                    </p:animEffect>
                                  </p:childTnLst>
                                </p:cTn>
                              </p:par>
                              <p:par>
                                <p:cTn id="47" presetID="53" presetClass="entr" presetSubtype="16" fill="hold" grpId="0" nodeType="withEffect">
                                  <p:stCondLst>
                                    <p:cond delay="70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450" fill="hold"/>
                                        <p:tgtEl>
                                          <p:spTgt spid="15"/>
                                        </p:tgtEl>
                                        <p:attrNameLst>
                                          <p:attrName>ppt_w</p:attrName>
                                        </p:attrNameLst>
                                      </p:cBhvr>
                                      <p:tavLst>
                                        <p:tav tm="0">
                                          <p:val>
                                            <p:strVal val="#ppt_w*0.7"/>
                                          </p:val>
                                        </p:tav>
                                        <p:tav tm="100000">
                                          <p:val>
                                            <p:strVal val="#ppt_w"/>
                                          </p:val>
                                        </p:tav>
                                      </p:tavLst>
                                    </p:anim>
                                    <p:anim calcmode="lin" valueType="num">
                                      <p:cBhvr additive="base">
                                        <p:cTn id="50" dur="450" fill="hold"/>
                                        <p:tgtEl>
                                          <p:spTgt spid="15"/>
                                        </p:tgtEl>
                                        <p:attrNameLst>
                                          <p:attrName>ppt_h</p:attrName>
                                        </p:attrNameLst>
                                      </p:cBhvr>
                                      <p:tavLst>
                                        <p:tav tm="0">
                                          <p:val>
                                            <p:strVal val="#ppt_h*0.7"/>
                                          </p:val>
                                        </p:tav>
                                        <p:tav tm="100000">
                                          <p:val>
                                            <p:strVal val="#ppt_h"/>
                                          </p:val>
                                        </p:tav>
                                      </p:tavLst>
                                    </p:anim>
                                    <p:animEffect transition="in" filter="fade">
                                      <p:cBhvr>
                                        <p:cTn id="51" dur="450"/>
                                        <p:tgtEl>
                                          <p:spTgt spid="15"/>
                                        </p:tgtEl>
                                      </p:cBhvr>
                                    </p:animEffect>
                                  </p:childTnLst>
                                </p:cTn>
                              </p:par>
                              <p:par>
                                <p:cTn id="52" presetID="53" presetClass="entr" presetSubtype="16" fill="hold" grpId="0" nodeType="withEffect">
                                  <p:stCondLst>
                                    <p:cond delay="7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450" fill="hold"/>
                                        <p:tgtEl>
                                          <p:spTgt spid="16"/>
                                        </p:tgtEl>
                                        <p:attrNameLst>
                                          <p:attrName>ppt_w</p:attrName>
                                        </p:attrNameLst>
                                      </p:cBhvr>
                                      <p:tavLst>
                                        <p:tav tm="0">
                                          <p:val>
                                            <p:strVal val="#ppt_w*0.7"/>
                                          </p:val>
                                        </p:tav>
                                        <p:tav tm="100000">
                                          <p:val>
                                            <p:strVal val="#ppt_w"/>
                                          </p:val>
                                        </p:tav>
                                      </p:tavLst>
                                    </p:anim>
                                    <p:anim calcmode="lin" valueType="num">
                                      <p:cBhvr additive="base">
                                        <p:cTn id="55" dur="450" fill="hold"/>
                                        <p:tgtEl>
                                          <p:spTgt spid="16"/>
                                        </p:tgtEl>
                                        <p:attrNameLst>
                                          <p:attrName>ppt_h</p:attrName>
                                        </p:attrNameLst>
                                      </p:cBhvr>
                                      <p:tavLst>
                                        <p:tav tm="0">
                                          <p:val>
                                            <p:strVal val="#ppt_h*0.7"/>
                                          </p:val>
                                        </p:tav>
                                        <p:tav tm="100000">
                                          <p:val>
                                            <p:strVal val="#ppt_h"/>
                                          </p:val>
                                        </p:tav>
                                      </p:tavLst>
                                    </p:anim>
                                    <p:animEffect transition="in" filter="fade">
                                      <p:cBhvr>
                                        <p:cTn id="56" dur="450"/>
                                        <p:tgtEl>
                                          <p:spTgt spid="16"/>
                                        </p:tgtEl>
                                      </p:cBhvr>
                                    </p:animEffect>
                                  </p:childTnLst>
                                </p:cTn>
                              </p:par>
                              <p:par>
                                <p:cTn id="57" presetID="53" presetClass="entr" presetSubtype="16" fill="hold" grpId="0" nodeType="withEffect">
                                  <p:stCondLst>
                                    <p:cond delay="70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450" fill="hold"/>
                                        <p:tgtEl>
                                          <p:spTgt spid="17"/>
                                        </p:tgtEl>
                                        <p:attrNameLst>
                                          <p:attrName>ppt_w</p:attrName>
                                        </p:attrNameLst>
                                      </p:cBhvr>
                                      <p:tavLst>
                                        <p:tav tm="0">
                                          <p:val>
                                            <p:strVal val="#ppt_w*0.7"/>
                                          </p:val>
                                        </p:tav>
                                        <p:tav tm="100000">
                                          <p:val>
                                            <p:strVal val="#ppt_w"/>
                                          </p:val>
                                        </p:tav>
                                      </p:tavLst>
                                    </p:anim>
                                    <p:anim calcmode="lin" valueType="num">
                                      <p:cBhvr additive="base">
                                        <p:cTn id="60" dur="450" fill="hold"/>
                                        <p:tgtEl>
                                          <p:spTgt spid="17"/>
                                        </p:tgtEl>
                                        <p:attrNameLst>
                                          <p:attrName>ppt_h</p:attrName>
                                        </p:attrNameLst>
                                      </p:cBhvr>
                                      <p:tavLst>
                                        <p:tav tm="0">
                                          <p:val>
                                            <p:strVal val="#ppt_h*0.7"/>
                                          </p:val>
                                        </p:tav>
                                        <p:tav tm="100000">
                                          <p:val>
                                            <p:strVal val="#ppt_h"/>
                                          </p:val>
                                        </p:tav>
                                      </p:tavLst>
                                    </p:anim>
                                    <p:animEffect transition="in" filter="fade">
                                      <p:cBhvr>
                                        <p:cTn id="61" dur="450"/>
                                        <p:tgtEl>
                                          <p:spTgt spid="17"/>
                                        </p:tgtEl>
                                      </p:cBhvr>
                                    </p:animEffect>
                                  </p:childTnLst>
                                </p:cTn>
                              </p:par>
                              <p:par>
                                <p:cTn id="62" presetID="10" presetClass="entr" presetSubtype="0" fill="hold" grpId="0" nodeType="withEffect">
                                  <p:stCondLst>
                                    <p:cond delay="80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50"/>
                                        <p:tgtEl>
                                          <p:spTgt spid="18"/>
                                        </p:tgtEl>
                                      </p:cBhvr>
                                    </p:animEffect>
                                  </p:childTnLst>
                                </p:cTn>
                              </p:par>
                              <p:par>
                                <p:cTn id="65" presetID="10" presetClass="entr" presetSubtype="0" fill="hold" grpId="0" nodeType="withEffect">
                                  <p:stCondLst>
                                    <p:cond delay="80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50"/>
                                        <p:tgtEl>
                                          <p:spTgt spid="19"/>
                                        </p:tgtEl>
                                      </p:cBhvr>
                                    </p:animEffect>
                                  </p:childTnLst>
                                </p:cTn>
                              </p:par>
                              <p:par>
                                <p:cTn id="68" presetID="53" presetClass="entr" presetSubtype="16" fill="hold" grpId="0" nodeType="withEffect">
                                  <p:stCondLst>
                                    <p:cond delay="85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450" fill="hold"/>
                                        <p:tgtEl>
                                          <p:spTgt spid="20"/>
                                        </p:tgtEl>
                                        <p:attrNameLst>
                                          <p:attrName>ppt_w</p:attrName>
                                        </p:attrNameLst>
                                      </p:cBhvr>
                                      <p:tavLst>
                                        <p:tav tm="0">
                                          <p:val>
                                            <p:strVal val="#ppt_w*0.7"/>
                                          </p:val>
                                        </p:tav>
                                        <p:tav tm="100000">
                                          <p:val>
                                            <p:strVal val="#ppt_w"/>
                                          </p:val>
                                        </p:tav>
                                      </p:tavLst>
                                    </p:anim>
                                    <p:anim calcmode="lin" valueType="num">
                                      <p:cBhvr additive="base">
                                        <p:cTn id="71" dur="450" fill="hold"/>
                                        <p:tgtEl>
                                          <p:spTgt spid="20"/>
                                        </p:tgtEl>
                                        <p:attrNameLst>
                                          <p:attrName>ppt_h</p:attrName>
                                        </p:attrNameLst>
                                      </p:cBhvr>
                                      <p:tavLst>
                                        <p:tav tm="0">
                                          <p:val>
                                            <p:strVal val="#ppt_h*0.7"/>
                                          </p:val>
                                        </p:tav>
                                        <p:tav tm="100000">
                                          <p:val>
                                            <p:strVal val="#ppt_h"/>
                                          </p:val>
                                        </p:tav>
                                      </p:tavLst>
                                    </p:anim>
                                    <p:animEffect transition="in" filter="fade">
                                      <p:cBhvr>
                                        <p:cTn id="72" dur="450"/>
                                        <p:tgtEl>
                                          <p:spTgt spid="20"/>
                                        </p:tgtEl>
                                      </p:cBhvr>
                                    </p:animEffect>
                                  </p:childTnLst>
                                </p:cTn>
                              </p:par>
                              <p:par>
                                <p:cTn id="73" presetID="53" presetClass="entr" presetSubtype="16" fill="hold" grpId="0" nodeType="withEffect">
                                  <p:stCondLst>
                                    <p:cond delay="85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450" fill="hold"/>
                                        <p:tgtEl>
                                          <p:spTgt spid="21"/>
                                        </p:tgtEl>
                                        <p:attrNameLst>
                                          <p:attrName>ppt_w</p:attrName>
                                        </p:attrNameLst>
                                      </p:cBhvr>
                                      <p:tavLst>
                                        <p:tav tm="0">
                                          <p:val>
                                            <p:strVal val="#ppt_w*0.7"/>
                                          </p:val>
                                        </p:tav>
                                        <p:tav tm="100000">
                                          <p:val>
                                            <p:strVal val="#ppt_w"/>
                                          </p:val>
                                        </p:tav>
                                      </p:tavLst>
                                    </p:anim>
                                    <p:anim calcmode="lin" valueType="num">
                                      <p:cBhvr additive="base">
                                        <p:cTn id="76" dur="450" fill="hold"/>
                                        <p:tgtEl>
                                          <p:spTgt spid="21"/>
                                        </p:tgtEl>
                                        <p:attrNameLst>
                                          <p:attrName>ppt_h</p:attrName>
                                        </p:attrNameLst>
                                      </p:cBhvr>
                                      <p:tavLst>
                                        <p:tav tm="0">
                                          <p:val>
                                            <p:strVal val="#ppt_h*0.7"/>
                                          </p:val>
                                        </p:tav>
                                        <p:tav tm="100000">
                                          <p:val>
                                            <p:strVal val="#ppt_h"/>
                                          </p:val>
                                        </p:tav>
                                      </p:tavLst>
                                    </p:anim>
                                    <p:animEffect transition="in" filter="fade">
                                      <p:cBhvr>
                                        <p:cTn id="77" dur="450"/>
                                        <p:tgtEl>
                                          <p:spTgt spid="21"/>
                                        </p:tgtEl>
                                      </p:cBhvr>
                                    </p:animEffect>
                                  </p:childTnLst>
                                </p:cTn>
                              </p:par>
                              <p:par>
                                <p:cTn id="78" presetID="53" presetClass="entr" presetSubtype="16" fill="hold" grpId="0" nodeType="withEffect">
                                  <p:stCondLst>
                                    <p:cond delay="850"/>
                                  </p:stCondLst>
                                  <p:childTnLst>
                                    <p:set>
                                      <p:cBhvr>
                                        <p:cTn id="79" dur="1" fill="hold">
                                          <p:stCondLst>
                                            <p:cond delay="0"/>
                                          </p:stCondLst>
                                        </p:cTn>
                                        <p:tgtEl>
                                          <p:spTgt spid="22"/>
                                        </p:tgtEl>
                                        <p:attrNameLst>
                                          <p:attrName>style.visibility</p:attrName>
                                        </p:attrNameLst>
                                      </p:cBhvr>
                                      <p:to>
                                        <p:strVal val="visible"/>
                                      </p:to>
                                    </p:set>
                                    <p:anim calcmode="lin" valueType="num">
                                      <p:cBhvr additive="base">
                                        <p:cTn id="80" dur="450" fill="hold"/>
                                        <p:tgtEl>
                                          <p:spTgt spid="22"/>
                                        </p:tgtEl>
                                        <p:attrNameLst>
                                          <p:attrName>ppt_w</p:attrName>
                                        </p:attrNameLst>
                                      </p:cBhvr>
                                      <p:tavLst>
                                        <p:tav tm="0">
                                          <p:val>
                                            <p:strVal val="#ppt_w*0.7"/>
                                          </p:val>
                                        </p:tav>
                                        <p:tav tm="100000">
                                          <p:val>
                                            <p:strVal val="#ppt_w"/>
                                          </p:val>
                                        </p:tav>
                                      </p:tavLst>
                                    </p:anim>
                                    <p:anim calcmode="lin" valueType="num">
                                      <p:cBhvr additive="base">
                                        <p:cTn id="81" dur="450" fill="hold"/>
                                        <p:tgtEl>
                                          <p:spTgt spid="22"/>
                                        </p:tgtEl>
                                        <p:attrNameLst>
                                          <p:attrName>ppt_h</p:attrName>
                                        </p:attrNameLst>
                                      </p:cBhvr>
                                      <p:tavLst>
                                        <p:tav tm="0">
                                          <p:val>
                                            <p:strVal val="#ppt_h*0.7"/>
                                          </p:val>
                                        </p:tav>
                                        <p:tav tm="100000">
                                          <p:val>
                                            <p:strVal val="#ppt_h"/>
                                          </p:val>
                                        </p:tav>
                                      </p:tavLst>
                                    </p:anim>
                                    <p:animEffect transition="in" filter="fade">
                                      <p:cBhvr>
                                        <p:cTn id="82" dur="450"/>
                                        <p:tgtEl>
                                          <p:spTgt spid="22"/>
                                        </p:tgtEl>
                                      </p:cBhvr>
                                    </p:animEffect>
                                  </p:childTnLst>
                                </p:cTn>
                              </p:par>
                              <p:par>
                                <p:cTn id="83" presetID="53" presetClass="entr" presetSubtype="16" fill="hold" grpId="0" nodeType="withEffect">
                                  <p:stCondLst>
                                    <p:cond delay="850"/>
                                  </p:stCondLst>
                                  <p:childTnLst>
                                    <p:set>
                                      <p:cBhvr>
                                        <p:cTn id="84" dur="1" fill="hold">
                                          <p:stCondLst>
                                            <p:cond delay="0"/>
                                          </p:stCondLst>
                                        </p:cTn>
                                        <p:tgtEl>
                                          <p:spTgt spid="23"/>
                                        </p:tgtEl>
                                        <p:attrNameLst>
                                          <p:attrName>style.visibility</p:attrName>
                                        </p:attrNameLst>
                                      </p:cBhvr>
                                      <p:to>
                                        <p:strVal val="visible"/>
                                      </p:to>
                                    </p:set>
                                    <p:anim calcmode="lin" valueType="num">
                                      <p:cBhvr additive="base">
                                        <p:cTn id="85" dur="450" fill="hold"/>
                                        <p:tgtEl>
                                          <p:spTgt spid="23"/>
                                        </p:tgtEl>
                                        <p:attrNameLst>
                                          <p:attrName>ppt_w</p:attrName>
                                        </p:attrNameLst>
                                      </p:cBhvr>
                                      <p:tavLst>
                                        <p:tav tm="0">
                                          <p:val>
                                            <p:strVal val="#ppt_w*0.7"/>
                                          </p:val>
                                        </p:tav>
                                        <p:tav tm="100000">
                                          <p:val>
                                            <p:strVal val="#ppt_w"/>
                                          </p:val>
                                        </p:tav>
                                      </p:tavLst>
                                    </p:anim>
                                    <p:anim calcmode="lin" valueType="num">
                                      <p:cBhvr additive="base">
                                        <p:cTn id="86" dur="450" fill="hold"/>
                                        <p:tgtEl>
                                          <p:spTgt spid="23"/>
                                        </p:tgtEl>
                                        <p:attrNameLst>
                                          <p:attrName>ppt_h</p:attrName>
                                        </p:attrNameLst>
                                      </p:cBhvr>
                                      <p:tavLst>
                                        <p:tav tm="0">
                                          <p:val>
                                            <p:strVal val="#ppt_h*0.7"/>
                                          </p:val>
                                        </p:tav>
                                        <p:tav tm="100000">
                                          <p:val>
                                            <p:strVal val="#ppt_h"/>
                                          </p:val>
                                        </p:tav>
                                      </p:tavLst>
                                    </p:anim>
                                    <p:animEffect transition="in" filter="fade">
                                      <p:cBhvr>
                                        <p:cTn id="87" dur="450"/>
                                        <p:tgtEl>
                                          <p:spTgt spid="23"/>
                                        </p:tgtEl>
                                      </p:cBhvr>
                                    </p:animEffect>
                                  </p:childTnLst>
                                </p:cTn>
                              </p:par>
                              <p:par>
                                <p:cTn id="88" presetID="53" presetClass="entr" presetSubtype="16" fill="hold" grpId="0" nodeType="withEffect">
                                  <p:stCondLst>
                                    <p:cond delay="85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450" fill="hold"/>
                                        <p:tgtEl>
                                          <p:spTgt spid="24"/>
                                        </p:tgtEl>
                                        <p:attrNameLst>
                                          <p:attrName>ppt_w</p:attrName>
                                        </p:attrNameLst>
                                      </p:cBhvr>
                                      <p:tavLst>
                                        <p:tav tm="0">
                                          <p:val>
                                            <p:strVal val="#ppt_w*0.7"/>
                                          </p:val>
                                        </p:tav>
                                        <p:tav tm="100000">
                                          <p:val>
                                            <p:strVal val="#ppt_w"/>
                                          </p:val>
                                        </p:tav>
                                      </p:tavLst>
                                    </p:anim>
                                    <p:anim calcmode="lin" valueType="num">
                                      <p:cBhvr additive="base">
                                        <p:cTn id="91" dur="450" fill="hold"/>
                                        <p:tgtEl>
                                          <p:spTgt spid="24"/>
                                        </p:tgtEl>
                                        <p:attrNameLst>
                                          <p:attrName>ppt_h</p:attrName>
                                        </p:attrNameLst>
                                      </p:cBhvr>
                                      <p:tavLst>
                                        <p:tav tm="0">
                                          <p:val>
                                            <p:strVal val="#ppt_h*0.7"/>
                                          </p:val>
                                        </p:tav>
                                        <p:tav tm="100000">
                                          <p:val>
                                            <p:strVal val="#ppt_h"/>
                                          </p:val>
                                        </p:tav>
                                      </p:tavLst>
                                    </p:anim>
                                    <p:animEffect transition="in" filter="fade">
                                      <p:cBhvr>
                                        <p:cTn id="92" dur="450"/>
                                        <p:tgtEl>
                                          <p:spTgt spid="24"/>
                                        </p:tgtEl>
                                      </p:cBhvr>
                                    </p:animEffect>
                                  </p:childTnLst>
                                </p:cTn>
                              </p:par>
                              <p:par>
                                <p:cTn id="93" presetID="10" presetClass="entr" presetSubtype="0" fill="hold" grpId="0" nodeType="withEffect">
                                  <p:stCondLst>
                                    <p:cond delay="900"/>
                                  </p:stCondLst>
                                  <p:childTnLst>
                                    <p:set>
                                      <p:cBhvr>
                                        <p:cTn id="94" dur="1" fill="hold">
                                          <p:stCondLst>
                                            <p:cond delay="0"/>
                                          </p:stCondLst>
                                        </p:cTn>
                                        <p:tgtEl>
                                          <p:spTgt spid="25"/>
                                        </p:tgtEl>
                                        <p:attrNameLst>
                                          <p:attrName>style.visibility</p:attrName>
                                        </p:attrNameLst>
                                      </p:cBhvr>
                                      <p:to>
                                        <p:strVal val="visible"/>
                                      </p:to>
                                    </p:set>
                                    <p:animEffect transition="in" filter="fade">
                                      <p:cBhvr>
                                        <p:cTn id="95" dur="350"/>
                                        <p:tgtEl>
                                          <p:spTgt spid="25"/>
                                        </p:tgtEl>
                                      </p:cBhvr>
                                    </p:animEffect>
                                  </p:childTnLst>
                                </p:cTn>
                              </p:par>
                              <p:par>
                                <p:cTn id="96" presetID="10" presetClass="entr" presetSubtype="0" fill="hold" grpId="0" nodeType="withEffect">
                                  <p:stCondLst>
                                    <p:cond delay="90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350"/>
                                        <p:tgtEl>
                                          <p:spTgt spid="26"/>
                                        </p:tgtEl>
                                      </p:cBhvr>
                                    </p:animEffect>
                                  </p:childTnLst>
                                </p:cTn>
                              </p:par>
                              <p:par>
                                <p:cTn id="99" presetID="10" presetClass="entr" presetSubtype="0" fill="hold" grpId="0" nodeType="withEffect">
                                  <p:stCondLst>
                                    <p:cond delay="1000"/>
                                  </p:stCondLst>
                                  <p:childTnLst>
                                    <p:set>
                                      <p:cBhvr>
                                        <p:cTn id="100" dur="1" fill="hold">
                                          <p:stCondLst>
                                            <p:cond delay="0"/>
                                          </p:stCondLst>
                                        </p:cTn>
                                        <p:tgtEl>
                                          <p:spTgt spid="32"/>
                                        </p:tgtEl>
                                        <p:attrNameLst>
                                          <p:attrName>style.visibility</p:attrName>
                                        </p:attrNameLst>
                                      </p:cBhvr>
                                      <p:to>
                                        <p:strVal val="visible"/>
                                      </p:to>
                                    </p:set>
                                    <p:animEffect transition="in" filter="fade">
                                      <p:cBhvr>
                                        <p:cTn id="101" dur="350"/>
                                        <p:tgtEl>
                                          <p:spTgt spid="32"/>
                                        </p:tgtEl>
                                      </p:cBhvr>
                                    </p:animEffect>
                                  </p:childTnLst>
                                </p:cTn>
                              </p:par>
                              <p:par>
                                <p:cTn id="102" presetID="10" presetClass="entr" presetSubtype="0" fill="hold" grpId="0" nodeType="withEffect">
                                  <p:stCondLst>
                                    <p:cond delay="100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350"/>
                                        <p:tgtEl>
                                          <p:spTgt spid="33"/>
                                        </p:tgtEl>
                                      </p:cBhvr>
                                    </p:animEffect>
                                  </p:childTnLst>
                                </p:cTn>
                              </p:par>
                              <p:par>
                                <p:cTn id="105" presetID="53" presetClass="entr" presetSubtype="16" fill="hold" grpId="0" nodeType="withEffect">
                                  <p:stCondLst>
                                    <p:cond delay="10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450" fill="hold"/>
                                        <p:tgtEl>
                                          <p:spTgt spid="27"/>
                                        </p:tgtEl>
                                        <p:attrNameLst>
                                          <p:attrName>ppt_w</p:attrName>
                                        </p:attrNameLst>
                                      </p:cBhvr>
                                      <p:tavLst>
                                        <p:tav tm="0">
                                          <p:val>
                                            <p:strVal val="#ppt_w*0.7"/>
                                          </p:val>
                                        </p:tav>
                                        <p:tav tm="100000">
                                          <p:val>
                                            <p:strVal val="#ppt_w"/>
                                          </p:val>
                                        </p:tav>
                                      </p:tavLst>
                                    </p:anim>
                                    <p:anim calcmode="lin" valueType="num">
                                      <p:cBhvr additive="base">
                                        <p:cTn id="108" dur="450" fill="hold"/>
                                        <p:tgtEl>
                                          <p:spTgt spid="27"/>
                                        </p:tgtEl>
                                        <p:attrNameLst>
                                          <p:attrName>ppt_h</p:attrName>
                                        </p:attrNameLst>
                                      </p:cBhvr>
                                      <p:tavLst>
                                        <p:tav tm="0">
                                          <p:val>
                                            <p:strVal val="#ppt_h*0.7"/>
                                          </p:val>
                                        </p:tav>
                                        <p:tav tm="100000">
                                          <p:val>
                                            <p:strVal val="#ppt_h"/>
                                          </p:val>
                                        </p:tav>
                                      </p:tavLst>
                                    </p:anim>
                                    <p:animEffect transition="in" filter="fade">
                                      <p:cBhvr>
                                        <p:cTn id="109" dur="450"/>
                                        <p:tgtEl>
                                          <p:spTgt spid="27"/>
                                        </p:tgtEl>
                                      </p:cBhvr>
                                    </p:animEffect>
                                  </p:childTnLst>
                                </p:cTn>
                              </p:par>
                              <p:par>
                                <p:cTn id="110" presetID="53" presetClass="entr" presetSubtype="16" fill="hold" grpId="0" nodeType="withEffect">
                                  <p:stCondLst>
                                    <p:cond delay="1000"/>
                                  </p:stCondLst>
                                  <p:childTnLst>
                                    <p:set>
                                      <p:cBhvr>
                                        <p:cTn id="111" dur="1" fill="hold">
                                          <p:stCondLst>
                                            <p:cond delay="0"/>
                                          </p:stCondLst>
                                        </p:cTn>
                                        <p:tgtEl>
                                          <p:spTgt spid="28"/>
                                        </p:tgtEl>
                                        <p:attrNameLst>
                                          <p:attrName>style.visibility</p:attrName>
                                        </p:attrNameLst>
                                      </p:cBhvr>
                                      <p:to>
                                        <p:strVal val="visible"/>
                                      </p:to>
                                    </p:set>
                                    <p:anim calcmode="lin" valueType="num">
                                      <p:cBhvr additive="base">
                                        <p:cTn id="112" dur="450" fill="hold"/>
                                        <p:tgtEl>
                                          <p:spTgt spid="28"/>
                                        </p:tgtEl>
                                        <p:attrNameLst>
                                          <p:attrName>ppt_w</p:attrName>
                                        </p:attrNameLst>
                                      </p:cBhvr>
                                      <p:tavLst>
                                        <p:tav tm="0">
                                          <p:val>
                                            <p:strVal val="#ppt_w*0.7"/>
                                          </p:val>
                                        </p:tav>
                                        <p:tav tm="100000">
                                          <p:val>
                                            <p:strVal val="#ppt_w"/>
                                          </p:val>
                                        </p:tav>
                                      </p:tavLst>
                                    </p:anim>
                                    <p:anim calcmode="lin" valueType="num">
                                      <p:cBhvr additive="base">
                                        <p:cTn id="113" dur="450" fill="hold"/>
                                        <p:tgtEl>
                                          <p:spTgt spid="28"/>
                                        </p:tgtEl>
                                        <p:attrNameLst>
                                          <p:attrName>ppt_h</p:attrName>
                                        </p:attrNameLst>
                                      </p:cBhvr>
                                      <p:tavLst>
                                        <p:tav tm="0">
                                          <p:val>
                                            <p:strVal val="#ppt_h*0.7"/>
                                          </p:val>
                                        </p:tav>
                                        <p:tav tm="100000">
                                          <p:val>
                                            <p:strVal val="#ppt_h"/>
                                          </p:val>
                                        </p:tav>
                                      </p:tavLst>
                                    </p:anim>
                                    <p:animEffect transition="in" filter="fade">
                                      <p:cBhvr>
                                        <p:cTn id="114" dur="450"/>
                                        <p:tgtEl>
                                          <p:spTgt spid="28"/>
                                        </p:tgtEl>
                                      </p:cBhvr>
                                    </p:animEffect>
                                  </p:childTnLst>
                                </p:cTn>
                              </p:par>
                              <p:par>
                                <p:cTn id="115" presetID="53" presetClass="entr" presetSubtype="16" fill="hold" grpId="0" nodeType="withEffect">
                                  <p:stCondLst>
                                    <p:cond delay="1000"/>
                                  </p:stCondLst>
                                  <p:childTnLst>
                                    <p:set>
                                      <p:cBhvr>
                                        <p:cTn id="116" dur="1" fill="hold">
                                          <p:stCondLst>
                                            <p:cond delay="0"/>
                                          </p:stCondLst>
                                        </p:cTn>
                                        <p:tgtEl>
                                          <p:spTgt spid="29"/>
                                        </p:tgtEl>
                                        <p:attrNameLst>
                                          <p:attrName>style.visibility</p:attrName>
                                        </p:attrNameLst>
                                      </p:cBhvr>
                                      <p:to>
                                        <p:strVal val="visible"/>
                                      </p:to>
                                    </p:set>
                                    <p:anim calcmode="lin" valueType="num">
                                      <p:cBhvr additive="base">
                                        <p:cTn id="117" dur="450" fill="hold"/>
                                        <p:tgtEl>
                                          <p:spTgt spid="29"/>
                                        </p:tgtEl>
                                        <p:attrNameLst>
                                          <p:attrName>ppt_w</p:attrName>
                                        </p:attrNameLst>
                                      </p:cBhvr>
                                      <p:tavLst>
                                        <p:tav tm="0">
                                          <p:val>
                                            <p:strVal val="#ppt_w*0.7"/>
                                          </p:val>
                                        </p:tav>
                                        <p:tav tm="100000">
                                          <p:val>
                                            <p:strVal val="#ppt_w"/>
                                          </p:val>
                                        </p:tav>
                                      </p:tavLst>
                                    </p:anim>
                                    <p:anim calcmode="lin" valueType="num">
                                      <p:cBhvr additive="base">
                                        <p:cTn id="118" dur="450" fill="hold"/>
                                        <p:tgtEl>
                                          <p:spTgt spid="29"/>
                                        </p:tgtEl>
                                        <p:attrNameLst>
                                          <p:attrName>ppt_h</p:attrName>
                                        </p:attrNameLst>
                                      </p:cBhvr>
                                      <p:tavLst>
                                        <p:tav tm="0">
                                          <p:val>
                                            <p:strVal val="#ppt_h*0.7"/>
                                          </p:val>
                                        </p:tav>
                                        <p:tav tm="100000">
                                          <p:val>
                                            <p:strVal val="#ppt_h"/>
                                          </p:val>
                                        </p:tav>
                                      </p:tavLst>
                                    </p:anim>
                                    <p:animEffect transition="in" filter="fade">
                                      <p:cBhvr>
                                        <p:cTn id="119" dur="450"/>
                                        <p:tgtEl>
                                          <p:spTgt spid="29"/>
                                        </p:tgtEl>
                                      </p:cBhvr>
                                    </p:animEffect>
                                  </p:childTnLst>
                                </p:cTn>
                              </p:par>
                              <p:par>
                                <p:cTn id="120" presetID="53" presetClass="entr" presetSubtype="16" fill="hold" grpId="0" nodeType="withEffect">
                                  <p:stCondLst>
                                    <p:cond delay="1000"/>
                                  </p:stCondLst>
                                  <p:childTnLst>
                                    <p:set>
                                      <p:cBhvr>
                                        <p:cTn id="121" dur="1" fill="hold">
                                          <p:stCondLst>
                                            <p:cond delay="0"/>
                                          </p:stCondLst>
                                        </p:cTn>
                                        <p:tgtEl>
                                          <p:spTgt spid="30"/>
                                        </p:tgtEl>
                                        <p:attrNameLst>
                                          <p:attrName>style.visibility</p:attrName>
                                        </p:attrNameLst>
                                      </p:cBhvr>
                                      <p:to>
                                        <p:strVal val="visible"/>
                                      </p:to>
                                    </p:set>
                                    <p:anim calcmode="lin" valueType="num">
                                      <p:cBhvr additive="base">
                                        <p:cTn id="122" dur="450" fill="hold"/>
                                        <p:tgtEl>
                                          <p:spTgt spid="30"/>
                                        </p:tgtEl>
                                        <p:attrNameLst>
                                          <p:attrName>ppt_w</p:attrName>
                                        </p:attrNameLst>
                                      </p:cBhvr>
                                      <p:tavLst>
                                        <p:tav tm="0">
                                          <p:val>
                                            <p:strVal val="#ppt_w*0.7"/>
                                          </p:val>
                                        </p:tav>
                                        <p:tav tm="100000">
                                          <p:val>
                                            <p:strVal val="#ppt_w"/>
                                          </p:val>
                                        </p:tav>
                                      </p:tavLst>
                                    </p:anim>
                                    <p:anim calcmode="lin" valueType="num">
                                      <p:cBhvr additive="base">
                                        <p:cTn id="123" dur="450" fill="hold"/>
                                        <p:tgtEl>
                                          <p:spTgt spid="30"/>
                                        </p:tgtEl>
                                        <p:attrNameLst>
                                          <p:attrName>ppt_h</p:attrName>
                                        </p:attrNameLst>
                                      </p:cBhvr>
                                      <p:tavLst>
                                        <p:tav tm="0">
                                          <p:val>
                                            <p:strVal val="#ppt_h*0.7"/>
                                          </p:val>
                                        </p:tav>
                                        <p:tav tm="100000">
                                          <p:val>
                                            <p:strVal val="#ppt_h"/>
                                          </p:val>
                                        </p:tav>
                                      </p:tavLst>
                                    </p:anim>
                                    <p:animEffect transition="in" filter="fade">
                                      <p:cBhvr>
                                        <p:cTn id="124" dur="450"/>
                                        <p:tgtEl>
                                          <p:spTgt spid="30"/>
                                        </p:tgtEl>
                                      </p:cBhvr>
                                    </p:animEffect>
                                  </p:childTnLst>
                                </p:cTn>
                              </p:par>
                              <p:par>
                                <p:cTn id="125" presetID="53" presetClass="entr" presetSubtype="16" fill="hold" grpId="0" nodeType="withEffect">
                                  <p:stCondLst>
                                    <p:cond delay="1000"/>
                                  </p:stCondLst>
                                  <p:childTnLst>
                                    <p:set>
                                      <p:cBhvr>
                                        <p:cTn id="126" dur="1" fill="hold">
                                          <p:stCondLst>
                                            <p:cond delay="0"/>
                                          </p:stCondLst>
                                        </p:cTn>
                                        <p:tgtEl>
                                          <p:spTgt spid="31"/>
                                        </p:tgtEl>
                                        <p:attrNameLst>
                                          <p:attrName>style.visibility</p:attrName>
                                        </p:attrNameLst>
                                      </p:cBhvr>
                                      <p:to>
                                        <p:strVal val="visible"/>
                                      </p:to>
                                    </p:set>
                                    <p:anim calcmode="lin" valueType="num">
                                      <p:cBhvr additive="base">
                                        <p:cTn id="127" dur="450" fill="hold"/>
                                        <p:tgtEl>
                                          <p:spTgt spid="31"/>
                                        </p:tgtEl>
                                        <p:attrNameLst>
                                          <p:attrName>ppt_w</p:attrName>
                                        </p:attrNameLst>
                                      </p:cBhvr>
                                      <p:tavLst>
                                        <p:tav tm="0">
                                          <p:val>
                                            <p:strVal val="#ppt_w*0.7"/>
                                          </p:val>
                                        </p:tav>
                                        <p:tav tm="100000">
                                          <p:val>
                                            <p:strVal val="#ppt_w"/>
                                          </p:val>
                                        </p:tav>
                                      </p:tavLst>
                                    </p:anim>
                                    <p:anim calcmode="lin" valueType="num">
                                      <p:cBhvr additive="base">
                                        <p:cTn id="128" dur="450" fill="hold"/>
                                        <p:tgtEl>
                                          <p:spTgt spid="31"/>
                                        </p:tgtEl>
                                        <p:attrNameLst>
                                          <p:attrName>ppt_h</p:attrName>
                                        </p:attrNameLst>
                                      </p:cBhvr>
                                      <p:tavLst>
                                        <p:tav tm="0">
                                          <p:val>
                                            <p:strVal val="#ppt_h*0.7"/>
                                          </p:val>
                                        </p:tav>
                                        <p:tav tm="100000">
                                          <p:val>
                                            <p:strVal val="#ppt_h"/>
                                          </p:val>
                                        </p:tav>
                                      </p:tavLst>
                                    </p:anim>
                                    <p:animEffect transition="in" filter="fade">
                                      <p:cBhvr>
                                        <p:cTn id="129" dur="450"/>
                                        <p:tgtEl>
                                          <p:spTgt spid="31"/>
                                        </p:tgtEl>
                                      </p:cBhvr>
                                    </p:animEffect>
                                  </p:childTnLst>
                                </p:cTn>
                              </p:par>
                              <p:par>
                                <p:cTn id="130" presetID="10" presetClass="entr" presetSubtype="0" fill="hold" grpId="0" nodeType="withEffect">
                                  <p:stCondLst>
                                    <p:cond delay="1100"/>
                                  </p:stCondLst>
                                  <p:childTnLst>
                                    <p:set>
                                      <p:cBhvr>
                                        <p:cTn id="131" dur="1" fill="hold">
                                          <p:stCondLst>
                                            <p:cond delay="0"/>
                                          </p:stCondLst>
                                        </p:cTn>
                                        <p:tgtEl>
                                          <p:spTgt spid="39"/>
                                        </p:tgtEl>
                                        <p:attrNameLst>
                                          <p:attrName>style.visibility</p:attrName>
                                        </p:attrNameLst>
                                      </p:cBhvr>
                                      <p:to>
                                        <p:strVal val="visible"/>
                                      </p:to>
                                    </p:set>
                                    <p:animEffect transition="in" filter="fade">
                                      <p:cBhvr>
                                        <p:cTn id="132" dur="350"/>
                                        <p:tgtEl>
                                          <p:spTgt spid="39"/>
                                        </p:tgtEl>
                                      </p:cBhvr>
                                    </p:animEffect>
                                  </p:childTnLst>
                                </p:cTn>
                              </p:par>
                              <p:par>
                                <p:cTn id="133" presetID="10" presetClass="entr" presetSubtype="0" fill="hold" grpId="0" nodeType="withEffect">
                                  <p:stCondLst>
                                    <p:cond delay="1100"/>
                                  </p:stCondLst>
                                  <p:childTnLst>
                                    <p:set>
                                      <p:cBhvr>
                                        <p:cTn id="134" dur="1" fill="hold">
                                          <p:stCondLst>
                                            <p:cond delay="0"/>
                                          </p:stCondLst>
                                        </p:cTn>
                                        <p:tgtEl>
                                          <p:spTgt spid="40"/>
                                        </p:tgtEl>
                                        <p:attrNameLst>
                                          <p:attrName>style.visibility</p:attrName>
                                        </p:attrNameLst>
                                      </p:cBhvr>
                                      <p:to>
                                        <p:strVal val="visible"/>
                                      </p:to>
                                    </p:set>
                                    <p:animEffect transition="in" filter="fade">
                                      <p:cBhvr>
                                        <p:cTn id="135" dur="350"/>
                                        <p:tgtEl>
                                          <p:spTgt spid="40"/>
                                        </p:tgtEl>
                                      </p:cBhvr>
                                    </p:animEffect>
                                  </p:childTnLst>
                                </p:cTn>
                              </p:par>
                              <p:par>
                                <p:cTn id="136" presetID="53" presetClass="entr" presetSubtype="16" fill="hold" grpId="0" nodeType="withEffect">
                                  <p:stCondLst>
                                    <p:cond delay="1150"/>
                                  </p:stCondLst>
                                  <p:childTnLst>
                                    <p:set>
                                      <p:cBhvr>
                                        <p:cTn id="137" dur="1" fill="hold">
                                          <p:stCondLst>
                                            <p:cond delay="0"/>
                                          </p:stCondLst>
                                        </p:cTn>
                                        <p:tgtEl>
                                          <p:spTgt spid="34"/>
                                        </p:tgtEl>
                                        <p:attrNameLst>
                                          <p:attrName>style.visibility</p:attrName>
                                        </p:attrNameLst>
                                      </p:cBhvr>
                                      <p:to>
                                        <p:strVal val="visible"/>
                                      </p:to>
                                    </p:set>
                                    <p:anim calcmode="lin" valueType="num">
                                      <p:cBhvr additive="base">
                                        <p:cTn id="138" dur="450" fill="hold"/>
                                        <p:tgtEl>
                                          <p:spTgt spid="34"/>
                                        </p:tgtEl>
                                        <p:attrNameLst>
                                          <p:attrName>ppt_w</p:attrName>
                                        </p:attrNameLst>
                                      </p:cBhvr>
                                      <p:tavLst>
                                        <p:tav tm="0">
                                          <p:val>
                                            <p:strVal val="#ppt_w*0.7"/>
                                          </p:val>
                                        </p:tav>
                                        <p:tav tm="100000">
                                          <p:val>
                                            <p:strVal val="#ppt_w"/>
                                          </p:val>
                                        </p:tav>
                                      </p:tavLst>
                                    </p:anim>
                                    <p:anim calcmode="lin" valueType="num">
                                      <p:cBhvr additive="base">
                                        <p:cTn id="139" dur="450" fill="hold"/>
                                        <p:tgtEl>
                                          <p:spTgt spid="34"/>
                                        </p:tgtEl>
                                        <p:attrNameLst>
                                          <p:attrName>ppt_h</p:attrName>
                                        </p:attrNameLst>
                                      </p:cBhvr>
                                      <p:tavLst>
                                        <p:tav tm="0">
                                          <p:val>
                                            <p:strVal val="#ppt_h*0.7"/>
                                          </p:val>
                                        </p:tav>
                                        <p:tav tm="100000">
                                          <p:val>
                                            <p:strVal val="#ppt_h"/>
                                          </p:val>
                                        </p:tav>
                                      </p:tavLst>
                                    </p:anim>
                                    <p:animEffect transition="in" filter="fade">
                                      <p:cBhvr>
                                        <p:cTn id="140" dur="450"/>
                                        <p:tgtEl>
                                          <p:spTgt spid="34"/>
                                        </p:tgtEl>
                                      </p:cBhvr>
                                    </p:animEffect>
                                  </p:childTnLst>
                                </p:cTn>
                              </p:par>
                              <p:par>
                                <p:cTn id="141" presetID="53" presetClass="entr" presetSubtype="16" fill="hold" grpId="0" nodeType="withEffect">
                                  <p:stCondLst>
                                    <p:cond delay="1150"/>
                                  </p:stCondLst>
                                  <p:childTnLst>
                                    <p:set>
                                      <p:cBhvr>
                                        <p:cTn id="142" dur="1" fill="hold">
                                          <p:stCondLst>
                                            <p:cond delay="0"/>
                                          </p:stCondLst>
                                        </p:cTn>
                                        <p:tgtEl>
                                          <p:spTgt spid="35"/>
                                        </p:tgtEl>
                                        <p:attrNameLst>
                                          <p:attrName>style.visibility</p:attrName>
                                        </p:attrNameLst>
                                      </p:cBhvr>
                                      <p:to>
                                        <p:strVal val="visible"/>
                                      </p:to>
                                    </p:set>
                                    <p:anim calcmode="lin" valueType="num">
                                      <p:cBhvr additive="base">
                                        <p:cTn id="143" dur="450" fill="hold"/>
                                        <p:tgtEl>
                                          <p:spTgt spid="35"/>
                                        </p:tgtEl>
                                        <p:attrNameLst>
                                          <p:attrName>ppt_w</p:attrName>
                                        </p:attrNameLst>
                                      </p:cBhvr>
                                      <p:tavLst>
                                        <p:tav tm="0">
                                          <p:val>
                                            <p:strVal val="#ppt_w*0.7"/>
                                          </p:val>
                                        </p:tav>
                                        <p:tav tm="100000">
                                          <p:val>
                                            <p:strVal val="#ppt_w"/>
                                          </p:val>
                                        </p:tav>
                                      </p:tavLst>
                                    </p:anim>
                                    <p:anim calcmode="lin" valueType="num">
                                      <p:cBhvr additive="base">
                                        <p:cTn id="144" dur="450" fill="hold"/>
                                        <p:tgtEl>
                                          <p:spTgt spid="35"/>
                                        </p:tgtEl>
                                        <p:attrNameLst>
                                          <p:attrName>ppt_h</p:attrName>
                                        </p:attrNameLst>
                                      </p:cBhvr>
                                      <p:tavLst>
                                        <p:tav tm="0">
                                          <p:val>
                                            <p:strVal val="#ppt_h*0.7"/>
                                          </p:val>
                                        </p:tav>
                                        <p:tav tm="100000">
                                          <p:val>
                                            <p:strVal val="#ppt_h"/>
                                          </p:val>
                                        </p:tav>
                                      </p:tavLst>
                                    </p:anim>
                                    <p:animEffect transition="in" filter="fade">
                                      <p:cBhvr>
                                        <p:cTn id="145" dur="450"/>
                                        <p:tgtEl>
                                          <p:spTgt spid="35"/>
                                        </p:tgtEl>
                                      </p:cBhvr>
                                    </p:animEffect>
                                  </p:childTnLst>
                                </p:cTn>
                              </p:par>
                              <p:par>
                                <p:cTn id="146" presetID="53" presetClass="entr" presetSubtype="16" fill="hold" grpId="0" nodeType="withEffect">
                                  <p:stCondLst>
                                    <p:cond delay="1150"/>
                                  </p:stCondLst>
                                  <p:childTnLst>
                                    <p:set>
                                      <p:cBhvr>
                                        <p:cTn id="147" dur="1" fill="hold">
                                          <p:stCondLst>
                                            <p:cond delay="0"/>
                                          </p:stCondLst>
                                        </p:cTn>
                                        <p:tgtEl>
                                          <p:spTgt spid="36"/>
                                        </p:tgtEl>
                                        <p:attrNameLst>
                                          <p:attrName>style.visibility</p:attrName>
                                        </p:attrNameLst>
                                      </p:cBhvr>
                                      <p:to>
                                        <p:strVal val="visible"/>
                                      </p:to>
                                    </p:set>
                                    <p:anim calcmode="lin" valueType="num">
                                      <p:cBhvr additive="base">
                                        <p:cTn id="148" dur="450" fill="hold"/>
                                        <p:tgtEl>
                                          <p:spTgt spid="36"/>
                                        </p:tgtEl>
                                        <p:attrNameLst>
                                          <p:attrName>ppt_w</p:attrName>
                                        </p:attrNameLst>
                                      </p:cBhvr>
                                      <p:tavLst>
                                        <p:tav tm="0">
                                          <p:val>
                                            <p:strVal val="#ppt_w*0.7"/>
                                          </p:val>
                                        </p:tav>
                                        <p:tav tm="100000">
                                          <p:val>
                                            <p:strVal val="#ppt_w"/>
                                          </p:val>
                                        </p:tav>
                                      </p:tavLst>
                                    </p:anim>
                                    <p:anim calcmode="lin" valueType="num">
                                      <p:cBhvr additive="base">
                                        <p:cTn id="149" dur="450" fill="hold"/>
                                        <p:tgtEl>
                                          <p:spTgt spid="36"/>
                                        </p:tgtEl>
                                        <p:attrNameLst>
                                          <p:attrName>ppt_h</p:attrName>
                                        </p:attrNameLst>
                                      </p:cBhvr>
                                      <p:tavLst>
                                        <p:tav tm="0">
                                          <p:val>
                                            <p:strVal val="#ppt_h*0.7"/>
                                          </p:val>
                                        </p:tav>
                                        <p:tav tm="100000">
                                          <p:val>
                                            <p:strVal val="#ppt_h"/>
                                          </p:val>
                                        </p:tav>
                                      </p:tavLst>
                                    </p:anim>
                                    <p:animEffect transition="in" filter="fade">
                                      <p:cBhvr>
                                        <p:cTn id="150" dur="450"/>
                                        <p:tgtEl>
                                          <p:spTgt spid="36"/>
                                        </p:tgtEl>
                                      </p:cBhvr>
                                    </p:animEffect>
                                  </p:childTnLst>
                                </p:cTn>
                              </p:par>
                              <p:par>
                                <p:cTn id="151" presetID="53" presetClass="entr" presetSubtype="16" fill="hold" grpId="0" nodeType="withEffect">
                                  <p:stCondLst>
                                    <p:cond delay="1150"/>
                                  </p:stCondLst>
                                  <p:childTnLst>
                                    <p:set>
                                      <p:cBhvr>
                                        <p:cTn id="152" dur="1" fill="hold">
                                          <p:stCondLst>
                                            <p:cond delay="0"/>
                                          </p:stCondLst>
                                        </p:cTn>
                                        <p:tgtEl>
                                          <p:spTgt spid="37"/>
                                        </p:tgtEl>
                                        <p:attrNameLst>
                                          <p:attrName>style.visibility</p:attrName>
                                        </p:attrNameLst>
                                      </p:cBhvr>
                                      <p:to>
                                        <p:strVal val="visible"/>
                                      </p:to>
                                    </p:set>
                                    <p:anim calcmode="lin" valueType="num">
                                      <p:cBhvr additive="base">
                                        <p:cTn id="153" dur="450" fill="hold"/>
                                        <p:tgtEl>
                                          <p:spTgt spid="37"/>
                                        </p:tgtEl>
                                        <p:attrNameLst>
                                          <p:attrName>ppt_w</p:attrName>
                                        </p:attrNameLst>
                                      </p:cBhvr>
                                      <p:tavLst>
                                        <p:tav tm="0">
                                          <p:val>
                                            <p:strVal val="#ppt_w*0.7"/>
                                          </p:val>
                                        </p:tav>
                                        <p:tav tm="100000">
                                          <p:val>
                                            <p:strVal val="#ppt_w"/>
                                          </p:val>
                                        </p:tav>
                                      </p:tavLst>
                                    </p:anim>
                                    <p:anim calcmode="lin" valueType="num">
                                      <p:cBhvr additive="base">
                                        <p:cTn id="154" dur="450" fill="hold"/>
                                        <p:tgtEl>
                                          <p:spTgt spid="37"/>
                                        </p:tgtEl>
                                        <p:attrNameLst>
                                          <p:attrName>ppt_h</p:attrName>
                                        </p:attrNameLst>
                                      </p:cBhvr>
                                      <p:tavLst>
                                        <p:tav tm="0">
                                          <p:val>
                                            <p:strVal val="#ppt_h*0.7"/>
                                          </p:val>
                                        </p:tav>
                                        <p:tav tm="100000">
                                          <p:val>
                                            <p:strVal val="#ppt_h"/>
                                          </p:val>
                                        </p:tav>
                                      </p:tavLst>
                                    </p:anim>
                                    <p:animEffect transition="in" filter="fade">
                                      <p:cBhvr>
                                        <p:cTn id="155" dur="450"/>
                                        <p:tgtEl>
                                          <p:spTgt spid="37"/>
                                        </p:tgtEl>
                                      </p:cBhvr>
                                    </p:animEffect>
                                  </p:childTnLst>
                                </p:cTn>
                              </p:par>
                              <p:par>
                                <p:cTn id="156" presetID="53" presetClass="entr" presetSubtype="16" fill="hold" grpId="0" nodeType="withEffect">
                                  <p:stCondLst>
                                    <p:cond delay="1150"/>
                                  </p:stCondLst>
                                  <p:childTnLst>
                                    <p:set>
                                      <p:cBhvr>
                                        <p:cTn id="157" dur="1" fill="hold">
                                          <p:stCondLst>
                                            <p:cond delay="0"/>
                                          </p:stCondLst>
                                        </p:cTn>
                                        <p:tgtEl>
                                          <p:spTgt spid="38"/>
                                        </p:tgtEl>
                                        <p:attrNameLst>
                                          <p:attrName>style.visibility</p:attrName>
                                        </p:attrNameLst>
                                      </p:cBhvr>
                                      <p:to>
                                        <p:strVal val="visible"/>
                                      </p:to>
                                    </p:set>
                                    <p:anim calcmode="lin" valueType="num">
                                      <p:cBhvr additive="base">
                                        <p:cTn id="158" dur="450" fill="hold"/>
                                        <p:tgtEl>
                                          <p:spTgt spid="38"/>
                                        </p:tgtEl>
                                        <p:attrNameLst>
                                          <p:attrName>ppt_w</p:attrName>
                                        </p:attrNameLst>
                                      </p:cBhvr>
                                      <p:tavLst>
                                        <p:tav tm="0">
                                          <p:val>
                                            <p:strVal val="#ppt_w*0.7"/>
                                          </p:val>
                                        </p:tav>
                                        <p:tav tm="100000">
                                          <p:val>
                                            <p:strVal val="#ppt_w"/>
                                          </p:val>
                                        </p:tav>
                                      </p:tavLst>
                                    </p:anim>
                                    <p:anim calcmode="lin" valueType="num">
                                      <p:cBhvr additive="base">
                                        <p:cTn id="159" dur="450" fill="hold"/>
                                        <p:tgtEl>
                                          <p:spTgt spid="38"/>
                                        </p:tgtEl>
                                        <p:attrNameLst>
                                          <p:attrName>ppt_h</p:attrName>
                                        </p:attrNameLst>
                                      </p:cBhvr>
                                      <p:tavLst>
                                        <p:tav tm="0">
                                          <p:val>
                                            <p:strVal val="#ppt_h*0.7"/>
                                          </p:val>
                                        </p:tav>
                                        <p:tav tm="100000">
                                          <p:val>
                                            <p:strVal val="#ppt_h"/>
                                          </p:val>
                                        </p:tav>
                                      </p:tavLst>
                                    </p:anim>
                                    <p:animEffect transition="in" filter="fade">
                                      <p:cBhvr>
                                        <p:cTn id="160" dur="45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animBg="1"/>
      <p:bldP spid="14" grpId="0" animBg="1"/>
      <p:bldP spid="16" grpId="0" animBg="1"/>
      <p:bldP spid="17" grpId="0" animBg="1"/>
      <p:bldP spid="19" grpId="0" animBg="1"/>
      <p:bldP spid="20" grpId="0" animBg="1"/>
      <p:bldP spid="21" grpId="0" animBg="1"/>
      <p:bldP spid="23" grpId="0" animBg="1"/>
      <p:bldP spid="24" grpId="0" animBg="1"/>
      <p:bldP spid="26" grpId="0" animBg="1"/>
      <p:bldP spid="33" grpId="0" animBg="1"/>
      <p:bldP spid="27" grpId="0" animBg="1"/>
      <p:bldP spid="28" grpId="0" animBg="1"/>
      <p:bldP spid="30" grpId="0" animBg="1"/>
      <p:bldP spid="31" grpId="0" animBg="1"/>
      <p:bldP spid="40" grpId="0" animBg="1"/>
      <p:bldP spid="34" grpId="0" animBg="1"/>
      <p:bldP spid="35" grpId="0" animBg="1"/>
      <p:bldP spid="37" grpId="0" animBg="1"/>
      <p:bldP spid="38"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921415"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05</a:t>
            </a:r>
          </a:p>
        </p:txBody>
      </p:sp>
      <p:sp>
        <p:nvSpPr>
          <p:cNvPr id="7" name="!!tag_text"/>
          <p:cNvSpPr txBox="1"/>
          <p:nvPr/>
        </p:nvSpPr>
        <p:spPr>
          <a:xfrm>
            <a:off x="896112" y="292608"/>
            <a:ext cx="555655"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IOT</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CẢM BIẾN ALL-IN-ONE CHUYÊN DỤNG</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Chuẩn quốc tế, bảo chứng bởi chuyên gia ICT 25 năm kinh nghiệm (chứng chỉ CP – ACS)</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21</a:t>
            </a:r>
          </a:p>
        </p:txBody>
      </p:sp>
      <p:pic>
        <p:nvPicPr>
          <p:cNvPr id="11" name="Picture 10" descr="glow_7FC211_38_1.7.png"/>
          <p:cNvPicPr>
            <a:picLocks noChangeAspect="1"/>
          </p:cNvPicPr>
          <p:nvPr/>
        </p:nvPicPr>
        <p:blipFill>
          <a:blip r:embed="rId4"/>
          <a:stretch>
            <a:fillRect/>
          </a:stretch>
        </p:blipFill>
        <p:spPr>
          <a:xfrm>
            <a:off x="-13716" y="1083564"/>
            <a:ext cx="6062472" cy="6062472"/>
          </a:xfrm>
          <a:prstGeom prst="rect">
            <a:avLst/>
          </a:prstGeom>
        </p:spPr>
      </p:pic>
      <p:pic>
        <p:nvPicPr>
          <p:cNvPr id="12" name="!!hero" descr="stp_sensor.png"/>
          <p:cNvPicPr>
            <a:picLocks noChangeAspect="1"/>
          </p:cNvPicPr>
          <p:nvPr/>
        </p:nvPicPr>
        <p:blipFill>
          <a:blip r:embed="rId5"/>
          <a:srcRect/>
          <a:stretch>
            <a:fillRect/>
          </a:stretch>
        </p:blipFill>
        <p:spPr>
          <a:xfrm>
            <a:off x="1285259" y="1783080"/>
            <a:ext cx="3464522" cy="4663440"/>
          </a:xfrm>
          <a:prstGeom prst="rect">
            <a:avLst/>
          </a:prstGeom>
        </p:spPr>
      </p:pic>
      <p:pic>
        <p:nvPicPr>
          <p:cNvPr id="13" name="Picture 12" descr="stp_iot_handheld.png"/>
          <p:cNvPicPr>
            <a:picLocks noChangeAspect="1"/>
          </p:cNvPicPr>
          <p:nvPr/>
        </p:nvPicPr>
        <p:blipFill>
          <a:blip r:embed="rId6"/>
          <a:srcRect/>
          <a:stretch>
            <a:fillRect/>
          </a:stretch>
        </p:blipFill>
        <p:spPr>
          <a:xfrm>
            <a:off x="3116275" y="4449994"/>
            <a:ext cx="2370125" cy="1996526"/>
          </a:xfrm>
          <a:prstGeom prst="rect">
            <a:avLst/>
          </a:prstGeom>
          <a:effectLst>
            <a:outerShdw blurRad="274320" dist="73152" dir="5400000" algn="ctr" rotWithShape="0">
              <a:srgbClr val="0B1F2A">
                <a:alpha val="30000"/>
              </a:srgbClr>
            </a:outerShdw>
          </a:effectLst>
        </p:spPr>
      </p:pic>
      <p:sp>
        <p:nvSpPr>
          <p:cNvPr id="14" name="Rounded Rectangle 13"/>
          <p:cNvSpPr/>
          <p:nvPr/>
        </p:nvSpPr>
        <p:spPr>
          <a:xfrm>
            <a:off x="5897880" y="1783080"/>
            <a:ext cx="57451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Oval 14"/>
          <p:cNvSpPr/>
          <p:nvPr/>
        </p:nvSpPr>
        <p:spPr>
          <a:xfrm>
            <a:off x="6089904" y="2042541"/>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6" name="Picture 15" descr="gauge_FFFFFF.png"/>
          <p:cNvPicPr>
            <a:picLocks noChangeAspect="1"/>
          </p:cNvPicPr>
          <p:nvPr/>
        </p:nvPicPr>
        <p:blipFill>
          <a:blip r:embed="rId7"/>
          <a:stretch>
            <a:fillRect/>
          </a:stretch>
        </p:blipFill>
        <p:spPr>
          <a:xfrm>
            <a:off x="6217188" y="2169825"/>
            <a:ext cx="275783" cy="275783"/>
          </a:xfrm>
          <a:prstGeom prst="rect">
            <a:avLst/>
          </a:prstGeom>
        </p:spPr>
      </p:pic>
      <p:sp>
        <p:nvSpPr>
          <p:cNvPr id="17" name="TextBox 16"/>
          <p:cNvSpPr txBox="1"/>
          <p:nvPr/>
        </p:nvSpPr>
        <p:spPr>
          <a:xfrm>
            <a:off x="6766560" y="1874520"/>
            <a:ext cx="47393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Đo lường toàn diện</a:t>
            </a:r>
          </a:p>
        </p:txBody>
      </p:sp>
      <p:sp>
        <p:nvSpPr>
          <p:cNvPr id="18" name="TextBox 17"/>
          <p:cNvSpPr txBox="1"/>
          <p:nvPr/>
        </p:nvSpPr>
        <p:spPr>
          <a:xfrm>
            <a:off x="6766560" y="2240280"/>
            <a:ext cx="47393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9 chỉ số môi trường, nhận kết quả chỉ sau 5 giây.</a:t>
            </a:r>
          </a:p>
        </p:txBody>
      </p:sp>
      <p:sp>
        <p:nvSpPr>
          <p:cNvPr id="19" name="Rounded Rectangle 18"/>
          <p:cNvSpPr/>
          <p:nvPr/>
        </p:nvSpPr>
        <p:spPr>
          <a:xfrm>
            <a:off x="5897880" y="2987802"/>
            <a:ext cx="57451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0" name="Oval 19"/>
          <p:cNvSpPr/>
          <p:nvPr/>
        </p:nvSpPr>
        <p:spPr>
          <a:xfrm>
            <a:off x="6089904" y="3247263"/>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1" name="Picture 20" descr="droplets_FFFFFF.png"/>
          <p:cNvPicPr>
            <a:picLocks noChangeAspect="1"/>
          </p:cNvPicPr>
          <p:nvPr/>
        </p:nvPicPr>
        <p:blipFill>
          <a:blip r:embed="rId8"/>
          <a:stretch>
            <a:fillRect/>
          </a:stretch>
        </p:blipFill>
        <p:spPr>
          <a:xfrm>
            <a:off x="6217188" y="3374547"/>
            <a:ext cx="275783" cy="275783"/>
          </a:xfrm>
          <a:prstGeom prst="rect">
            <a:avLst/>
          </a:prstGeom>
        </p:spPr>
      </p:pic>
      <p:sp>
        <p:nvSpPr>
          <p:cNvPr id="22" name="TextBox 21"/>
          <p:cNvSpPr txBox="1"/>
          <p:nvPr/>
        </p:nvSpPr>
        <p:spPr>
          <a:xfrm>
            <a:off x="6766560" y="3079242"/>
            <a:ext cx="47393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Bền bỉ ngoài hiện trường</a:t>
            </a:r>
          </a:p>
        </p:txBody>
      </p:sp>
      <p:sp>
        <p:nvSpPr>
          <p:cNvPr id="23" name="TextBox 22"/>
          <p:cNvSpPr txBox="1"/>
          <p:nvPr/>
        </p:nvSpPr>
        <p:spPr>
          <a:xfrm>
            <a:off x="6766560" y="3445002"/>
            <a:ext cx="47393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Thiết bị RFID chuẩn IP68, chịu nước, gắn được trên vật nuôi.</a:t>
            </a:r>
          </a:p>
        </p:txBody>
      </p:sp>
      <p:sp>
        <p:nvSpPr>
          <p:cNvPr id="24" name="Rounded Rectangle 23"/>
          <p:cNvSpPr/>
          <p:nvPr/>
        </p:nvSpPr>
        <p:spPr>
          <a:xfrm>
            <a:off x="5897880" y="4192524"/>
            <a:ext cx="57451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Oval 24"/>
          <p:cNvSpPr/>
          <p:nvPr/>
        </p:nvSpPr>
        <p:spPr>
          <a:xfrm>
            <a:off x="6089904" y="4451985"/>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26" name="Picture 25" descr="flask-conical_FFFFFF.png"/>
          <p:cNvPicPr>
            <a:picLocks noChangeAspect="1"/>
          </p:cNvPicPr>
          <p:nvPr/>
        </p:nvPicPr>
        <p:blipFill>
          <a:blip r:embed="rId9"/>
          <a:stretch>
            <a:fillRect/>
          </a:stretch>
        </p:blipFill>
        <p:spPr>
          <a:xfrm>
            <a:off x="6217188" y="4579269"/>
            <a:ext cx="275783" cy="275783"/>
          </a:xfrm>
          <a:prstGeom prst="rect">
            <a:avLst/>
          </a:prstGeom>
        </p:spPr>
      </p:pic>
      <p:sp>
        <p:nvSpPr>
          <p:cNvPr id="27" name="TextBox 26"/>
          <p:cNvSpPr txBox="1"/>
          <p:nvPr/>
        </p:nvSpPr>
        <p:spPr>
          <a:xfrm>
            <a:off x="6766560" y="4283964"/>
            <a:ext cx="47393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Phát hiện kim loại nặng</a:t>
            </a:r>
          </a:p>
        </p:txBody>
      </p:sp>
      <p:sp>
        <p:nvSpPr>
          <p:cNvPr id="28" name="TextBox 27"/>
          <p:cNvSpPr txBox="1"/>
          <p:nvPr/>
        </p:nvSpPr>
        <p:spPr>
          <a:xfrm>
            <a:off x="6766560" y="4649724"/>
            <a:ext cx="47393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Mở rộng cảm biến Cadimi, Chì, Thủy ngân, Asen.</a:t>
            </a:r>
          </a:p>
        </p:txBody>
      </p:sp>
      <p:sp>
        <p:nvSpPr>
          <p:cNvPr id="29" name="Rounded Rectangle 28"/>
          <p:cNvSpPr/>
          <p:nvPr/>
        </p:nvSpPr>
        <p:spPr>
          <a:xfrm>
            <a:off x="5897880" y="5397246"/>
            <a:ext cx="5745175" cy="1049274"/>
          </a:xfrm>
          <a:prstGeom prst="roundRect">
            <a:avLst>
              <a:gd name="adj" fmla="val 1220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0" name="Oval 29"/>
          <p:cNvSpPr/>
          <p:nvPr/>
        </p:nvSpPr>
        <p:spPr>
          <a:xfrm>
            <a:off x="6089904" y="5656707"/>
            <a:ext cx="530352" cy="530352"/>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31" name="Picture 30" descr="sparkles_FFFFFF.png"/>
          <p:cNvPicPr>
            <a:picLocks noChangeAspect="1"/>
          </p:cNvPicPr>
          <p:nvPr/>
        </p:nvPicPr>
        <p:blipFill>
          <a:blip r:embed="rId10"/>
          <a:stretch>
            <a:fillRect/>
          </a:stretch>
        </p:blipFill>
        <p:spPr>
          <a:xfrm>
            <a:off x="6217188" y="5783991"/>
            <a:ext cx="275783" cy="275783"/>
          </a:xfrm>
          <a:prstGeom prst="rect">
            <a:avLst/>
          </a:prstGeom>
        </p:spPr>
      </p:pic>
      <p:sp>
        <p:nvSpPr>
          <p:cNvPr id="32" name="TextBox 31"/>
          <p:cNvSpPr txBox="1"/>
          <p:nvPr/>
        </p:nvSpPr>
        <p:spPr>
          <a:xfrm>
            <a:off x="6766560" y="5488686"/>
            <a:ext cx="4739335" cy="365760"/>
          </a:xfrm>
          <a:prstGeom prst="rect">
            <a:avLst/>
          </a:prstGeom>
          <a:noFill/>
        </p:spPr>
        <p:txBody>
          <a:bodyPr wrap="square" lIns="0" rIns="0" tIns="0" bIns="0" anchor="ctr">
            <a:noAutofit/>
          </a:bodyPr>
          <a:lstStyle/>
          <a:p>
            <a:pPr algn="l"/>
            <a:r>
              <a:rPr sz="1300" b="1" i="0">
                <a:solidFill>
                  <a:srgbClr val="0D2B1C"/>
                </a:solidFill>
                <a:latin typeface="Be Vietnam Pro"/>
                <a:ea typeface="Be Vietnam Pro"/>
                <a:cs typeface="Be Vietnam Pro"/>
              </a:rPr>
              <a:t>Hai phiên bản linh hoạt</a:t>
            </a:r>
          </a:p>
        </p:txBody>
      </p:sp>
      <p:sp>
        <p:nvSpPr>
          <p:cNvPr id="33" name="TextBox 32"/>
          <p:cNvSpPr txBox="1"/>
          <p:nvPr/>
        </p:nvSpPr>
        <p:spPr>
          <a:xfrm>
            <a:off x="6766560" y="5854446"/>
            <a:ext cx="4739335" cy="546354"/>
          </a:xfrm>
          <a:prstGeom prst="rect">
            <a:avLst/>
          </a:prstGeom>
          <a:noFill/>
        </p:spPr>
        <p:txBody>
          <a:bodyPr wrap="square" lIns="0" rIns="0" tIns="0" bIns="0" anchor="t">
            <a:noAutofit/>
          </a:bodyPr>
          <a:lstStyle/>
          <a:p>
            <a:pPr algn="l">
              <a:lnSpc>
                <a:spcPct val="112000"/>
              </a:lnSpc>
              <a:spcAft>
                <a:spcPts val="0"/>
              </a:spcAft>
            </a:pPr>
            <a:r>
              <a:rPr sz="1050" b="0" i="0">
                <a:solidFill>
                  <a:srgbClr val="465A4D"/>
                </a:solidFill>
                <a:latin typeface="Be Vietnam Pro"/>
                <a:ea typeface="Be Vietnam Pro"/>
                <a:cs typeface="Be Vietnam Pro"/>
              </a:rPr>
              <a:t>LoRaWAN giám sát liên tục · WiFi/Bluetooth cầm tay kiểm tra nhanh.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0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600"/>
                                        <p:tgtEl>
                                          <p:spTgt spid="11"/>
                                        </p:tgtEl>
                                      </p:cBhvr>
                                    </p:animEffect>
                                  </p:childTnLst>
                                </p:cTn>
                              </p:par>
                              <p:par>
                                <p:cTn id="17" presetID="10" presetClass="entr" presetSubtype="0" fill="hold" grpId="0" nodeType="withEffect">
                                  <p:stCondLst>
                                    <p:cond delay="15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400"/>
                                        <p:tgtEl>
                                          <p:spTgt spid="6"/>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400"/>
                                        <p:tgtEl>
                                          <p:spTgt spid="7"/>
                                        </p:tgtEl>
                                      </p:cBhvr>
                                    </p:animEffect>
                                  </p:childTnLst>
                                </p:cTn>
                              </p:par>
                              <p:par>
                                <p:cTn id="23" presetID="2" presetClass="entr" presetSubtype="8" fill="hold" grpId="0" nodeType="withEffect">
                                  <p:stCondLst>
                                    <p:cond delay="20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700" fill="hold"/>
                                        <p:tgtEl>
                                          <p:spTgt spid="12"/>
                                        </p:tgtEl>
                                        <p:attrNameLst>
                                          <p:attrName>ppt_x</p:attrName>
                                        </p:attrNameLst>
                                      </p:cBhvr>
                                      <p:tavLst>
                                        <p:tav tm="0">
                                          <p:val>
                                            <p:strVal val="0-#ppt_w/2"/>
                                          </p:val>
                                        </p:tav>
                                        <p:tav tm="100000">
                                          <p:val>
                                            <p:strVal val="#ppt_x"/>
                                          </p:val>
                                        </p:tav>
                                      </p:tavLst>
                                    </p:anim>
                                    <p:anim calcmode="lin" valueType="num">
                                      <p:cBhvr additive="base">
                                        <p:cTn id="26" dur="700" fill="hold"/>
                                        <p:tgtEl>
                                          <p:spTgt spid="12"/>
                                        </p:tgtEl>
                                        <p:attrNameLst>
                                          <p:attrName>ppt_y</p:attrName>
                                        </p:attrNameLst>
                                      </p:cBhvr>
                                      <p:tavLst>
                                        <p:tav tm="0">
                                          <p:val>
                                            <p:strVal val="#ppt_y"/>
                                          </p:val>
                                        </p:tav>
                                        <p:tav tm="100000">
                                          <p:val>
                                            <p:strVal val="#ppt_y"/>
                                          </p:val>
                                        </p:tav>
                                      </p:tavLst>
                                    </p:anim>
                                  </p:childTnLst>
                                </p:cTn>
                              </p:par>
                              <p:par>
                                <p:cTn id="27" presetID="10" presetClass="entr" presetSubtype="0" fill="hold" grpId="0" nodeType="withEffect">
                                  <p:stCondLst>
                                    <p:cond delay="25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par>
                                <p:cTn id="33" presetID="10" presetClass="entr" presetSubtype="0" fill="hold" grpId="0" nodeType="withEffect">
                                  <p:stCondLst>
                                    <p:cond delay="35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400"/>
                                        <p:tgtEl>
                                          <p:spTgt spid="10"/>
                                        </p:tgtEl>
                                      </p:cBhvr>
                                    </p:animEffect>
                                  </p:childTnLst>
                                </p:cTn>
                              </p:par>
                              <p:par>
                                <p:cTn id="36" presetID="2" presetClass="entr" presetSubtype="8" fill="hold" grpId="0" nodeType="withEffect">
                                  <p:stCondLst>
                                    <p:cond delay="45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700" fill="hold"/>
                                        <p:tgtEl>
                                          <p:spTgt spid="13"/>
                                        </p:tgtEl>
                                        <p:attrNameLst>
                                          <p:attrName>ppt_x</p:attrName>
                                        </p:attrNameLst>
                                      </p:cBhvr>
                                      <p:tavLst>
                                        <p:tav tm="0">
                                          <p:val>
                                            <p:strVal val="0-#ppt_w/2"/>
                                          </p:val>
                                        </p:tav>
                                        <p:tav tm="100000">
                                          <p:val>
                                            <p:strVal val="#ppt_x"/>
                                          </p:val>
                                        </p:tav>
                                      </p:tavLst>
                                    </p:anim>
                                    <p:anim calcmode="lin" valueType="num">
                                      <p:cBhvr additive="base">
                                        <p:cTn id="39" dur="700" fill="hold"/>
                                        <p:tgtEl>
                                          <p:spTgt spid="13"/>
                                        </p:tgtEl>
                                        <p:attrNameLst>
                                          <p:attrName>ppt_y</p:attrName>
                                        </p:attrNameLst>
                                      </p:cBhvr>
                                      <p:tavLst>
                                        <p:tav tm="0">
                                          <p:val>
                                            <p:strVal val="#ppt_y"/>
                                          </p:val>
                                        </p:tav>
                                        <p:tav tm="100000">
                                          <p:val>
                                            <p:strVal val="#ppt_y"/>
                                          </p:val>
                                        </p:tav>
                                      </p:tavLst>
                                    </p:anim>
                                  </p:childTnLst>
                                </p:cTn>
                              </p:par>
                              <p:par>
                                <p:cTn id="40" presetID="2" presetClass="entr" presetSubtype="2" fill="hold" grpId="0" nodeType="withEffect">
                                  <p:stCondLst>
                                    <p:cond delay="70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450" fill="hold"/>
                                        <p:tgtEl>
                                          <p:spTgt spid="14"/>
                                        </p:tgtEl>
                                        <p:attrNameLst>
                                          <p:attrName>ppt_x</p:attrName>
                                        </p:attrNameLst>
                                      </p:cBhvr>
                                      <p:tavLst>
                                        <p:tav tm="0">
                                          <p:val>
                                            <p:strVal val="1+#ppt_w/2"/>
                                          </p:val>
                                        </p:tav>
                                        <p:tav tm="100000">
                                          <p:val>
                                            <p:strVal val="#ppt_x"/>
                                          </p:val>
                                        </p:tav>
                                      </p:tavLst>
                                    </p:anim>
                                    <p:anim calcmode="lin" valueType="num">
                                      <p:cBhvr additive="base">
                                        <p:cTn id="43" dur="450" fill="hold"/>
                                        <p:tgtEl>
                                          <p:spTgt spid="14"/>
                                        </p:tgtEl>
                                        <p:attrNameLst>
                                          <p:attrName>ppt_y</p:attrName>
                                        </p:attrNameLst>
                                      </p:cBhvr>
                                      <p:tavLst>
                                        <p:tav tm="0">
                                          <p:val>
                                            <p:strVal val="#ppt_y"/>
                                          </p:val>
                                        </p:tav>
                                        <p:tav tm="100000">
                                          <p:val>
                                            <p:strVal val="#ppt_y"/>
                                          </p:val>
                                        </p:tav>
                                      </p:tavLst>
                                    </p:anim>
                                  </p:childTnLst>
                                </p:cTn>
                              </p:par>
                              <p:par>
                                <p:cTn id="44" presetID="2" presetClass="entr" presetSubtype="2" fill="hold" grpId="0" nodeType="withEffect">
                                  <p:stCondLst>
                                    <p:cond delay="700"/>
                                  </p:stCondLst>
                                  <p:childTnLst>
                                    <p:set>
                                      <p:cBhvr>
                                        <p:cTn id="45" dur="1" fill="hold">
                                          <p:stCondLst>
                                            <p:cond delay="0"/>
                                          </p:stCondLst>
                                        </p:cTn>
                                        <p:tgtEl>
                                          <p:spTgt spid="15"/>
                                        </p:tgtEl>
                                        <p:attrNameLst>
                                          <p:attrName>style.visibility</p:attrName>
                                        </p:attrNameLst>
                                      </p:cBhvr>
                                      <p:to>
                                        <p:strVal val="visible"/>
                                      </p:to>
                                    </p:set>
                                    <p:anim calcmode="lin" valueType="num">
                                      <p:cBhvr additive="base">
                                        <p:cTn id="46" dur="450" fill="hold"/>
                                        <p:tgtEl>
                                          <p:spTgt spid="15"/>
                                        </p:tgtEl>
                                        <p:attrNameLst>
                                          <p:attrName>ppt_x</p:attrName>
                                        </p:attrNameLst>
                                      </p:cBhvr>
                                      <p:tavLst>
                                        <p:tav tm="0">
                                          <p:val>
                                            <p:strVal val="1+#ppt_w/2"/>
                                          </p:val>
                                        </p:tav>
                                        <p:tav tm="100000">
                                          <p:val>
                                            <p:strVal val="#ppt_x"/>
                                          </p:val>
                                        </p:tav>
                                      </p:tavLst>
                                    </p:anim>
                                    <p:anim calcmode="lin" valueType="num">
                                      <p:cBhvr additive="base">
                                        <p:cTn id="47" dur="450" fill="hold"/>
                                        <p:tgtEl>
                                          <p:spTgt spid="15"/>
                                        </p:tgtEl>
                                        <p:attrNameLst>
                                          <p:attrName>ppt_y</p:attrName>
                                        </p:attrNameLst>
                                      </p:cBhvr>
                                      <p:tavLst>
                                        <p:tav tm="0">
                                          <p:val>
                                            <p:strVal val="#ppt_y"/>
                                          </p:val>
                                        </p:tav>
                                        <p:tav tm="100000">
                                          <p:val>
                                            <p:strVal val="#ppt_y"/>
                                          </p:val>
                                        </p:tav>
                                      </p:tavLst>
                                    </p:anim>
                                  </p:childTnLst>
                                </p:cTn>
                              </p:par>
                              <p:par>
                                <p:cTn id="48" presetID="2" presetClass="entr" presetSubtype="2" fill="hold" grpId="0" nodeType="withEffect">
                                  <p:stCondLst>
                                    <p:cond delay="70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450" fill="hold"/>
                                        <p:tgtEl>
                                          <p:spTgt spid="16"/>
                                        </p:tgtEl>
                                        <p:attrNameLst>
                                          <p:attrName>ppt_x</p:attrName>
                                        </p:attrNameLst>
                                      </p:cBhvr>
                                      <p:tavLst>
                                        <p:tav tm="0">
                                          <p:val>
                                            <p:strVal val="1+#ppt_w/2"/>
                                          </p:val>
                                        </p:tav>
                                        <p:tav tm="100000">
                                          <p:val>
                                            <p:strVal val="#ppt_x"/>
                                          </p:val>
                                        </p:tav>
                                      </p:tavLst>
                                    </p:anim>
                                    <p:anim calcmode="lin" valueType="num">
                                      <p:cBhvr additive="base">
                                        <p:cTn id="51" dur="450" fill="hold"/>
                                        <p:tgtEl>
                                          <p:spTgt spid="16"/>
                                        </p:tgtEl>
                                        <p:attrNameLst>
                                          <p:attrName>ppt_y</p:attrName>
                                        </p:attrNameLst>
                                      </p:cBhvr>
                                      <p:tavLst>
                                        <p:tav tm="0">
                                          <p:val>
                                            <p:strVal val="#ppt_y"/>
                                          </p:val>
                                        </p:tav>
                                        <p:tav tm="100000">
                                          <p:val>
                                            <p:strVal val="#ppt_y"/>
                                          </p:val>
                                        </p:tav>
                                      </p:tavLst>
                                    </p:anim>
                                  </p:childTnLst>
                                </p:cTn>
                              </p:par>
                              <p:par>
                                <p:cTn id="52" presetID="2" presetClass="entr" presetSubtype="2" fill="hold" grpId="0" nodeType="withEffect">
                                  <p:stCondLst>
                                    <p:cond delay="700"/>
                                  </p:stCondLst>
                                  <p:childTnLst>
                                    <p:set>
                                      <p:cBhvr>
                                        <p:cTn id="53" dur="1" fill="hold">
                                          <p:stCondLst>
                                            <p:cond delay="0"/>
                                          </p:stCondLst>
                                        </p:cTn>
                                        <p:tgtEl>
                                          <p:spTgt spid="17"/>
                                        </p:tgtEl>
                                        <p:attrNameLst>
                                          <p:attrName>style.visibility</p:attrName>
                                        </p:attrNameLst>
                                      </p:cBhvr>
                                      <p:to>
                                        <p:strVal val="visible"/>
                                      </p:to>
                                    </p:set>
                                    <p:anim calcmode="lin" valueType="num">
                                      <p:cBhvr additive="base">
                                        <p:cTn id="54" dur="450" fill="hold"/>
                                        <p:tgtEl>
                                          <p:spTgt spid="17"/>
                                        </p:tgtEl>
                                        <p:attrNameLst>
                                          <p:attrName>ppt_x</p:attrName>
                                        </p:attrNameLst>
                                      </p:cBhvr>
                                      <p:tavLst>
                                        <p:tav tm="0">
                                          <p:val>
                                            <p:strVal val="1+#ppt_w/2"/>
                                          </p:val>
                                        </p:tav>
                                        <p:tav tm="100000">
                                          <p:val>
                                            <p:strVal val="#ppt_x"/>
                                          </p:val>
                                        </p:tav>
                                      </p:tavLst>
                                    </p:anim>
                                    <p:anim calcmode="lin" valueType="num">
                                      <p:cBhvr additive="base">
                                        <p:cTn id="55" dur="450" fill="hold"/>
                                        <p:tgtEl>
                                          <p:spTgt spid="17"/>
                                        </p:tgtEl>
                                        <p:attrNameLst>
                                          <p:attrName>ppt_y</p:attrName>
                                        </p:attrNameLst>
                                      </p:cBhvr>
                                      <p:tavLst>
                                        <p:tav tm="0">
                                          <p:val>
                                            <p:strVal val="#ppt_y"/>
                                          </p:val>
                                        </p:tav>
                                        <p:tav tm="100000">
                                          <p:val>
                                            <p:strVal val="#ppt_y"/>
                                          </p:val>
                                        </p:tav>
                                      </p:tavLst>
                                    </p:anim>
                                  </p:childTnLst>
                                </p:cTn>
                              </p:par>
                              <p:par>
                                <p:cTn id="56" presetID="2" presetClass="entr" presetSubtype="2" fill="hold" grpId="0" nodeType="withEffect">
                                  <p:stCondLst>
                                    <p:cond delay="700"/>
                                  </p:stCondLst>
                                  <p:childTnLst>
                                    <p:set>
                                      <p:cBhvr>
                                        <p:cTn id="57" dur="1" fill="hold">
                                          <p:stCondLst>
                                            <p:cond delay="0"/>
                                          </p:stCondLst>
                                        </p:cTn>
                                        <p:tgtEl>
                                          <p:spTgt spid="18"/>
                                        </p:tgtEl>
                                        <p:attrNameLst>
                                          <p:attrName>style.visibility</p:attrName>
                                        </p:attrNameLst>
                                      </p:cBhvr>
                                      <p:to>
                                        <p:strVal val="visible"/>
                                      </p:to>
                                    </p:set>
                                    <p:anim calcmode="lin" valueType="num">
                                      <p:cBhvr additive="base">
                                        <p:cTn id="58" dur="450" fill="hold"/>
                                        <p:tgtEl>
                                          <p:spTgt spid="18"/>
                                        </p:tgtEl>
                                        <p:attrNameLst>
                                          <p:attrName>ppt_x</p:attrName>
                                        </p:attrNameLst>
                                      </p:cBhvr>
                                      <p:tavLst>
                                        <p:tav tm="0">
                                          <p:val>
                                            <p:strVal val="1+#ppt_w/2"/>
                                          </p:val>
                                        </p:tav>
                                        <p:tav tm="100000">
                                          <p:val>
                                            <p:strVal val="#ppt_x"/>
                                          </p:val>
                                        </p:tav>
                                      </p:tavLst>
                                    </p:anim>
                                    <p:anim calcmode="lin" valueType="num">
                                      <p:cBhvr additive="base">
                                        <p:cTn id="59" dur="450" fill="hold"/>
                                        <p:tgtEl>
                                          <p:spTgt spid="18"/>
                                        </p:tgtEl>
                                        <p:attrNameLst>
                                          <p:attrName>ppt_y</p:attrName>
                                        </p:attrNameLst>
                                      </p:cBhvr>
                                      <p:tavLst>
                                        <p:tav tm="0">
                                          <p:val>
                                            <p:strVal val="#ppt_y"/>
                                          </p:val>
                                        </p:tav>
                                        <p:tav tm="100000">
                                          <p:val>
                                            <p:strVal val="#ppt_y"/>
                                          </p:val>
                                        </p:tav>
                                      </p:tavLst>
                                    </p:anim>
                                  </p:childTnLst>
                                </p:cTn>
                              </p:par>
                              <p:par>
                                <p:cTn id="60" presetID="2" presetClass="entr" presetSubtype="2" fill="hold" grpId="0" nodeType="withEffect">
                                  <p:stCondLst>
                                    <p:cond delay="850"/>
                                  </p:stCondLst>
                                  <p:childTnLst>
                                    <p:set>
                                      <p:cBhvr>
                                        <p:cTn id="61" dur="1" fill="hold">
                                          <p:stCondLst>
                                            <p:cond delay="0"/>
                                          </p:stCondLst>
                                        </p:cTn>
                                        <p:tgtEl>
                                          <p:spTgt spid="19"/>
                                        </p:tgtEl>
                                        <p:attrNameLst>
                                          <p:attrName>style.visibility</p:attrName>
                                        </p:attrNameLst>
                                      </p:cBhvr>
                                      <p:to>
                                        <p:strVal val="visible"/>
                                      </p:to>
                                    </p:set>
                                    <p:anim calcmode="lin" valueType="num">
                                      <p:cBhvr additive="base">
                                        <p:cTn id="62" dur="450" fill="hold"/>
                                        <p:tgtEl>
                                          <p:spTgt spid="19"/>
                                        </p:tgtEl>
                                        <p:attrNameLst>
                                          <p:attrName>ppt_x</p:attrName>
                                        </p:attrNameLst>
                                      </p:cBhvr>
                                      <p:tavLst>
                                        <p:tav tm="0">
                                          <p:val>
                                            <p:strVal val="1+#ppt_w/2"/>
                                          </p:val>
                                        </p:tav>
                                        <p:tav tm="100000">
                                          <p:val>
                                            <p:strVal val="#ppt_x"/>
                                          </p:val>
                                        </p:tav>
                                      </p:tavLst>
                                    </p:anim>
                                    <p:anim calcmode="lin" valueType="num">
                                      <p:cBhvr additive="base">
                                        <p:cTn id="63" dur="450" fill="hold"/>
                                        <p:tgtEl>
                                          <p:spTgt spid="19"/>
                                        </p:tgtEl>
                                        <p:attrNameLst>
                                          <p:attrName>ppt_y</p:attrName>
                                        </p:attrNameLst>
                                      </p:cBhvr>
                                      <p:tavLst>
                                        <p:tav tm="0">
                                          <p:val>
                                            <p:strVal val="#ppt_y"/>
                                          </p:val>
                                        </p:tav>
                                        <p:tav tm="100000">
                                          <p:val>
                                            <p:strVal val="#ppt_y"/>
                                          </p:val>
                                        </p:tav>
                                      </p:tavLst>
                                    </p:anim>
                                  </p:childTnLst>
                                </p:cTn>
                              </p:par>
                              <p:par>
                                <p:cTn id="64" presetID="2" presetClass="entr" presetSubtype="2" fill="hold" grpId="0" nodeType="withEffect">
                                  <p:stCondLst>
                                    <p:cond delay="85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450" fill="hold"/>
                                        <p:tgtEl>
                                          <p:spTgt spid="20"/>
                                        </p:tgtEl>
                                        <p:attrNameLst>
                                          <p:attrName>ppt_x</p:attrName>
                                        </p:attrNameLst>
                                      </p:cBhvr>
                                      <p:tavLst>
                                        <p:tav tm="0">
                                          <p:val>
                                            <p:strVal val="1+#ppt_w/2"/>
                                          </p:val>
                                        </p:tav>
                                        <p:tav tm="100000">
                                          <p:val>
                                            <p:strVal val="#ppt_x"/>
                                          </p:val>
                                        </p:tav>
                                      </p:tavLst>
                                    </p:anim>
                                    <p:anim calcmode="lin" valueType="num">
                                      <p:cBhvr additive="base">
                                        <p:cTn id="67" dur="450" fill="hold"/>
                                        <p:tgtEl>
                                          <p:spTgt spid="20"/>
                                        </p:tgtEl>
                                        <p:attrNameLst>
                                          <p:attrName>ppt_y</p:attrName>
                                        </p:attrNameLst>
                                      </p:cBhvr>
                                      <p:tavLst>
                                        <p:tav tm="0">
                                          <p:val>
                                            <p:strVal val="#ppt_y"/>
                                          </p:val>
                                        </p:tav>
                                        <p:tav tm="100000">
                                          <p:val>
                                            <p:strVal val="#ppt_y"/>
                                          </p:val>
                                        </p:tav>
                                      </p:tavLst>
                                    </p:anim>
                                  </p:childTnLst>
                                </p:cTn>
                              </p:par>
                              <p:par>
                                <p:cTn id="68" presetID="2" presetClass="entr" presetSubtype="2" fill="hold" grpId="0" nodeType="withEffect">
                                  <p:stCondLst>
                                    <p:cond delay="850"/>
                                  </p:stCondLst>
                                  <p:childTnLst>
                                    <p:set>
                                      <p:cBhvr>
                                        <p:cTn id="69" dur="1" fill="hold">
                                          <p:stCondLst>
                                            <p:cond delay="0"/>
                                          </p:stCondLst>
                                        </p:cTn>
                                        <p:tgtEl>
                                          <p:spTgt spid="21"/>
                                        </p:tgtEl>
                                        <p:attrNameLst>
                                          <p:attrName>style.visibility</p:attrName>
                                        </p:attrNameLst>
                                      </p:cBhvr>
                                      <p:to>
                                        <p:strVal val="visible"/>
                                      </p:to>
                                    </p:set>
                                    <p:anim calcmode="lin" valueType="num">
                                      <p:cBhvr additive="base">
                                        <p:cTn id="70" dur="450" fill="hold"/>
                                        <p:tgtEl>
                                          <p:spTgt spid="21"/>
                                        </p:tgtEl>
                                        <p:attrNameLst>
                                          <p:attrName>ppt_x</p:attrName>
                                        </p:attrNameLst>
                                      </p:cBhvr>
                                      <p:tavLst>
                                        <p:tav tm="0">
                                          <p:val>
                                            <p:strVal val="1+#ppt_w/2"/>
                                          </p:val>
                                        </p:tav>
                                        <p:tav tm="100000">
                                          <p:val>
                                            <p:strVal val="#ppt_x"/>
                                          </p:val>
                                        </p:tav>
                                      </p:tavLst>
                                    </p:anim>
                                    <p:anim calcmode="lin" valueType="num">
                                      <p:cBhvr additive="base">
                                        <p:cTn id="71" dur="450" fill="hold"/>
                                        <p:tgtEl>
                                          <p:spTgt spid="21"/>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85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450" fill="hold"/>
                                        <p:tgtEl>
                                          <p:spTgt spid="22"/>
                                        </p:tgtEl>
                                        <p:attrNameLst>
                                          <p:attrName>ppt_x</p:attrName>
                                        </p:attrNameLst>
                                      </p:cBhvr>
                                      <p:tavLst>
                                        <p:tav tm="0">
                                          <p:val>
                                            <p:strVal val="1+#ppt_w/2"/>
                                          </p:val>
                                        </p:tav>
                                        <p:tav tm="100000">
                                          <p:val>
                                            <p:strVal val="#ppt_x"/>
                                          </p:val>
                                        </p:tav>
                                      </p:tavLst>
                                    </p:anim>
                                    <p:anim calcmode="lin" valueType="num">
                                      <p:cBhvr additive="base">
                                        <p:cTn id="75" dur="450" fill="hold"/>
                                        <p:tgtEl>
                                          <p:spTgt spid="22"/>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850"/>
                                  </p:stCondLst>
                                  <p:childTnLst>
                                    <p:set>
                                      <p:cBhvr>
                                        <p:cTn id="77" dur="1" fill="hold">
                                          <p:stCondLst>
                                            <p:cond delay="0"/>
                                          </p:stCondLst>
                                        </p:cTn>
                                        <p:tgtEl>
                                          <p:spTgt spid="23"/>
                                        </p:tgtEl>
                                        <p:attrNameLst>
                                          <p:attrName>style.visibility</p:attrName>
                                        </p:attrNameLst>
                                      </p:cBhvr>
                                      <p:to>
                                        <p:strVal val="visible"/>
                                      </p:to>
                                    </p:set>
                                    <p:anim calcmode="lin" valueType="num">
                                      <p:cBhvr additive="base">
                                        <p:cTn id="78" dur="450" fill="hold"/>
                                        <p:tgtEl>
                                          <p:spTgt spid="23"/>
                                        </p:tgtEl>
                                        <p:attrNameLst>
                                          <p:attrName>ppt_x</p:attrName>
                                        </p:attrNameLst>
                                      </p:cBhvr>
                                      <p:tavLst>
                                        <p:tav tm="0">
                                          <p:val>
                                            <p:strVal val="1+#ppt_w/2"/>
                                          </p:val>
                                        </p:tav>
                                        <p:tav tm="100000">
                                          <p:val>
                                            <p:strVal val="#ppt_x"/>
                                          </p:val>
                                        </p:tav>
                                      </p:tavLst>
                                    </p:anim>
                                    <p:anim calcmode="lin" valueType="num">
                                      <p:cBhvr additive="base">
                                        <p:cTn id="79" dur="450" fill="hold"/>
                                        <p:tgtEl>
                                          <p:spTgt spid="23"/>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1000"/>
                                  </p:stCondLst>
                                  <p:childTnLst>
                                    <p:set>
                                      <p:cBhvr>
                                        <p:cTn id="81" dur="1" fill="hold">
                                          <p:stCondLst>
                                            <p:cond delay="0"/>
                                          </p:stCondLst>
                                        </p:cTn>
                                        <p:tgtEl>
                                          <p:spTgt spid="24"/>
                                        </p:tgtEl>
                                        <p:attrNameLst>
                                          <p:attrName>style.visibility</p:attrName>
                                        </p:attrNameLst>
                                      </p:cBhvr>
                                      <p:to>
                                        <p:strVal val="visible"/>
                                      </p:to>
                                    </p:set>
                                    <p:anim calcmode="lin" valueType="num">
                                      <p:cBhvr additive="base">
                                        <p:cTn id="82" dur="450" fill="hold"/>
                                        <p:tgtEl>
                                          <p:spTgt spid="24"/>
                                        </p:tgtEl>
                                        <p:attrNameLst>
                                          <p:attrName>ppt_x</p:attrName>
                                        </p:attrNameLst>
                                      </p:cBhvr>
                                      <p:tavLst>
                                        <p:tav tm="0">
                                          <p:val>
                                            <p:strVal val="1+#ppt_w/2"/>
                                          </p:val>
                                        </p:tav>
                                        <p:tav tm="100000">
                                          <p:val>
                                            <p:strVal val="#ppt_x"/>
                                          </p:val>
                                        </p:tav>
                                      </p:tavLst>
                                    </p:anim>
                                    <p:anim calcmode="lin" valueType="num">
                                      <p:cBhvr additive="base">
                                        <p:cTn id="83" dur="450" fill="hold"/>
                                        <p:tgtEl>
                                          <p:spTgt spid="24"/>
                                        </p:tgtEl>
                                        <p:attrNameLst>
                                          <p:attrName>ppt_y</p:attrName>
                                        </p:attrNameLst>
                                      </p:cBhvr>
                                      <p:tavLst>
                                        <p:tav tm="0">
                                          <p:val>
                                            <p:strVal val="#ppt_y"/>
                                          </p:val>
                                        </p:tav>
                                        <p:tav tm="100000">
                                          <p:val>
                                            <p:strVal val="#ppt_y"/>
                                          </p:val>
                                        </p:tav>
                                      </p:tavLst>
                                    </p:anim>
                                  </p:childTnLst>
                                </p:cTn>
                              </p:par>
                              <p:par>
                                <p:cTn id="84" presetID="2" presetClass="entr" presetSubtype="2" fill="hold" grpId="0" nodeType="withEffect">
                                  <p:stCondLst>
                                    <p:cond delay="1000"/>
                                  </p:stCondLst>
                                  <p:childTnLst>
                                    <p:set>
                                      <p:cBhvr>
                                        <p:cTn id="85" dur="1" fill="hold">
                                          <p:stCondLst>
                                            <p:cond delay="0"/>
                                          </p:stCondLst>
                                        </p:cTn>
                                        <p:tgtEl>
                                          <p:spTgt spid="25"/>
                                        </p:tgtEl>
                                        <p:attrNameLst>
                                          <p:attrName>style.visibility</p:attrName>
                                        </p:attrNameLst>
                                      </p:cBhvr>
                                      <p:to>
                                        <p:strVal val="visible"/>
                                      </p:to>
                                    </p:set>
                                    <p:anim calcmode="lin" valueType="num">
                                      <p:cBhvr additive="base">
                                        <p:cTn id="86" dur="450" fill="hold"/>
                                        <p:tgtEl>
                                          <p:spTgt spid="25"/>
                                        </p:tgtEl>
                                        <p:attrNameLst>
                                          <p:attrName>ppt_x</p:attrName>
                                        </p:attrNameLst>
                                      </p:cBhvr>
                                      <p:tavLst>
                                        <p:tav tm="0">
                                          <p:val>
                                            <p:strVal val="1+#ppt_w/2"/>
                                          </p:val>
                                        </p:tav>
                                        <p:tav tm="100000">
                                          <p:val>
                                            <p:strVal val="#ppt_x"/>
                                          </p:val>
                                        </p:tav>
                                      </p:tavLst>
                                    </p:anim>
                                    <p:anim calcmode="lin" valueType="num">
                                      <p:cBhvr additive="base">
                                        <p:cTn id="87" dur="450" fill="hold"/>
                                        <p:tgtEl>
                                          <p:spTgt spid="25"/>
                                        </p:tgtEl>
                                        <p:attrNameLst>
                                          <p:attrName>ppt_y</p:attrName>
                                        </p:attrNameLst>
                                      </p:cBhvr>
                                      <p:tavLst>
                                        <p:tav tm="0">
                                          <p:val>
                                            <p:strVal val="#ppt_y"/>
                                          </p:val>
                                        </p:tav>
                                        <p:tav tm="100000">
                                          <p:val>
                                            <p:strVal val="#ppt_y"/>
                                          </p:val>
                                        </p:tav>
                                      </p:tavLst>
                                    </p:anim>
                                  </p:childTnLst>
                                </p:cTn>
                              </p:par>
                              <p:par>
                                <p:cTn id="88" presetID="2" presetClass="entr" presetSubtype="2" fill="hold" grpId="0" nodeType="withEffect">
                                  <p:stCondLst>
                                    <p:cond delay="1000"/>
                                  </p:stCondLst>
                                  <p:childTnLst>
                                    <p:set>
                                      <p:cBhvr>
                                        <p:cTn id="89" dur="1" fill="hold">
                                          <p:stCondLst>
                                            <p:cond delay="0"/>
                                          </p:stCondLst>
                                        </p:cTn>
                                        <p:tgtEl>
                                          <p:spTgt spid="26"/>
                                        </p:tgtEl>
                                        <p:attrNameLst>
                                          <p:attrName>style.visibility</p:attrName>
                                        </p:attrNameLst>
                                      </p:cBhvr>
                                      <p:to>
                                        <p:strVal val="visible"/>
                                      </p:to>
                                    </p:set>
                                    <p:anim calcmode="lin" valueType="num">
                                      <p:cBhvr additive="base">
                                        <p:cTn id="90" dur="450" fill="hold"/>
                                        <p:tgtEl>
                                          <p:spTgt spid="26"/>
                                        </p:tgtEl>
                                        <p:attrNameLst>
                                          <p:attrName>ppt_x</p:attrName>
                                        </p:attrNameLst>
                                      </p:cBhvr>
                                      <p:tavLst>
                                        <p:tav tm="0">
                                          <p:val>
                                            <p:strVal val="1+#ppt_w/2"/>
                                          </p:val>
                                        </p:tav>
                                        <p:tav tm="100000">
                                          <p:val>
                                            <p:strVal val="#ppt_x"/>
                                          </p:val>
                                        </p:tav>
                                      </p:tavLst>
                                    </p:anim>
                                    <p:anim calcmode="lin" valueType="num">
                                      <p:cBhvr additive="base">
                                        <p:cTn id="91" dur="450" fill="hold"/>
                                        <p:tgtEl>
                                          <p:spTgt spid="26"/>
                                        </p:tgtEl>
                                        <p:attrNameLst>
                                          <p:attrName>ppt_y</p:attrName>
                                        </p:attrNameLst>
                                      </p:cBhvr>
                                      <p:tavLst>
                                        <p:tav tm="0">
                                          <p:val>
                                            <p:strVal val="#ppt_y"/>
                                          </p:val>
                                        </p:tav>
                                        <p:tav tm="100000">
                                          <p:val>
                                            <p:strVal val="#ppt_y"/>
                                          </p:val>
                                        </p:tav>
                                      </p:tavLst>
                                    </p:anim>
                                  </p:childTnLst>
                                </p:cTn>
                              </p:par>
                              <p:par>
                                <p:cTn id="92" presetID="2" presetClass="entr" presetSubtype="2" fill="hold" grpId="0" nodeType="withEffect">
                                  <p:stCondLst>
                                    <p:cond delay="1000"/>
                                  </p:stCondLst>
                                  <p:childTnLst>
                                    <p:set>
                                      <p:cBhvr>
                                        <p:cTn id="93" dur="1" fill="hold">
                                          <p:stCondLst>
                                            <p:cond delay="0"/>
                                          </p:stCondLst>
                                        </p:cTn>
                                        <p:tgtEl>
                                          <p:spTgt spid="27"/>
                                        </p:tgtEl>
                                        <p:attrNameLst>
                                          <p:attrName>style.visibility</p:attrName>
                                        </p:attrNameLst>
                                      </p:cBhvr>
                                      <p:to>
                                        <p:strVal val="visible"/>
                                      </p:to>
                                    </p:set>
                                    <p:anim calcmode="lin" valueType="num">
                                      <p:cBhvr additive="base">
                                        <p:cTn id="94" dur="450" fill="hold"/>
                                        <p:tgtEl>
                                          <p:spTgt spid="27"/>
                                        </p:tgtEl>
                                        <p:attrNameLst>
                                          <p:attrName>ppt_x</p:attrName>
                                        </p:attrNameLst>
                                      </p:cBhvr>
                                      <p:tavLst>
                                        <p:tav tm="0">
                                          <p:val>
                                            <p:strVal val="1+#ppt_w/2"/>
                                          </p:val>
                                        </p:tav>
                                        <p:tav tm="100000">
                                          <p:val>
                                            <p:strVal val="#ppt_x"/>
                                          </p:val>
                                        </p:tav>
                                      </p:tavLst>
                                    </p:anim>
                                    <p:anim calcmode="lin" valueType="num">
                                      <p:cBhvr additive="base">
                                        <p:cTn id="95" dur="450" fill="hold"/>
                                        <p:tgtEl>
                                          <p:spTgt spid="27"/>
                                        </p:tgtEl>
                                        <p:attrNameLst>
                                          <p:attrName>ppt_y</p:attrName>
                                        </p:attrNameLst>
                                      </p:cBhvr>
                                      <p:tavLst>
                                        <p:tav tm="0">
                                          <p:val>
                                            <p:strVal val="#ppt_y"/>
                                          </p:val>
                                        </p:tav>
                                        <p:tav tm="100000">
                                          <p:val>
                                            <p:strVal val="#ppt_y"/>
                                          </p:val>
                                        </p:tav>
                                      </p:tavLst>
                                    </p:anim>
                                  </p:childTnLst>
                                </p:cTn>
                              </p:par>
                              <p:par>
                                <p:cTn id="96" presetID="2" presetClass="entr" presetSubtype="2" fill="hold" grpId="0" nodeType="withEffect">
                                  <p:stCondLst>
                                    <p:cond delay="1000"/>
                                  </p:stCondLst>
                                  <p:childTnLst>
                                    <p:set>
                                      <p:cBhvr>
                                        <p:cTn id="97" dur="1" fill="hold">
                                          <p:stCondLst>
                                            <p:cond delay="0"/>
                                          </p:stCondLst>
                                        </p:cTn>
                                        <p:tgtEl>
                                          <p:spTgt spid="28"/>
                                        </p:tgtEl>
                                        <p:attrNameLst>
                                          <p:attrName>style.visibility</p:attrName>
                                        </p:attrNameLst>
                                      </p:cBhvr>
                                      <p:to>
                                        <p:strVal val="visible"/>
                                      </p:to>
                                    </p:set>
                                    <p:anim calcmode="lin" valueType="num">
                                      <p:cBhvr additive="base">
                                        <p:cTn id="98" dur="450" fill="hold"/>
                                        <p:tgtEl>
                                          <p:spTgt spid="28"/>
                                        </p:tgtEl>
                                        <p:attrNameLst>
                                          <p:attrName>ppt_x</p:attrName>
                                        </p:attrNameLst>
                                      </p:cBhvr>
                                      <p:tavLst>
                                        <p:tav tm="0">
                                          <p:val>
                                            <p:strVal val="1+#ppt_w/2"/>
                                          </p:val>
                                        </p:tav>
                                        <p:tav tm="100000">
                                          <p:val>
                                            <p:strVal val="#ppt_x"/>
                                          </p:val>
                                        </p:tav>
                                      </p:tavLst>
                                    </p:anim>
                                    <p:anim calcmode="lin" valueType="num">
                                      <p:cBhvr additive="base">
                                        <p:cTn id="99" dur="450" fill="hold"/>
                                        <p:tgtEl>
                                          <p:spTgt spid="28"/>
                                        </p:tgtEl>
                                        <p:attrNameLst>
                                          <p:attrName>ppt_y</p:attrName>
                                        </p:attrNameLst>
                                      </p:cBhvr>
                                      <p:tavLst>
                                        <p:tav tm="0">
                                          <p:val>
                                            <p:strVal val="#ppt_y"/>
                                          </p:val>
                                        </p:tav>
                                        <p:tav tm="100000">
                                          <p:val>
                                            <p:strVal val="#ppt_y"/>
                                          </p:val>
                                        </p:tav>
                                      </p:tavLst>
                                    </p:anim>
                                  </p:childTnLst>
                                </p:cTn>
                              </p:par>
                              <p:par>
                                <p:cTn id="100" presetID="2" presetClass="entr" presetSubtype="2" fill="hold" grpId="0" nodeType="withEffect">
                                  <p:stCondLst>
                                    <p:cond delay="1150"/>
                                  </p:stCondLst>
                                  <p:childTnLst>
                                    <p:set>
                                      <p:cBhvr>
                                        <p:cTn id="101" dur="1" fill="hold">
                                          <p:stCondLst>
                                            <p:cond delay="0"/>
                                          </p:stCondLst>
                                        </p:cTn>
                                        <p:tgtEl>
                                          <p:spTgt spid="29"/>
                                        </p:tgtEl>
                                        <p:attrNameLst>
                                          <p:attrName>style.visibility</p:attrName>
                                        </p:attrNameLst>
                                      </p:cBhvr>
                                      <p:to>
                                        <p:strVal val="visible"/>
                                      </p:to>
                                    </p:set>
                                    <p:anim calcmode="lin" valueType="num">
                                      <p:cBhvr additive="base">
                                        <p:cTn id="102" dur="450" fill="hold"/>
                                        <p:tgtEl>
                                          <p:spTgt spid="29"/>
                                        </p:tgtEl>
                                        <p:attrNameLst>
                                          <p:attrName>ppt_x</p:attrName>
                                        </p:attrNameLst>
                                      </p:cBhvr>
                                      <p:tavLst>
                                        <p:tav tm="0">
                                          <p:val>
                                            <p:strVal val="1+#ppt_w/2"/>
                                          </p:val>
                                        </p:tav>
                                        <p:tav tm="100000">
                                          <p:val>
                                            <p:strVal val="#ppt_x"/>
                                          </p:val>
                                        </p:tav>
                                      </p:tavLst>
                                    </p:anim>
                                    <p:anim calcmode="lin" valueType="num">
                                      <p:cBhvr additive="base">
                                        <p:cTn id="103" dur="450" fill="hold"/>
                                        <p:tgtEl>
                                          <p:spTgt spid="29"/>
                                        </p:tgtEl>
                                        <p:attrNameLst>
                                          <p:attrName>ppt_y</p:attrName>
                                        </p:attrNameLst>
                                      </p:cBhvr>
                                      <p:tavLst>
                                        <p:tav tm="0">
                                          <p:val>
                                            <p:strVal val="#ppt_y"/>
                                          </p:val>
                                        </p:tav>
                                        <p:tav tm="100000">
                                          <p:val>
                                            <p:strVal val="#ppt_y"/>
                                          </p:val>
                                        </p:tav>
                                      </p:tavLst>
                                    </p:anim>
                                  </p:childTnLst>
                                </p:cTn>
                              </p:par>
                              <p:par>
                                <p:cTn id="104" presetID="2" presetClass="entr" presetSubtype="2" fill="hold" grpId="0" nodeType="withEffect">
                                  <p:stCondLst>
                                    <p:cond delay="1150"/>
                                  </p:stCondLst>
                                  <p:childTnLst>
                                    <p:set>
                                      <p:cBhvr>
                                        <p:cTn id="105" dur="1" fill="hold">
                                          <p:stCondLst>
                                            <p:cond delay="0"/>
                                          </p:stCondLst>
                                        </p:cTn>
                                        <p:tgtEl>
                                          <p:spTgt spid="30"/>
                                        </p:tgtEl>
                                        <p:attrNameLst>
                                          <p:attrName>style.visibility</p:attrName>
                                        </p:attrNameLst>
                                      </p:cBhvr>
                                      <p:to>
                                        <p:strVal val="visible"/>
                                      </p:to>
                                    </p:set>
                                    <p:anim calcmode="lin" valueType="num">
                                      <p:cBhvr additive="base">
                                        <p:cTn id="106" dur="450" fill="hold"/>
                                        <p:tgtEl>
                                          <p:spTgt spid="30"/>
                                        </p:tgtEl>
                                        <p:attrNameLst>
                                          <p:attrName>ppt_x</p:attrName>
                                        </p:attrNameLst>
                                      </p:cBhvr>
                                      <p:tavLst>
                                        <p:tav tm="0">
                                          <p:val>
                                            <p:strVal val="1+#ppt_w/2"/>
                                          </p:val>
                                        </p:tav>
                                        <p:tav tm="100000">
                                          <p:val>
                                            <p:strVal val="#ppt_x"/>
                                          </p:val>
                                        </p:tav>
                                      </p:tavLst>
                                    </p:anim>
                                    <p:anim calcmode="lin" valueType="num">
                                      <p:cBhvr additive="base">
                                        <p:cTn id="107" dur="450" fill="hold"/>
                                        <p:tgtEl>
                                          <p:spTgt spid="30"/>
                                        </p:tgtEl>
                                        <p:attrNameLst>
                                          <p:attrName>ppt_y</p:attrName>
                                        </p:attrNameLst>
                                      </p:cBhvr>
                                      <p:tavLst>
                                        <p:tav tm="0">
                                          <p:val>
                                            <p:strVal val="#ppt_y"/>
                                          </p:val>
                                        </p:tav>
                                        <p:tav tm="100000">
                                          <p:val>
                                            <p:strVal val="#ppt_y"/>
                                          </p:val>
                                        </p:tav>
                                      </p:tavLst>
                                    </p:anim>
                                  </p:childTnLst>
                                </p:cTn>
                              </p:par>
                              <p:par>
                                <p:cTn id="108" presetID="2" presetClass="entr" presetSubtype="2" fill="hold" grpId="0" nodeType="withEffect">
                                  <p:stCondLst>
                                    <p:cond delay="1150"/>
                                  </p:stCondLst>
                                  <p:childTnLst>
                                    <p:set>
                                      <p:cBhvr>
                                        <p:cTn id="109" dur="1" fill="hold">
                                          <p:stCondLst>
                                            <p:cond delay="0"/>
                                          </p:stCondLst>
                                        </p:cTn>
                                        <p:tgtEl>
                                          <p:spTgt spid="31"/>
                                        </p:tgtEl>
                                        <p:attrNameLst>
                                          <p:attrName>style.visibility</p:attrName>
                                        </p:attrNameLst>
                                      </p:cBhvr>
                                      <p:to>
                                        <p:strVal val="visible"/>
                                      </p:to>
                                    </p:set>
                                    <p:anim calcmode="lin" valueType="num">
                                      <p:cBhvr additive="base">
                                        <p:cTn id="110" dur="450" fill="hold"/>
                                        <p:tgtEl>
                                          <p:spTgt spid="31"/>
                                        </p:tgtEl>
                                        <p:attrNameLst>
                                          <p:attrName>ppt_x</p:attrName>
                                        </p:attrNameLst>
                                      </p:cBhvr>
                                      <p:tavLst>
                                        <p:tav tm="0">
                                          <p:val>
                                            <p:strVal val="1+#ppt_w/2"/>
                                          </p:val>
                                        </p:tav>
                                        <p:tav tm="100000">
                                          <p:val>
                                            <p:strVal val="#ppt_x"/>
                                          </p:val>
                                        </p:tav>
                                      </p:tavLst>
                                    </p:anim>
                                    <p:anim calcmode="lin" valueType="num">
                                      <p:cBhvr additive="base">
                                        <p:cTn id="111" dur="450" fill="hold"/>
                                        <p:tgtEl>
                                          <p:spTgt spid="31"/>
                                        </p:tgtEl>
                                        <p:attrNameLst>
                                          <p:attrName>ppt_y</p:attrName>
                                        </p:attrNameLst>
                                      </p:cBhvr>
                                      <p:tavLst>
                                        <p:tav tm="0">
                                          <p:val>
                                            <p:strVal val="#ppt_y"/>
                                          </p:val>
                                        </p:tav>
                                        <p:tav tm="100000">
                                          <p:val>
                                            <p:strVal val="#ppt_y"/>
                                          </p:val>
                                        </p:tav>
                                      </p:tavLst>
                                    </p:anim>
                                  </p:childTnLst>
                                </p:cTn>
                              </p:par>
                              <p:par>
                                <p:cTn id="112" presetID="2" presetClass="entr" presetSubtype="2" fill="hold" grpId="0" nodeType="withEffect">
                                  <p:stCondLst>
                                    <p:cond delay="1150"/>
                                  </p:stCondLst>
                                  <p:childTnLst>
                                    <p:set>
                                      <p:cBhvr>
                                        <p:cTn id="113" dur="1" fill="hold">
                                          <p:stCondLst>
                                            <p:cond delay="0"/>
                                          </p:stCondLst>
                                        </p:cTn>
                                        <p:tgtEl>
                                          <p:spTgt spid="32"/>
                                        </p:tgtEl>
                                        <p:attrNameLst>
                                          <p:attrName>style.visibility</p:attrName>
                                        </p:attrNameLst>
                                      </p:cBhvr>
                                      <p:to>
                                        <p:strVal val="visible"/>
                                      </p:to>
                                    </p:set>
                                    <p:anim calcmode="lin" valueType="num">
                                      <p:cBhvr additive="base">
                                        <p:cTn id="114" dur="450" fill="hold"/>
                                        <p:tgtEl>
                                          <p:spTgt spid="32"/>
                                        </p:tgtEl>
                                        <p:attrNameLst>
                                          <p:attrName>ppt_x</p:attrName>
                                        </p:attrNameLst>
                                      </p:cBhvr>
                                      <p:tavLst>
                                        <p:tav tm="0">
                                          <p:val>
                                            <p:strVal val="1+#ppt_w/2"/>
                                          </p:val>
                                        </p:tav>
                                        <p:tav tm="100000">
                                          <p:val>
                                            <p:strVal val="#ppt_x"/>
                                          </p:val>
                                        </p:tav>
                                      </p:tavLst>
                                    </p:anim>
                                    <p:anim calcmode="lin" valueType="num">
                                      <p:cBhvr additive="base">
                                        <p:cTn id="115" dur="450" fill="hold"/>
                                        <p:tgtEl>
                                          <p:spTgt spid="32"/>
                                        </p:tgtEl>
                                        <p:attrNameLst>
                                          <p:attrName>ppt_y</p:attrName>
                                        </p:attrNameLst>
                                      </p:cBhvr>
                                      <p:tavLst>
                                        <p:tav tm="0">
                                          <p:val>
                                            <p:strVal val="#ppt_y"/>
                                          </p:val>
                                        </p:tav>
                                        <p:tav tm="100000">
                                          <p:val>
                                            <p:strVal val="#ppt_y"/>
                                          </p:val>
                                        </p:tav>
                                      </p:tavLst>
                                    </p:anim>
                                  </p:childTnLst>
                                </p:cTn>
                              </p:par>
                              <p:par>
                                <p:cTn id="116" presetID="2" presetClass="entr" presetSubtype="2" fill="hold" grpId="0" nodeType="withEffect">
                                  <p:stCondLst>
                                    <p:cond delay="1150"/>
                                  </p:stCondLst>
                                  <p:childTnLst>
                                    <p:set>
                                      <p:cBhvr>
                                        <p:cTn id="117" dur="1" fill="hold">
                                          <p:stCondLst>
                                            <p:cond delay="0"/>
                                          </p:stCondLst>
                                        </p:cTn>
                                        <p:tgtEl>
                                          <p:spTgt spid="33"/>
                                        </p:tgtEl>
                                        <p:attrNameLst>
                                          <p:attrName>style.visibility</p:attrName>
                                        </p:attrNameLst>
                                      </p:cBhvr>
                                      <p:to>
                                        <p:strVal val="visible"/>
                                      </p:to>
                                    </p:set>
                                    <p:anim calcmode="lin" valueType="num">
                                      <p:cBhvr additive="base">
                                        <p:cTn id="118" dur="450" fill="hold"/>
                                        <p:tgtEl>
                                          <p:spTgt spid="33"/>
                                        </p:tgtEl>
                                        <p:attrNameLst>
                                          <p:attrName>ppt_x</p:attrName>
                                        </p:attrNameLst>
                                      </p:cBhvr>
                                      <p:tavLst>
                                        <p:tav tm="0">
                                          <p:val>
                                            <p:strVal val="1+#ppt_w/2"/>
                                          </p:val>
                                        </p:tav>
                                        <p:tav tm="100000">
                                          <p:val>
                                            <p:strVal val="#ppt_x"/>
                                          </p:val>
                                        </p:tav>
                                      </p:tavLst>
                                    </p:anim>
                                    <p:anim calcmode="lin" valueType="num">
                                      <p:cBhvr additive="base">
                                        <p:cTn id="119" dur="45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4" grpId="0" animBg="1"/>
      <p:bldP spid="15" grpId="0" animBg="1"/>
      <p:bldP spid="17" grpId="0" animBg="1"/>
      <p:bldP spid="18" grpId="0" animBg="1"/>
      <p:bldP spid="19" grpId="0" animBg="1"/>
      <p:bldP spid="20" grpId="0" animBg="1"/>
      <p:bldP spid="22" grpId="0" animBg="1"/>
      <p:bldP spid="23" grpId="0" animBg="1"/>
      <p:bldP spid="24" grpId="0" animBg="1"/>
      <p:bldP spid="25" grpId="0" animBg="1"/>
      <p:bldP spid="27" grpId="0" animBg="1"/>
      <p:bldP spid="28" grpId="0" animBg="1"/>
      <p:bldP spid="29" grpId="0" animBg="1"/>
      <p:bldP spid="30" grpId="0" animBg="1"/>
      <p:bldP spid="32" grpId="0" animBg="1"/>
      <p:bldP spid="33"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921415"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05</a:t>
            </a:r>
          </a:p>
        </p:txBody>
      </p:sp>
      <p:sp>
        <p:nvSpPr>
          <p:cNvPr id="7" name="!!tag_text"/>
          <p:cNvSpPr txBox="1"/>
          <p:nvPr/>
        </p:nvSpPr>
        <p:spPr>
          <a:xfrm>
            <a:off x="896112" y="292608"/>
            <a:ext cx="555655"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IOT</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GIÁ TRỊ KINH TẾ VƯỢT TRỘI</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Hiệu quả thực tế tại các trang trại đã triển khai hệ thống BOM IoT</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22</a:t>
            </a:r>
          </a:p>
        </p:txBody>
      </p:sp>
      <p:sp>
        <p:nvSpPr>
          <p:cNvPr id="11" name="Rounded Rectangle 10"/>
          <p:cNvSpPr/>
          <p:nvPr/>
        </p:nvSpPr>
        <p:spPr>
          <a:xfrm>
            <a:off x="548640" y="1691640"/>
            <a:ext cx="7315200" cy="4526280"/>
          </a:xfrm>
          <a:prstGeom prst="roundRect">
            <a:avLst>
              <a:gd name="adj" fmla="val 2828"/>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graphicFrame>
        <p:nvGraphicFramePr>
          <p:cNvPr id="12" name="Chart 11"/>
          <p:cNvGraphicFramePr>
            <a:graphicFrameLocks noGrp="1"/>
          </p:cNvGraphicFramePr>
          <p:nvPr/>
        </p:nvGraphicFramePr>
        <p:xfrm>
          <a:off x="777240" y="1874520"/>
          <a:ext cx="6858000" cy="3931920"/>
        </p:xfrm>
        <a:graphic>
          <a:graphicData uri="http://schemas.openxmlformats.org/drawingml/2006/chart">
            <c:chart xmlns:c="http://schemas.openxmlformats.org/drawingml/2006/chart" r:id="rId4"/>
          </a:graphicData>
        </a:graphic>
      </p:graphicFrame>
      <p:sp>
        <p:nvSpPr>
          <p:cNvPr id="13" name="TextBox 12"/>
          <p:cNvSpPr txBox="1"/>
          <p:nvPr/>
        </p:nvSpPr>
        <p:spPr>
          <a:xfrm>
            <a:off x="822960" y="5806440"/>
            <a:ext cx="6766560" cy="320040"/>
          </a:xfrm>
          <a:prstGeom prst="rect">
            <a:avLst/>
          </a:prstGeom>
          <a:noFill/>
        </p:spPr>
        <p:txBody>
          <a:bodyPr wrap="square" lIns="0" rIns="0" tIns="0" bIns="0" anchor="t">
            <a:noAutofit/>
          </a:bodyPr>
          <a:lstStyle/>
          <a:p>
            <a:pPr algn="l"/>
            <a:r>
              <a:rPr sz="950" b="0" i="1">
                <a:solidFill>
                  <a:srgbClr val="86988C"/>
                </a:solidFill>
                <a:latin typeface="Be Vietnam Pro"/>
                <a:ea typeface="Be Vietnam Pro"/>
                <a:cs typeface="Be Vietnam Pro"/>
              </a:rPr>
              <a:t>Nguồn: BOM Technology – số liệu tại các trang trại đã triển khai.</a:t>
            </a:r>
          </a:p>
        </p:txBody>
      </p:sp>
      <p:sp>
        <p:nvSpPr>
          <p:cNvPr id="14" name="Rounded Rectangle 13"/>
          <p:cNvSpPr/>
          <p:nvPr/>
        </p:nvSpPr>
        <p:spPr>
          <a:xfrm>
            <a:off x="8138160" y="1691640"/>
            <a:ext cx="3504895" cy="1371600"/>
          </a:xfrm>
          <a:prstGeom prst="roundRect">
            <a:avLst>
              <a:gd name="adj" fmla="val 9333"/>
            </a:avLst>
          </a:prstGeom>
          <a:solidFill>
            <a:srgbClr val="207D08"/>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TextBox 14"/>
          <p:cNvSpPr txBox="1"/>
          <p:nvPr/>
        </p:nvSpPr>
        <p:spPr>
          <a:xfrm>
            <a:off x="8412480" y="1801368"/>
            <a:ext cx="3047695" cy="685800"/>
          </a:xfrm>
          <a:prstGeom prst="rect">
            <a:avLst/>
          </a:prstGeom>
          <a:noFill/>
        </p:spPr>
        <p:txBody>
          <a:bodyPr wrap="none" lIns="0" rIns="0" tIns="0" bIns="0" anchor="ctr">
            <a:noAutofit/>
          </a:bodyPr>
          <a:lstStyle/>
          <a:p>
            <a:pPr algn="l">
              <a:lnSpc>
                <a:spcPct val="100000"/>
              </a:lnSpc>
            </a:pPr>
            <a:r>
              <a:rPr sz="3000" b="1" i="0">
                <a:solidFill>
                  <a:srgbClr val="FFFFFF"/>
                </a:solidFill>
                <a:latin typeface="Lexend Exa"/>
                <a:ea typeface="Lexend Exa"/>
                <a:cs typeface="Lexend Exa"/>
              </a:rPr>
              <a:t>+20</a:t>
            </a:r>
            <a:r>
              <a:rPr sz="1500" b="1" i="0">
                <a:solidFill>
                  <a:srgbClr val="FFFFFF"/>
                </a:solidFill>
                <a:latin typeface="Lexend Exa"/>
                <a:ea typeface="Lexend Exa"/>
                <a:cs typeface="Lexend Exa"/>
              </a:rPr>
              <a:t>%</a:t>
            </a:r>
          </a:p>
        </p:txBody>
      </p:sp>
      <p:sp>
        <p:nvSpPr>
          <p:cNvPr id="16" name="TextBox 15"/>
          <p:cNvSpPr txBox="1"/>
          <p:nvPr/>
        </p:nvSpPr>
        <p:spPr>
          <a:xfrm>
            <a:off x="8412480" y="2468880"/>
            <a:ext cx="3047695" cy="502920"/>
          </a:xfrm>
          <a:prstGeom prst="rect">
            <a:avLst/>
          </a:prstGeom>
          <a:noFill/>
        </p:spPr>
        <p:txBody>
          <a:bodyPr wrap="square" lIns="0" rIns="0" tIns="0" bIns="0" anchor="t">
            <a:noAutofit/>
          </a:bodyPr>
          <a:lstStyle/>
          <a:p>
            <a:pPr algn="l">
              <a:lnSpc>
                <a:spcPct val="110000"/>
              </a:lnSpc>
            </a:pPr>
            <a:r>
              <a:rPr sz="1050" b="0" i="0">
                <a:solidFill>
                  <a:srgbClr val="FFFFFF"/>
                </a:solidFill>
                <a:latin typeface="Be Vietnam Pro"/>
                <a:ea typeface="Be Vietnam Pro"/>
                <a:cs typeface="Be Vietnam Pro"/>
              </a:rPr>
              <a:t>năng suất cây trồng</a:t>
            </a:r>
          </a:p>
        </p:txBody>
      </p:sp>
      <p:sp>
        <p:nvSpPr>
          <p:cNvPr id="17" name="Rounded Rectangle 16"/>
          <p:cNvSpPr/>
          <p:nvPr/>
        </p:nvSpPr>
        <p:spPr>
          <a:xfrm>
            <a:off x="8138160" y="3246120"/>
            <a:ext cx="350489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8" name="TextBox 17"/>
          <p:cNvSpPr txBox="1"/>
          <p:nvPr/>
        </p:nvSpPr>
        <p:spPr>
          <a:xfrm>
            <a:off x="8412480" y="3355848"/>
            <a:ext cx="3047695" cy="685800"/>
          </a:xfrm>
          <a:prstGeom prst="rect">
            <a:avLst/>
          </a:prstGeom>
          <a:noFill/>
        </p:spPr>
        <p:txBody>
          <a:bodyPr wrap="none" lIns="0" rIns="0" tIns="0" bIns="0" anchor="ctr">
            <a:noAutofit/>
          </a:bodyPr>
          <a:lstStyle/>
          <a:p>
            <a:pPr algn="l">
              <a:lnSpc>
                <a:spcPct val="100000"/>
              </a:lnSpc>
            </a:pPr>
            <a:r>
              <a:rPr sz="3000" b="1" i="0">
                <a:solidFill>
                  <a:srgbClr val="207D08"/>
                </a:solidFill>
                <a:latin typeface="Lexend Exa"/>
                <a:ea typeface="Lexend Exa"/>
                <a:cs typeface="Lexend Exa"/>
              </a:rPr>
              <a:t>−30</a:t>
            </a:r>
            <a:r>
              <a:rPr sz="1500" b="1" i="0">
                <a:solidFill>
                  <a:srgbClr val="207D08"/>
                </a:solidFill>
                <a:latin typeface="Lexend Exa"/>
                <a:ea typeface="Lexend Exa"/>
                <a:cs typeface="Lexend Exa"/>
              </a:rPr>
              <a:t>%</a:t>
            </a:r>
          </a:p>
        </p:txBody>
      </p:sp>
      <p:sp>
        <p:nvSpPr>
          <p:cNvPr id="19" name="TextBox 18"/>
          <p:cNvSpPr txBox="1"/>
          <p:nvPr/>
        </p:nvSpPr>
        <p:spPr>
          <a:xfrm>
            <a:off x="8412480" y="4023360"/>
            <a:ext cx="3047695" cy="502920"/>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phân bón lãng phí</a:t>
            </a:r>
          </a:p>
        </p:txBody>
      </p:sp>
      <p:sp>
        <p:nvSpPr>
          <p:cNvPr id="20" name="Rounded Rectangle 19"/>
          <p:cNvSpPr/>
          <p:nvPr/>
        </p:nvSpPr>
        <p:spPr>
          <a:xfrm>
            <a:off x="8138160" y="4800600"/>
            <a:ext cx="350489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TextBox 20"/>
          <p:cNvSpPr txBox="1"/>
          <p:nvPr/>
        </p:nvSpPr>
        <p:spPr>
          <a:xfrm>
            <a:off x="8412480" y="4910328"/>
            <a:ext cx="3047695" cy="685800"/>
          </a:xfrm>
          <a:prstGeom prst="rect">
            <a:avLst/>
          </a:prstGeom>
          <a:noFill/>
        </p:spPr>
        <p:txBody>
          <a:bodyPr wrap="none" lIns="0" rIns="0" tIns="0" bIns="0" anchor="ctr">
            <a:noAutofit/>
          </a:bodyPr>
          <a:lstStyle/>
          <a:p>
            <a:pPr algn="l">
              <a:lnSpc>
                <a:spcPct val="100000"/>
              </a:lnSpc>
            </a:pPr>
            <a:r>
              <a:rPr sz="3000" b="1" i="0">
                <a:solidFill>
                  <a:srgbClr val="207D08"/>
                </a:solidFill>
                <a:latin typeface="Lexend Exa"/>
                <a:ea typeface="Lexend Exa"/>
                <a:cs typeface="Lexend Exa"/>
              </a:rPr>
              <a:t>−50</a:t>
            </a:r>
            <a:r>
              <a:rPr sz="1500" b="1" i="0">
                <a:solidFill>
                  <a:srgbClr val="207D08"/>
                </a:solidFill>
                <a:latin typeface="Lexend Exa"/>
                <a:ea typeface="Lexend Exa"/>
                <a:cs typeface="Lexend Exa"/>
              </a:rPr>
              <a:t>%</a:t>
            </a:r>
          </a:p>
        </p:txBody>
      </p:sp>
      <p:sp>
        <p:nvSpPr>
          <p:cNvPr id="22" name="TextBox 21"/>
          <p:cNvSpPr txBox="1"/>
          <p:nvPr/>
        </p:nvSpPr>
        <p:spPr>
          <a:xfrm>
            <a:off x="8412480" y="5577840"/>
            <a:ext cx="3047695" cy="502920"/>
          </a:xfrm>
          <a:prstGeom prst="rect">
            <a:avLst/>
          </a:prstGeom>
          <a:noFill/>
        </p:spPr>
        <p:txBody>
          <a:bodyPr wrap="square" lIns="0" rIns="0" tIns="0" bIns="0" anchor="t">
            <a:noAutofit/>
          </a:bodyPr>
          <a:lstStyle/>
          <a:p>
            <a:pPr algn="l">
              <a:lnSpc>
                <a:spcPct val="110000"/>
              </a:lnSpc>
            </a:pPr>
            <a:r>
              <a:rPr sz="1050" b="0" i="0">
                <a:solidFill>
                  <a:srgbClr val="465A4D"/>
                </a:solidFill>
                <a:latin typeface="Be Vietnam Pro"/>
                <a:ea typeface="Be Vietnam Pro"/>
                <a:cs typeface="Be Vietnam Pro"/>
              </a:rPr>
              <a:t>chi phí nhân công giám sát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22" presetClass="entr" presetSubtype="4" fill="hold" grpId="0" nodeType="withEffect">
                                  <p:stCondLst>
                                    <p:cond delay="400"/>
                                  </p:stCondLst>
                                  <p:childTnLst>
                                    <p:set>
                                      <p:cBhvr>
                                        <p:cTn id="33" dur="1" fill="hold">
                                          <p:stCondLst>
                                            <p:cond delay="0"/>
                                          </p:stCondLst>
                                        </p:cTn>
                                        <p:tgtEl>
                                          <p:spTgt spid="12"/>
                                        </p:tgtEl>
                                        <p:attrNameLst>
                                          <p:attrName>style.visibility</p:attrName>
                                        </p:attrNameLst>
                                      </p:cBhvr>
                                      <p:to>
                                        <p:strVal val="visible"/>
                                      </p:to>
                                    </p:set>
                                    <p:animEffect transition="in" filter="wipe(down)">
                                      <p:cBhvr>
                                        <p:cTn id="34" dur="1000"/>
                                        <p:tgtEl>
                                          <p:spTgt spid="12"/>
                                        </p:tgtEl>
                                      </p:cBhvr>
                                    </p:animEffect>
                                  </p:childTnLst>
                                </p:cTn>
                              </p:par>
                              <p:par>
                                <p:cTn id="35" presetID="2" presetClass="entr" presetSubtype="2" fill="hold" grpId="0" nodeType="withEffect">
                                  <p:stCondLst>
                                    <p:cond delay="50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500" fill="hold"/>
                                        <p:tgtEl>
                                          <p:spTgt spid="14"/>
                                        </p:tgtEl>
                                        <p:attrNameLst>
                                          <p:attrName>ppt_x</p:attrName>
                                        </p:attrNameLst>
                                      </p:cBhvr>
                                      <p:tavLst>
                                        <p:tav tm="0">
                                          <p:val>
                                            <p:strVal val="1+#ppt_w/2"/>
                                          </p:val>
                                        </p:tav>
                                        <p:tav tm="100000">
                                          <p:val>
                                            <p:strVal val="#ppt_x"/>
                                          </p:val>
                                        </p:tav>
                                      </p:tavLst>
                                    </p:anim>
                                    <p:anim calcmode="lin" valueType="num">
                                      <p:cBhvr additive="base">
                                        <p:cTn id="38" dur="500" fill="hold"/>
                                        <p:tgtEl>
                                          <p:spTgt spid="14"/>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50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fill="hold"/>
                                        <p:tgtEl>
                                          <p:spTgt spid="15"/>
                                        </p:tgtEl>
                                        <p:attrNameLst>
                                          <p:attrName>ppt_x</p:attrName>
                                        </p:attrNameLst>
                                      </p:cBhvr>
                                      <p:tavLst>
                                        <p:tav tm="0">
                                          <p:val>
                                            <p:strVal val="1+#ppt_w/2"/>
                                          </p:val>
                                        </p:tav>
                                        <p:tav tm="100000">
                                          <p:val>
                                            <p:strVal val="#ppt_x"/>
                                          </p:val>
                                        </p:tav>
                                      </p:tavLst>
                                    </p:anim>
                                    <p:anim calcmode="lin" valueType="num">
                                      <p:cBhvr additive="base">
                                        <p:cTn id="42" dur="500" fill="hold"/>
                                        <p:tgtEl>
                                          <p:spTgt spid="15"/>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50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500" fill="hold"/>
                                        <p:tgtEl>
                                          <p:spTgt spid="16"/>
                                        </p:tgtEl>
                                        <p:attrNameLst>
                                          <p:attrName>ppt_x</p:attrName>
                                        </p:attrNameLst>
                                      </p:cBhvr>
                                      <p:tavLst>
                                        <p:tav tm="0">
                                          <p:val>
                                            <p:strVal val="1+#ppt_w/2"/>
                                          </p:val>
                                        </p:tav>
                                        <p:tav tm="100000">
                                          <p:val>
                                            <p:strVal val="#ppt_x"/>
                                          </p:val>
                                        </p:tav>
                                      </p:tavLst>
                                    </p:anim>
                                    <p:anim calcmode="lin" valueType="num">
                                      <p:cBhvr additive="base">
                                        <p:cTn id="46" dur="500" fill="hold"/>
                                        <p:tgtEl>
                                          <p:spTgt spid="16"/>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70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500" fill="hold"/>
                                        <p:tgtEl>
                                          <p:spTgt spid="17"/>
                                        </p:tgtEl>
                                        <p:attrNameLst>
                                          <p:attrName>ppt_x</p:attrName>
                                        </p:attrNameLst>
                                      </p:cBhvr>
                                      <p:tavLst>
                                        <p:tav tm="0">
                                          <p:val>
                                            <p:strVal val="1+#ppt_w/2"/>
                                          </p:val>
                                        </p:tav>
                                        <p:tav tm="100000">
                                          <p:val>
                                            <p:strVal val="#ppt_x"/>
                                          </p:val>
                                        </p:tav>
                                      </p:tavLst>
                                    </p:anim>
                                    <p:anim calcmode="lin" valueType="num">
                                      <p:cBhvr additive="base">
                                        <p:cTn id="50" dur="500" fill="hold"/>
                                        <p:tgtEl>
                                          <p:spTgt spid="17"/>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70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500" fill="hold"/>
                                        <p:tgtEl>
                                          <p:spTgt spid="18"/>
                                        </p:tgtEl>
                                        <p:attrNameLst>
                                          <p:attrName>ppt_x</p:attrName>
                                        </p:attrNameLst>
                                      </p:cBhvr>
                                      <p:tavLst>
                                        <p:tav tm="0">
                                          <p:val>
                                            <p:strVal val="1+#ppt_w/2"/>
                                          </p:val>
                                        </p:tav>
                                        <p:tav tm="100000">
                                          <p:val>
                                            <p:strVal val="#ppt_x"/>
                                          </p:val>
                                        </p:tav>
                                      </p:tavLst>
                                    </p:anim>
                                    <p:anim calcmode="lin" valueType="num">
                                      <p:cBhvr additive="base">
                                        <p:cTn id="54" dur="500" fill="hold"/>
                                        <p:tgtEl>
                                          <p:spTgt spid="18"/>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70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500" fill="hold"/>
                                        <p:tgtEl>
                                          <p:spTgt spid="19"/>
                                        </p:tgtEl>
                                        <p:attrNameLst>
                                          <p:attrName>ppt_x</p:attrName>
                                        </p:attrNameLst>
                                      </p:cBhvr>
                                      <p:tavLst>
                                        <p:tav tm="0">
                                          <p:val>
                                            <p:strVal val="1+#ppt_w/2"/>
                                          </p:val>
                                        </p:tav>
                                        <p:tav tm="100000">
                                          <p:val>
                                            <p:strVal val="#ppt_x"/>
                                          </p:val>
                                        </p:tav>
                                      </p:tavLst>
                                    </p:anim>
                                    <p:anim calcmode="lin" valueType="num">
                                      <p:cBhvr additive="base">
                                        <p:cTn id="58" dur="500" fill="hold"/>
                                        <p:tgtEl>
                                          <p:spTgt spid="19"/>
                                        </p:tgtEl>
                                        <p:attrNameLst>
                                          <p:attrName>ppt_y</p:attrName>
                                        </p:attrNameLst>
                                      </p:cBhvr>
                                      <p:tavLst>
                                        <p:tav tm="0">
                                          <p:val>
                                            <p:strVal val="#ppt_y"/>
                                          </p:val>
                                        </p:tav>
                                        <p:tav tm="100000">
                                          <p:val>
                                            <p:strVal val="#ppt_y"/>
                                          </p:val>
                                        </p:tav>
                                      </p:tavLst>
                                    </p:anim>
                                  </p:childTnLst>
                                </p:cTn>
                              </p:par>
                              <p:par>
                                <p:cTn id="59" presetID="2" presetClass="entr" presetSubtype="2" fill="hold" grpId="0" nodeType="withEffect">
                                  <p:stCondLst>
                                    <p:cond delay="899"/>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1+#ppt_w/2"/>
                                          </p:val>
                                        </p:tav>
                                        <p:tav tm="100000">
                                          <p:val>
                                            <p:strVal val="#ppt_x"/>
                                          </p:val>
                                        </p:tav>
                                      </p:tavLst>
                                    </p:anim>
                                    <p:anim calcmode="lin" valueType="num">
                                      <p:cBhvr additive="base">
                                        <p:cTn id="62" dur="500" fill="hold"/>
                                        <p:tgtEl>
                                          <p:spTgt spid="20"/>
                                        </p:tgtEl>
                                        <p:attrNameLst>
                                          <p:attrName>ppt_y</p:attrName>
                                        </p:attrNameLst>
                                      </p:cBhvr>
                                      <p:tavLst>
                                        <p:tav tm="0">
                                          <p:val>
                                            <p:strVal val="#ppt_y"/>
                                          </p:val>
                                        </p:tav>
                                        <p:tav tm="100000">
                                          <p:val>
                                            <p:strVal val="#ppt_y"/>
                                          </p:val>
                                        </p:tav>
                                      </p:tavLst>
                                    </p:anim>
                                  </p:childTnLst>
                                </p:cTn>
                              </p:par>
                              <p:par>
                                <p:cTn id="63" presetID="2" presetClass="entr" presetSubtype="2" fill="hold" grpId="0" nodeType="withEffect">
                                  <p:stCondLst>
                                    <p:cond delay="899"/>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1+#ppt_w/2"/>
                                          </p:val>
                                        </p:tav>
                                        <p:tav tm="100000">
                                          <p:val>
                                            <p:strVal val="#ppt_x"/>
                                          </p:val>
                                        </p:tav>
                                      </p:tavLst>
                                    </p:anim>
                                    <p:anim calcmode="lin" valueType="num">
                                      <p:cBhvr additive="base">
                                        <p:cTn id="66" dur="500" fill="hold"/>
                                        <p:tgtEl>
                                          <p:spTgt spid="21"/>
                                        </p:tgtEl>
                                        <p:attrNameLst>
                                          <p:attrName>ppt_y</p:attrName>
                                        </p:attrNameLst>
                                      </p:cBhvr>
                                      <p:tavLst>
                                        <p:tav tm="0">
                                          <p:val>
                                            <p:strVal val="#ppt_y"/>
                                          </p:val>
                                        </p:tav>
                                        <p:tav tm="100000">
                                          <p:val>
                                            <p:strVal val="#ppt_y"/>
                                          </p:val>
                                        </p:tav>
                                      </p:tavLst>
                                    </p:anim>
                                  </p:childTnLst>
                                </p:cTn>
                              </p:par>
                              <p:par>
                                <p:cTn id="67" presetID="2" presetClass="entr" presetSubtype="2" fill="hold" grpId="0" nodeType="withEffect">
                                  <p:stCondLst>
                                    <p:cond delay="899"/>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500" fill="hold"/>
                                        <p:tgtEl>
                                          <p:spTgt spid="22"/>
                                        </p:tgtEl>
                                        <p:attrNameLst>
                                          <p:attrName>ppt_x</p:attrName>
                                        </p:attrNameLst>
                                      </p:cBhvr>
                                      <p:tavLst>
                                        <p:tav tm="0">
                                          <p:val>
                                            <p:strVal val="1+#ppt_w/2"/>
                                          </p:val>
                                        </p:tav>
                                        <p:tav tm="100000">
                                          <p:val>
                                            <p:strVal val="#ppt_x"/>
                                          </p:val>
                                        </p:tav>
                                      </p:tavLst>
                                    </p:anim>
                                    <p:anim calcmode="lin" valueType="num">
                                      <p:cBhvr additive="base">
                                        <p:cTn id="70" dur="500" fill="hold"/>
                                        <p:tgtEl>
                                          <p:spTgt spid="22"/>
                                        </p:tgtEl>
                                        <p:attrNameLst>
                                          <p:attrName>ppt_y</p:attrName>
                                        </p:attrNameLst>
                                      </p:cBhvr>
                                      <p:tavLst>
                                        <p:tav tm="0">
                                          <p:val>
                                            <p:strVal val="#ppt_y"/>
                                          </p:val>
                                        </p:tav>
                                        <p:tav tm="100000">
                                          <p:val>
                                            <p:strVal val="#ppt_y"/>
                                          </p:val>
                                        </p:tav>
                                      </p:tavLst>
                                    </p:anim>
                                  </p:childTnLst>
                                </p:cTn>
                              </p:par>
                              <p:par>
                                <p:cTn id="71" presetID="10" presetClass="entr" presetSubtype="0" fill="hold" grpId="0" nodeType="withEffect">
                                  <p:stCondLst>
                                    <p:cond delay="120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1" grpId="0" animBg="1"/>
      <p:bldP spid="8" grpId="0" animBg="1"/>
      <p:bldP spid="9" grpId="0" animBg="1"/>
      <p:bldP spid="10" grpId="0" animBg="1"/>
      <p:bldGraphic spid="12" grpId="0">
        <p:bldAsOne/>
      </p:bldGraphic>
      <p:bldP spid="14" grpId="0" animBg="1"/>
      <p:bldP spid="15" grpId="0" animBg="1"/>
      <p:bldP spid="16" grpId="0" animBg="1"/>
      <p:bldP spid="17" grpId="0" animBg="1"/>
      <p:bldP spid="18" grpId="0" animBg="1"/>
      <p:bldP spid="19" grpId="0" animBg="1"/>
      <p:bldP spid="20" grpId="0" animBg="1"/>
      <p:bldP spid="21" grpId="0" animBg="1"/>
      <p:bldP spid="22" grpId="0" animBg="1"/>
      <p:bldP spid="13"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sec_handshake_e4c410_207D08032A1Bc_0.50_0.50.jpg"/>
          <p:cNvPicPr>
            <a:picLocks noChangeAspect="1"/>
          </p:cNvPicPr>
          <p:nvPr/>
        </p:nvPicPr>
        <p:blipFill>
          <a:blip r:embed="rId2"/>
          <a:srcRect l="1" r="1"/>
          <a:stretch>
            <a:fillRect/>
          </a:stretch>
        </p:blipFill>
        <p:spPr>
          <a:xfrm>
            <a:off x="0" y="0"/>
            <a:ext cx="12191695" cy="6858000"/>
          </a:xfrm>
          <a:prstGeom prst="rect">
            <a:avLst/>
          </a:prstGeom>
        </p:spPr>
      </p:pic>
      <p:sp>
        <p:nvSpPr>
          <p:cNvPr id="3" name="!!secnum"/>
          <p:cNvSpPr txBox="1"/>
          <p:nvPr/>
        </p:nvSpPr>
        <p:spPr>
          <a:xfrm>
            <a:off x="5852160" y="548640"/>
            <a:ext cx="5852160" cy="3291840"/>
          </a:xfrm>
          <a:prstGeom prst="rect">
            <a:avLst/>
          </a:prstGeom>
          <a:noFill/>
        </p:spPr>
        <p:txBody>
          <a:bodyPr wrap="none" lIns="0" rIns="0" tIns="0" bIns="0" anchor="t">
            <a:noAutofit/>
          </a:bodyPr>
          <a:lstStyle/>
          <a:p>
            <a:pPr algn="r">
              <a:lnSpc>
                <a:spcPct val="100000"/>
              </a:lnSpc>
            </a:pPr>
            <a:r>
              <a:rPr sz="23000" b="1" i="0">
                <a:ln w="25400">
                  <a:solidFill>
                    <a:srgbClr val="7FC211"/>
                  </a:solidFill>
                </a:ln>
                <a:solidFill>
                  <a:srgbClr val="7FC211">
                    <a:alpha val="22000"/>
                  </a:srgbClr>
                </a:solidFill>
                <a:latin typeface="Lexend Exa"/>
                <a:ea typeface="Lexend Exa"/>
                <a:cs typeface="Lexend Exa"/>
              </a:rPr>
              <a:t>06</a:t>
            </a:r>
          </a:p>
        </p:txBody>
      </p:sp>
      <p:sp>
        <p:nvSpPr>
          <p:cNvPr id="4" name="!!sectitle"/>
          <p:cNvSpPr txBox="1"/>
          <p:nvPr/>
        </p:nvSpPr>
        <p:spPr>
          <a:xfrm>
            <a:off x="4327855" y="3749040"/>
            <a:ext cx="7315200" cy="1488440"/>
          </a:xfrm>
          <a:prstGeom prst="rect">
            <a:avLst/>
          </a:prstGeom>
          <a:noFill/>
        </p:spPr>
        <p:txBody>
          <a:bodyPr wrap="square" lIns="0" rIns="0" tIns="0" bIns="0" anchor="t">
            <a:noAutofit/>
          </a:bodyPr>
          <a:lstStyle/>
          <a:p>
            <a:pPr algn="r">
              <a:lnSpc>
                <a:spcPct val="95000"/>
              </a:lnSpc>
            </a:pPr>
            <a:r>
              <a:rPr sz="4400" b="1" i="0">
                <a:solidFill>
                  <a:srgbClr val="FFFFFF"/>
                </a:solidFill>
                <a:effectLst>
                  <a:glow rad="91440">
                    <a:srgbClr val="7FC211">
                      <a:alpha val="30000"/>
                    </a:srgbClr>
                  </a:glow>
                </a:effectLst>
                <a:latin typeface="Lexend Exa"/>
                <a:ea typeface="Lexend Exa"/>
                <a:cs typeface="Lexend Exa"/>
              </a:rPr>
              <a:t>ĐỐI TÁC</a:t>
            </a:r>
          </a:p>
          <a:p>
            <a:pPr algn="r">
              <a:lnSpc>
                <a:spcPct val="95000"/>
              </a:lnSpc>
            </a:pPr>
            <a:r>
              <a:rPr sz="4400" b="1" i="0">
                <a:solidFill>
                  <a:srgbClr val="FFFFFF"/>
                </a:solidFill>
                <a:effectLst>
                  <a:glow rad="91440">
                    <a:srgbClr val="7FC211">
                      <a:alpha val="30000"/>
                    </a:srgbClr>
                  </a:glow>
                </a:effectLst>
                <a:latin typeface="Lexend Exa"/>
                <a:ea typeface="Lexend Exa"/>
                <a:cs typeface="Lexend Exa"/>
              </a:rPr>
              <a:t>&amp; MẠNG LƯỚI</a:t>
            </a:r>
          </a:p>
        </p:txBody>
      </p:sp>
      <p:sp>
        <p:nvSpPr>
          <p:cNvPr id="5" name="TextBox 4"/>
          <p:cNvSpPr txBox="1"/>
          <p:nvPr/>
        </p:nvSpPr>
        <p:spPr>
          <a:xfrm>
            <a:off x="5242255" y="5283200"/>
            <a:ext cx="6400800" cy="822960"/>
          </a:xfrm>
          <a:prstGeom prst="rect">
            <a:avLst/>
          </a:prstGeom>
          <a:noFill/>
        </p:spPr>
        <p:txBody>
          <a:bodyPr wrap="square" lIns="0" rIns="0" tIns="0" bIns="0" anchor="t">
            <a:noAutofit/>
          </a:bodyPr>
          <a:lstStyle/>
          <a:p>
            <a:pPr algn="r">
              <a:lnSpc>
                <a:spcPct val="120000"/>
              </a:lnSpc>
            </a:pPr>
            <a:r>
              <a:rPr sz="1300" b="0" i="0">
                <a:solidFill>
                  <a:srgbClr val="E6EEFF"/>
                </a:solidFill>
                <a:latin typeface="Be Vietnam Pro"/>
                <a:ea typeface="Be Vietnam Pro"/>
                <a:cs typeface="Be Vietnam Pro"/>
              </a:rPr>
              <a:t>Quy mô toàn quốc – sẵn sàng hợp tác phát triển bền vững</a:t>
            </a:r>
          </a:p>
        </p:txBody>
      </p:sp>
      <p:pic>
        <p:nvPicPr>
          <p:cNvPr id="6"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7"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VIỆN STP</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10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900" fill="hold"/>
                                        <p:tgtEl>
                                          <p:spTgt spid="3"/>
                                        </p:tgtEl>
                                        <p:attrNameLst>
                                          <p:attrName>ppt_w</p:attrName>
                                        </p:attrNameLst>
                                      </p:cBhvr>
                                      <p:tavLst>
                                        <p:tav tm="0">
                                          <p:val>
                                            <p:strVal val="#ppt_w*0.7"/>
                                          </p:val>
                                        </p:tav>
                                        <p:tav tm="100000">
                                          <p:val>
                                            <p:strVal val="#ppt_w"/>
                                          </p:val>
                                        </p:tav>
                                      </p:tavLst>
                                    </p:anim>
                                    <p:anim calcmode="lin" valueType="num">
                                      <p:cBhvr additive="base">
                                        <p:cTn id="8" dur="900" fill="hold"/>
                                        <p:tgtEl>
                                          <p:spTgt spid="3"/>
                                        </p:tgtEl>
                                        <p:attrNameLst>
                                          <p:attrName>ppt_h</p:attrName>
                                        </p:attrNameLst>
                                      </p:cBhvr>
                                      <p:tavLst>
                                        <p:tav tm="0">
                                          <p:val>
                                            <p:strVal val="#ppt_h*0.7"/>
                                          </p:val>
                                        </p:tav>
                                        <p:tav tm="100000">
                                          <p:val>
                                            <p:strVal val="#ppt_h"/>
                                          </p:val>
                                        </p:tav>
                                      </p:tavLst>
                                    </p:anim>
                                    <p:animEffect transition="in" filter="fade">
                                      <p:cBhvr>
                                        <p:cTn id="9" dur="9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42" presetClass="entr" presetSubtype="0" fill="hold" grpId="0"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700"/>
                                        <p:tgtEl>
                                          <p:spTgt spid="4"/>
                                        </p:tgtEl>
                                      </p:cBhvr>
                                    </p:animEffect>
                                    <p:anim calcmode="lin" valueType="num">
                                      <p:cBhvr additive="base">
                                        <p:cTn id="19" dur="700" fill="hold"/>
                                        <p:tgtEl>
                                          <p:spTgt spid="4"/>
                                        </p:tgtEl>
                                        <p:attrNameLst>
                                          <p:attrName>ppt_x</p:attrName>
                                        </p:attrNameLst>
                                      </p:cBhvr>
                                      <p:tavLst>
                                        <p:tav tm="0">
                                          <p:val>
                                            <p:strVal val="#ppt_x"/>
                                          </p:val>
                                        </p:tav>
                                        <p:tav tm="100000">
                                          <p:val>
                                            <p:strVal val="#ppt_x"/>
                                          </p:val>
                                        </p:tav>
                                      </p:tavLst>
                                    </p:anim>
                                    <p:anim calcmode="lin" valueType="num">
                                      <p:cBhvr additive="base">
                                        <p:cTn id="20" dur="7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6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P spid="4" grpId="0" animBg="1"/>
      <p:bldP spid="5"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255455"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06</a:t>
            </a:r>
          </a:p>
        </p:txBody>
      </p:sp>
      <p:sp>
        <p:nvSpPr>
          <p:cNvPr id="7" name="!!tag_text"/>
          <p:cNvSpPr txBox="1"/>
          <p:nvPr/>
        </p:nvSpPr>
        <p:spPr>
          <a:xfrm>
            <a:off x="896112" y="292608"/>
            <a:ext cx="889695"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ĐỐI TÁC</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MẠNG LƯỚI ĐỐI TÁC CHIẾN LƯỢC</a:t>
            </a:r>
          </a:p>
        </p:txBody>
      </p:sp>
      <p:sp>
        <p:nvSpPr>
          <p:cNvPr id="9" name="TextBox 8"/>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24</a:t>
            </a:r>
          </a:p>
        </p:txBody>
      </p:sp>
      <p:sp>
        <p:nvSpPr>
          <p:cNvPr id="10" name="TextBox 9"/>
          <p:cNvSpPr txBox="1"/>
          <p:nvPr/>
        </p:nvSpPr>
        <p:spPr>
          <a:xfrm>
            <a:off x="548640" y="1783080"/>
            <a:ext cx="2101046" cy="310896"/>
          </a:xfrm>
          <a:prstGeom prst="rect">
            <a:avLst/>
          </a:prstGeom>
          <a:noFill/>
        </p:spPr>
        <p:txBody>
          <a:bodyPr wrap="none" lIns="0" rIns="0" tIns="0" bIns="0" anchor="ctr">
            <a:noAutofit/>
          </a:bodyPr>
          <a:lstStyle/>
          <a:p>
            <a:pPr algn="l"/>
            <a:r>
              <a:rPr sz="1000" b="0" i="0" spc="120">
                <a:solidFill>
                  <a:srgbClr val="207D08"/>
                </a:solidFill>
                <a:latin typeface="Be Vietnam Pro SemiBold"/>
                <a:ea typeface="Be Vietnam Pro SemiBold"/>
                <a:cs typeface="Be Vietnam Pro SemiBold"/>
              </a:rPr>
              <a:t>CÔNG NGHỆ &amp; TRUY XUẤT</a:t>
            </a:r>
          </a:p>
        </p:txBody>
      </p:sp>
      <p:cxnSp>
        <p:nvCxnSpPr>
          <p:cNvPr id="11" name="Connector 10"/>
          <p:cNvCxnSpPr/>
          <p:nvPr/>
        </p:nvCxnSpPr>
        <p:spPr>
          <a:xfrm>
            <a:off x="2786846" y="1938528"/>
            <a:ext cx="8856209" cy="0"/>
          </a:xfrm>
          <a:prstGeom prst="line">
            <a:avLst/>
          </a:prstGeom>
          <a:ln w="12700">
            <a:solidFill>
              <a:srgbClr val="D4E4CC"/>
            </a:solidFill>
          </a:ln>
          <a:effectLst/>
        </p:spPr>
        <p:style>
          <a:lnRef idx="2">
            <a:schemeClr val="accent1"/>
          </a:lnRef>
          <a:fillRef idx="0">
            <a:schemeClr val="accent1"/>
          </a:fillRef>
          <a:effectRef idx="0">
            <a:schemeClr val="accent1"/>
          </a:effectRef>
          <a:fontRef idx="minor">
            <a:schemeClr val="tx1"/>
          </a:fontRef>
        </p:style>
      </p:cxnSp>
      <p:sp>
        <p:nvSpPr>
          <p:cNvPr id="12" name="Rounded Rectangle 11"/>
          <p:cNvSpPr/>
          <p:nvPr/>
        </p:nvSpPr>
        <p:spPr>
          <a:xfrm>
            <a:off x="548640"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3" name="Picture 12" descr="partner_11_t.jpg"/>
          <p:cNvPicPr>
            <a:picLocks noChangeAspect="1"/>
          </p:cNvPicPr>
          <p:nvPr/>
        </p:nvPicPr>
        <p:blipFill>
          <a:blip r:embed="rId4"/>
          <a:srcRect/>
          <a:stretch>
            <a:fillRect/>
          </a:stretch>
        </p:blipFill>
        <p:spPr>
          <a:xfrm>
            <a:off x="658368" y="2414331"/>
            <a:ext cx="1224382" cy="548010"/>
          </a:xfrm>
          <a:prstGeom prst="rect">
            <a:avLst/>
          </a:prstGeom>
        </p:spPr>
      </p:pic>
      <p:sp>
        <p:nvSpPr>
          <p:cNvPr id="14" name="Rounded Rectangle 13"/>
          <p:cNvSpPr/>
          <p:nvPr/>
        </p:nvSpPr>
        <p:spPr>
          <a:xfrm>
            <a:off x="2157070"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5" name="Picture 14" descr="partner_15_t.jpg"/>
          <p:cNvPicPr>
            <a:picLocks noChangeAspect="1"/>
          </p:cNvPicPr>
          <p:nvPr/>
        </p:nvPicPr>
        <p:blipFill>
          <a:blip r:embed="rId5"/>
          <a:srcRect/>
          <a:stretch>
            <a:fillRect/>
          </a:stretch>
        </p:blipFill>
        <p:spPr>
          <a:xfrm>
            <a:off x="2266798" y="2365076"/>
            <a:ext cx="1224382" cy="646519"/>
          </a:xfrm>
          <a:prstGeom prst="rect">
            <a:avLst/>
          </a:prstGeom>
        </p:spPr>
      </p:pic>
      <p:sp>
        <p:nvSpPr>
          <p:cNvPr id="16" name="Rounded Rectangle 15"/>
          <p:cNvSpPr/>
          <p:nvPr/>
        </p:nvSpPr>
        <p:spPr>
          <a:xfrm>
            <a:off x="3765499"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7" name="Picture 16" descr="partner_14_t.jpg"/>
          <p:cNvPicPr>
            <a:picLocks noChangeAspect="1"/>
          </p:cNvPicPr>
          <p:nvPr/>
        </p:nvPicPr>
        <p:blipFill>
          <a:blip r:embed="rId6"/>
          <a:srcRect/>
          <a:stretch>
            <a:fillRect/>
          </a:stretch>
        </p:blipFill>
        <p:spPr>
          <a:xfrm>
            <a:off x="3875227" y="2445958"/>
            <a:ext cx="1224382" cy="484755"/>
          </a:xfrm>
          <a:prstGeom prst="rect">
            <a:avLst/>
          </a:prstGeom>
        </p:spPr>
      </p:pic>
      <p:sp>
        <p:nvSpPr>
          <p:cNvPr id="18" name="Rounded Rectangle 17"/>
          <p:cNvSpPr/>
          <p:nvPr/>
        </p:nvSpPr>
        <p:spPr>
          <a:xfrm>
            <a:off x="5373929"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9" name="Picture 18" descr="partner_12_t.jpg"/>
          <p:cNvPicPr>
            <a:picLocks noChangeAspect="1"/>
          </p:cNvPicPr>
          <p:nvPr/>
        </p:nvPicPr>
        <p:blipFill>
          <a:blip r:embed="rId7"/>
          <a:srcRect/>
          <a:stretch>
            <a:fillRect/>
          </a:stretch>
        </p:blipFill>
        <p:spPr>
          <a:xfrm>
            <a:off x="5483657" y="2398351"/>
            <a:ext cx="1224382" cy="579970"/>
          </a:xfrm>
          <a:prstGeom prst="rect">
            <a:avLst/>
          </a:prstGeom>
        </p:spPr>
      </p:pic>
      <p:sp>
        <p:nvSpPr>
          <p:cNvPr id="20" name="Rounded Rectangle 19"/>
          <p:cNvSpPr/>
          <p:nvPr/>
        </p:nvSpPr>
        <p:spPr>
          <a:xfrm>
            <a:off x="6982358"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1" name="Picture 20" descr="partner_6_t.jpg"/>
          <p:cNvPicPr>
            <a:picLocks noChangeAspect="1"/>
          </p:cNvPicPr>
          <p:nvPr/>
        </p:nvPicPr>
        <p:blipFill>
          <a:blip r:embed="rId8"/>
          <a:srcRect/>
          <a:stretch>
            <a:fillRect/>
          </a:stretch>
        </p:blipFill>
        <p:spPr>
          <a:xfrm>
            <a:off x="7286401" y="2276856"/>
            <a:ext cx="835752" cy="822960"/>
          </a:xfrm>
          <a:prstGeom prst="rect">
            <a:avLst/>
          </a:prstGeom>
        </p:spPr>
      </p:pic>
      <p:sp>
        <p:nvSpPr>
          <p:cNvPr id="22" name="Rounded Rectangle 21"/>
          <p:cNvSpPr/>
          <p:nvPr/>
        </p:nvSpPr>
        <p:spPr>
          <a:xfrm>
            <a:off x="8590788"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3" name="Picture 22" descr="partner_16_t.jpg"/>
          <p:cNvPicPr>
            <a:picLocks noChangeAspect="1"/>
          </p:cNvPicPr>
          <p:nvPr/>
        </p:nvPicPr>
        <p:blipFill>
          <a:blip r:embed="rId9"/>
          <a:srcRect/>
          <a:stretch>
            <a:fillRect/>
          </a:stretch>
        </p:blipFill>
        <p:spPr>
          <a:xfrm>
            <a:off x="8761085" y="2276856"/>
            <a:ext cx="1103243" cy="822960"/>
          </a:xfrm>
          <a:prstGeom prst="rect">
            <a:avLst/>
          </a:prstGeom>
        </p:spPr>
      </p:pic>
      <p:sp>
        <p:nvSpPr>
          <p:cNvPr id="24" name="Rounded Rectangle 23"/>
          <p:cNvSpPr/>
          <p:nvPr/>
        </p:nvSpPr>
        <p:spPr>
          <a:xfrm>
            <a:off x="10199218" y="2185416"/>
            <a:ext cx="1443838"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5" name="Picture 24" descr="partner_13_t.jpg"/>
          <p:cNvPicPr>
            <a:picLocks noChangeAspect="1"/>
          </p:cNvPicPr>
          <p:nvPr/>
        </p:nvPicPr>
        <p:blipFill>
          <a:blip r:embed="rId10"/>
          <a:srcRect/>
          <a:stretch>
            <a:fillRect/>
          </a:stretch>
        </p:blipFill>
        <p:spPr>
          <a:xfrm>
            <a:off x="10309880" y="2276856"/>
            <a:ext cx="1222513" cy="822960"/>
          </a:xfrm>
          <a:prstGeom prst="rect">
            <a:avLst/>
          </a:prstGeom>
        </p:spPr>
      </p:pic>
      <p:sp>
        <p:nvSpPr>
          <p:cNvPr id="26" name="TextBox 25"/>
          <p:cNvSpPr txBox="1"/>
          <p:nvPr/>
        </p:nvSpPr>
        <p:spPr>
          <a:xfrm>
            <a:off x="548640" y="3392424"/>
            <a:ext cx="1995388" cy="310896"/>
          </a:xfrm>
          <a:prstGeom prst="rect">
            <a:avLst/>
          </a:prstGeom>
          <a:noFill/>
        </p:spPr>
        <p:txBody>
          <a:bodyPr wrap="none" lIns="0" rIns="0" tIns="0" bIns="0" anchor="ctr">
            <a:noAutofit/>
          </a:bodyPr>
          <a:lstStyle/>
          <a:p>
            <a:pPr algn="l"/>
            <a:r>
              <a:rPr sz="1000" b="0" i="0" spc="120">
                <a:solidFill>
                  <a:srgbClr val="207D08"/>
                </a:solidFill>
                <a:latin typeface="Be Vietnam Pro SemiBold"/>
                <a:ea typeface="Be Vietnam Pro SemiBold"/>
                <a:cs typeface="Be Vietnam Pro SemiBold"/>
              </a:rPr>
              <a:t>GIÁO DỤC &amp; TUYỂN SINH</a:t>
            </a:r>
          </a:p>
        </p:txBody>
      </p:sp>
      <p:cxnSp>
        <p:nvCxnSpPr>
          <p:cNvPr id="27" name="Connector 26"/>
          <p:cNvCxnSpPr/>
          <p:nvPr/>
        </p:nvCxnSpPr>
        <p:spPr>
          <a:xfrm>
            <a:off x="2681188" y="3547872"/>
            <a:ext cx="8961867" cy="0"/>
          </a:xfrm>
          <a:prstGeom prst="line">
            <a:avLst/>
          </a:prstGeom>
          <a:ln w="12700">
            <a:solidFill>
              <a:srgbClr val="D4E4CC"/>
            </a:solidFill>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2109064" y="3794760"/>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29" name="Picture 28" descr="partner_5_t.jpg"/>
          <p:cNvPicPr>
            <a:picLocks noChangeAspect="1"/>
          </p:cNvPicPr>
          <p:nvPr/>
        </p:nvPicPr>
        <p:blipFill>
          <a:blip r:embed="rId11"/>
          <a:srcRect t="0" b="0"/>
          <a:stretch>
            <a:fillRect/>
          </a:stretch>
        </p:blipFill>
        <p:spPr>
          <a:xfrm>
            <a:off x="2219577" y="3886200"/>
            <a:ext cx="1242013" cy="822960"/>
          </a:xfrm>
          <a:prstGeom prst="rect">
            <a:avLst/>
          </a:prstGeom>
        </p:spPr>
      </p:pic>
      <p:sp>
        <p:nvSpPr>
          <p:cNvPr id="30" name="Rounded Rectangle 29"/>
          <p:cNvSpPr/>
          <p:nvPr/>
        </p:nvSpPr>
        <p:spPr>
          <a:xfrm>
            <a:off x="3736696" y="3794760"/>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1" name="Picture 30" descr="partner_7_t.jpg"/>
          <p:cNvPicPr>
            <a:picLocks noChangeAspect="1"/>
          </p:cNvPicPr>
          <p:nvPr/>
        </p:nvPicPr>
        <p:blipFill>
          <a:blip r:embed="rId12"/>
          <a:srcRect/>
          <a:stretch>
            <a:fillRect/>
          </a:stretch>
        </p:blipFill>
        <p:spPr>
          <a:xfrm>
            <a:off x="4058803" y="3886200"/>
            <a:ext cx="818825" cy="822960"/>
          </a:xfrm>
          <a:prstGeom prst="rect">
            <a:avLst/>
          </a:prstGeom>
        </p:spPr>
      </p:pic>
      <p:sp>
        <p:nvSpPr>
          <p:cNvPr id="32" name="Rounded Rectangle 31"/>
          <p:cNvSpPr/>
          <p:nvPr/>
        </p:nvSpPr>
        <p:spPr>
          <a:xfrm>
            <a:off x="5364328" y="3794760"/>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3" name="Picture 32" descr="partner_8_t.jpg"/>
          <p:cNvPicPr>
            <a:picLocks noChangeAspect="1"/>
          </p:cNvPicPr>
          <p:nvPr/>
        </p:nvPicPr>
        <p:blipFill>
          <a:blip r:embed="rId13"/>
          <a:srcRect/>
          <a:stretch>
            <a:fillRect/>
          </a:stretch>
        </p:blipFill>
        <p:spPr>
          <a:xfrm>
            <a:off x="5609173" y="3886200"/>
            <a:ext cx="973349" cy="822960"/>
          </a:xfrm>
          <a:prstGeom prst="rect">
            <a:avLst/>
          </a:prstGeom>
        </p:spPr>
      </p:pic>
      <p:sp>
        <p:nvSpPr>
          <p:cNvPr id="34" name="Rounded Rectangle 33"/>
          <p:cNvSpPr/>
          <p:nvPr/>
        </p:nvSpPr>
        <p:spPr>
          <a:xfrm>
            <a:off x="6991960" y="3794760"/>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5" name="Picture 34" descr="partner_4_t.jpg"/>
          <p:cNvPicPr>
            <a:picLocks noChangeAspect="1"/>
          </p:cNvPicPr>
          <p:nvPr/>
        </p:nvPicPr>
        <p:blipFill>
          <a:blip r:embed="rId14"/>
          <a:srcRect/>
          <a:stretch>
            <a:fillRect/>
          </a:stretch>
        </p:blipFill>
        <p:spPr>
          <a:xfrm>
            <a:off x="7290343" y="3886200"/>
            <a:ext cx="866274" cy="822960"/>
          </a:xfrm>
          <a:prstGeom prst="rect">
            <a:avLst/>
          </a:prstGeom>
        </p:spPr>
      </p:pic>
      <p:sp>
        <p:nvSpPr>
          <p:cNvPr id="36" name="Rounded Rectangle 35"/>
          <p:cNvSpPr/>
          <p:nvPr/>
        </p:nvSpPr>
        <p:spPr>
          <a:xfrm>
            <a:off x="8619592" y="3794760"/>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37" name="Picture 36" descr="partner_9_t.jpg"/>
          <p:cNvPicPr>
            <a:picLocks noChangeAspect="1"/>
          </p:cNvPicPr>
          <p:nvPr/>
        </p:nvPicPr>
        <p:blipFill>
          <a:blip r:embed="rId15"/>
          <a:srcRect/>
          <a:stretch>
            <a:fillRect/>
          </a:stretch>
        </p:blipFill>
        <p:spPr>
          <a:xfrm>
            <a:off x="8729320" y="3914635"/>
            <a:ext cx="1243584" cy="766090"/>
          </a:xfrm>
          <a:prstGeom prst="rect">
            <a:avLst/>
          </a:prstGeom>
        </p:spPr>
      </p:pic>
      <p:sp>
        <p:nvSpPr>
          <p:cNvPr id="38" name="TextBox 37"/>
          <p:cNvSpPr txBox="1"/>
          <p:nvPr/>
        </p:nvSpPr>
        <p:spPr>
          <a:xfrm>
            <a:off x="548640" y="5001768"/>
            <a:ext cx="1569462" cy="310896"/>
          </a:xfrm>
          <a:prstGeom prst="rect">
            <a:avLst/>
          </a:prstGeom>
          <a:noFill/>
        </p:spPr>
        <p:txBody>
          <a:bodyPr wrap="none" lIns="0" rIns="0" tIns="0" bIns="0" anchor="ctr">
            <a:noAutofit/>
          </a:bodyPr>
          <a:lstStyle/>
          <a:p>
            <a:pPr algn="l"/>
            <a:r>
              <a:rPr sz="1000" b="0" i="0" spc="120">
                <a:solidFill>
                  <a:srgbClr val="207D08"/>
                </a:solidFill>
                <a:latin typeface="Be Vietnam Pro SemiBold"/>
                <a:ea typeface="Be Vietnam Pro SemiBold"/>
                <a:cs typeface="Be Vietnam Pro SemiBold"/>
              </a:rPr>
              <a:t>DU LỊCH &amp; DỊCH VỤ</a:t>
            </a:r>
          </a:p>
        </p:txBody>
      </p:sp>
      <p:cxnSp>
        <p:nvCxnSpPr>
          <p:cNvPr id="39" name="Connector 38"/>
          <p:cNvCxnSpPr/>
          <p:nvPr/>
        </p:nvCxnSpPr>
        <p:spPr>
          <a:xfrm>
            <a:off x="2255262" y="5157216"/>
            <a:ext cx="9387793" cy="0"/>
          </a:xfrm>
          <a:prstGeom prst="line">
            <a:avLst/>
          </a:prstGeom>
          <a:ln w="12700">
            <a:solidFill>
              <a:srgbClr val="D4E4CC"/>
            </a:solidFill>
          </a:ln>
          <a:effectLst/>
        </p:spPr>
        <p:style>
          <a:lnRef idx="2">
            <a:schemeClr val="accent1"/>
          </a:lnRef>
          <a:fillRef idx="0">
            <a:schemeClr val="accent1"/>
          </a:fillRef>
          <a:effectRef idx="0">
            <a:schemeClr val="accent1"/>
          </a:effectRef>
          <a:fontRef idx="minor">
            <a:schemeClr val="tx1"/>
          </a:fontRef>
        </p:style>
      </p:cxnSp>
      <p:sp>
        <p:nvSpPr>
          <p:cNvPr id="40" name="Rounded Rectangle 39"/>
          <p:cNvSpPr/>
          <p:nvPr/>
        </p:nvSpPr>
        <p:spPr>
          <a:xfrm>
            <a:off x="2922880" y="5404104"/>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1" name="Picture 40" descr="partner_1_t.jpg"/>
          <p:cNvPicPr>
            <a:picLocks noChangeAspect="1"/>
          </p:cNvPicPr>
          <p:nvPr/>
        </p:nvPicPr>
        <p:blipFill>
          <a:blip r:embed="rId16"/>
          <a:srcRect/>
          <a:stretch>
            <a:fillRect/>
          </a:stretch>
        </p:blipFill>
        <p:spPr>
          <a:xfrm>
            <a:off x="3125682" y="5495544"/>
            <a:ext cx="1057435" cy="822960"/>
          </a:xfrm>
          <a:prstGeom prst="rect">
            <a:avLst/>
          </a:prstGeom>
        </p:spPr>
      </p:pic>
      <p:sp>
        <p:nvSpPr>
          <p:cNvPr id="42" name="Rounded Rectangle 41"/>
          <p:cNvSpPr/>
          <p:nvPr/>
        </p:nvSpPr>
        <p:spPr>
          <a:xfrm>
            <a:off x="4550512" y="5404104"/>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3" name="Picture 42" descr="partner_2_t.jpg"/>
          <p:cNvPicPr>
            <a:picLocks noChangeAspect="1"/>
          </p:cNvPicPr>
          <p:nvPr/>
        </p:nvPicPr>
        <p:blipFill>
          <a:blip r:embed="rId17"/>
          <a:srcRect/>
          <a:stretch>
            <a:fillRect/>
          </a:stretch>
        </p:blipFill>
        <p:spPr>
          <a:xfrm>
            <a:off x="4729724" y="5495544"/>
            <a:ext cx="1104615" cy="822960"/>
          </a:xfrm>
          <a:prstGeom prst="rect">
            <a:avLst/>
          </a:prstGeom>
        </p:spPr>
      </p:pic>
      <p:sp>
        <p:nvSpPr>
          <p:cNvPr id="44" name="Rounded Rectangle 43"/>
          <p:cNvSpPr/>
          <p:nvPr/>
        </p:nvSpPr>
        <p:spPr>
          <a:xfrm>
            <a:off x="6178144" y="5404104"/>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5" name="Picture 44" descr="partner_3_t.jpg"/>
          <p:cNvPicPr>
            <a:picLocks noChangeAspect="1"/>
          </p:cNvPicPr>
          <p:nvPr/>
        </p:nvPicPr>
        <p:blipFill>
          <a:blip r:embed="rId18"/>
          <a:srcRect/>
          <a:stretch>
            <a:fillRect/>
          </a:stretch>
        </p:blipFill>
        <p:spPr>
          <a:xfrm>
            <a:off x="6578825" y="5495544"/>
            <a:ext cx="661676" cy="822960"/>
          </a:xfrm>
          <a:prstGeom prst="rect">
            <a:avLst/>
          </a:prstGeom>
        </p:spPr>
      </p:pic>
      <p:sp>
        <p:nvSpPr>
          <p:cNvPr id="46" name="Rounded Rectangle 45"/>
          <p:cNvSpPr/>
          <p:nvPr/>
        </p:nvSpPr>
        <p:spPr>
          <a:xfrm>
            <a:off x="7805776" y="5404104"/>
            <a:ext cx="1463040" cy="1005840"/>
          </a:xfrm>
          <a:prstGeom prst="roundRect">
            <a:avLst>
              <a:gd name="adj" fmla="val 9090"/>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47" name="Picture 46" descr="partner_10_t.jpg"/>
          <p:cNvPicPr>
            <a:picLocks noChangeAspect="1"/>
          </p:cNvPicPr>
          <p:nvPr/>
        </p:nvPicPr>
        <p:blipFill>
          <a:blip r:embed="rId19"/>
          <a:srcRect/>
          <a:stretch>
            <a:fillRect/>
          </a:stretch>
        </p:blipFill>
        <p:spPr>
          <a:xfrm>
            <a:off x="7915504" y="5652769"/>
            <a:ext cx="1243584" cy="508510"/>
          </a:xfrm>
          <a:prstGeom prst="rect">
            <a:avLst/>
          </a:prstGeom>
        </p:spPr>
      </p:pic>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22" presetClass="entr" presetSubtype="8" fill="hold" grpId="0" nodeType="withEffect">
                                  <p:stCondLst>
                                    <p:cond delay="300"/>
                                  </p:stCondLst>
                                  <p:childTnLst>
                                    <p:set>
                                      <p:cBhvr>
                                        <p:cTn id="27" dur="1" fill="hold">
                                          <p:stCondLst>
                                            <p:cond delay="0"/>
                                          </p:stCondLst>
                                        </p:cTn>
                                        <p:tgtEl>
                                          <p:spTgt spid="10"/>
                                        </p:tgtEl>
                                        <p:attrNameLst>
                                          <p:attrName>style.visibility</p:attrName>
                                        </p:attrNameLst>
                                      </p:cBhvr>
                                      <p:to>
                                        <p:strVal val="visible"/>
                                      </p:to>
                                    </p:set>
                                    <p:animEffect transition="in" filter="wipe(left)">
                                      <p:cBhvr>
                                        <p:cTn id="28" dur="400"/>
                                        <p:tgtEl>
                                          <p:spTgt spid="10"/>
                                        </p:tgtEl>
                                      </p:cBhvr>
                                    </p:animEffect>
                                  </p:childTnLst>
                                </p:cTn>
                              </p:par>
                              <p:par>
                                <p:cTn id="29" presetID="22" presetClass="entr" presetSubtype="8" fill="hold" grpId="0" nodeType="withEffect">
                                  <p:stCondLst>
                                    <p:cond delay="300"/>
                                  </p:stCondLst>
                                  <p:childTnLst>
                                    <p:set>
                                      <p:cBhvr>
                                        <p:cTn id="30" dur="1" fill="hold">
                                          <p:stCondLst>
                                            <p:cond delay="0"/>
                                          </p:stCondLst>
                                        </p:cTn>
                                        <p:tgtEl>
                                          <p:spTgt spid="11"/>
                                        </p:tgtEl>
                                        <p:attrNameLst>
                                          <p:attrName>style.visibility</p:attrName>
                                        </p:attrNameLst>
                                      </p:cBhvr>
                                      <p:to>
                                        <p:strVal val="visible"/>
                                      </p:to>
                                    </p:set>
                                    <p:animEffect transition="in" filter="wipe(left)">
                                      <p:cBhvr>
                                        <p:cTn id="31" dur="400"/>
                                        <p:tgtEl>
                                          <p:spTgt spid="11"/>
                                        </p:tgtEl>
                                      </p:cBhvr>
                                    </p:animEffect>
                                  </p:childTnLst>
                                </p:cTn>
                              </p:par>
                              <p:par>
                                <p:cTn id="32" presetID="53" presetClass="entr" presetSubtype="16" fill="hold" grpId="0" nodeType="withEffect">
                                  <p:stCondLst>
                                    <p:cond delay="449"/>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350" fill="hold"/>
                                        <p:tgtEl>
                                          <p:spTgt spid="12"/>
                                        </p:tgtEl>
                                        <p:attrNameLst>
                                          <p:attrName>ppt_w</p:attrName>
                                        </p:attrNameLst>
                                      </p:cBhvr>
                                      <p:tavLst>
                                        <p:tav tm="0">
                                          <p:val>
                                            <p:strVal val="#ppt_w*0.7"/>
                                          </p:val>
                                        </p:tav>
                                        <p:tav tm="100000">
                                          <p:val>
                                            <p:strVal val="#ppt_w"/>
                                          </p:val>
                                        </p:tav>
                                      </p:tavLst>
                                    </p:anim>
                                    <p:anim calcmode="lin" valueType="num">
                                      <p:cBhvr additive="base">
                                        <p:cTn id="35" dur="350" fill="hold"/>
                                        <p:tgtEl>
                                          <p:spTgt spid="12"/>
                                        </p:tgtEl>
                                        <p:attrNameLst>
                                          <p:attrName>ppt_h</p:attrName>
                                        </p:attrNameLst>
                                      </p:cBhvr>
                                      <p:tavLst>
                                        <p:tav tm="0">
                                          <p:val>
                                            <p:strVal val="#ppt_h*0.7"/>
                                          </p:val>
                                        </p:tav>
                                        <p:tav tm="100000">
                                          <p:val>
                                            <p:strVal val="#ppt_h"/>
                                          </p:val>
                                        </p:tav>
                                      </p:tavLst>
                                    </p:anim>
                                    <p:animEffect transition="in" filter="fade">
                                      <p:cBhvr>
                                        <p:cTn id="36" dur="350"/>
                                        <p:tgtEl>
                                          <p:spTgt spid="12"/>
                                        </p:tgtEl>
                                      </p:cBhvr>
                                    </p:animEffect>
                                  </p:childTnLst>
                                </p:cTn>
                              </p:par>
                              <p:par>
                                <p:cTn id="37" presetID="53" presetClass="entr" presetSubtype="16" fill="hold" grpId="0" nodeType="withEffect">
                                  <p:stCondLst>
                                    <p:cond delay="449"/>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350" fill="hold"/>
                                        <p:tgtEl>
                                          <p:spTgt spid="13"/>
                                        </p:tgtEl>
                                        <p:attrNameLst>
                                          <p:attrName>ppt_w</p:attrName>
                                        </p:attrNameLst>
                                      </p:cBhvr>
                                      <p:tavLst>
                                        <p:tav tm="0">
                                          <p:val>
                                            <p:strVal val="#ppt_w*0.7"/>
                                          </p:val>
                                        </p:tav>
                                        <p:tav tm="100000">
                                          <p:val>
                                            <p:strVal val="#ppt_w"/>
                                          </p:val>
                                        </p:tav>
                                      </p:tavLst>
                                    </p:anim>
                                    <p:anim calcmode="lin" valueType="num">
                                      <p:cBhvr additive="base">
                                        <p:cTn id="40" dur="350" fill="hold"/>
                                        <p:tgtEl>
                                          <p:spTgt spid="13"/>
                                        </p:tgtEl>
                                        <p:attrNameLst>
                                          <p:attrName>ppt_h</p:attrName>
                                        </p:attrNameLst>
                                      </p:cBhvr>
                                      <p:tavLst>
                                        <p:tav tm="0">
                                          <p:val>
                                            <p:strVal val="#ppt_h*0.7"/>
                                          </p:val>
                                        </p:tav>
                                        <p:tav tm="100000">
                                          <p:val>
                                            <p:strVal val="#ppt_h"/>
                                          </p:val>
                                        </p:tav>
                                      </p:tavLst>
                                    </p:anim>
                                    <p:animEffect transition="in" filter="fade">
                                      <p:cBhvr>
                                        <p:cTn id="41" dur="350"/>
                                        <p:tgtEl>
                                          <p:spTgt spid="13"/>
                                        </p:tgtEl>
                                      </p:cBhvr>
                                    </p:animEffect>
                                  </p:childTnLst>
                                </p:cTn>
                              </p:par>
                              <p:par>
                                <p:cTn id="42" presetID="53" presetClass="entr" presetSubtype="16" fill="hold" grpId="0" nodeType="withEffect">
                                  <p:stCondLst>
                                    <p:cond delay="51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350" fill="hold"/>
                                        <p:tgtEl>
                                          <p:spTgt spid="14"/>
                                        </p:tgtEl>
                                        <p:attrNameLst>
                                          <p:attrName>ppt_w</p:attrName>
                                        </p:attrNameLst>
                                      </p:cBhvr>
                                      <p:tavLst>
                                        <p:tav tm="0">
                                          <p:val>
                                            <p:strVal val="#ppt_w*0.7"/>
                                          </p:val>
                                        </p:tav>
                                        <p:tav tm="100000">
                                          <p:val>
                                            <p:strVal val="#ppt_w"/>
                                          </p:val>
                                        </p:tav>
                                      </p:tavLst>
                                    </p:anim>
                                    <p:anim calcmode="lin" valueType="num">
                                      <p:cBhvr additive="base">
                                        <p:cTn id="45" dur="350" fill="hold"/>
                                        <p:tgtEl>
                                          <p:spTgt spid="14"/>
                                        </p:tgtEl>
                                        <p:attrNameLst>
                                          <p:attrName>ppt_h</p:attrName>
                                        </p:attrNameLst>
                                      </p:cBhvr>
                                      <p:tavLst>
                                        <p:tav tm="0">
                                          <p:val>
                                            <p:strVal val="#ppt_h*0.7"/>
                                          </p:val>
                                        </p:tav>
                                        <p:tav tm="100000">
                                          <p:val>
                                            <p:strVal val="#ppt_h"/>
                                          </p:val>
                                        </p:tav>
                                      </p:tavLst>
                                    </p:anim>
                                    <p:animEffect transition="in" filter="fade">
                                      <p:cBhvr>
                                        <p:cTn id="46" dur="350"/>
                                        <p:tgtEl>
                                          <p:spTgt spid="14"/>
                                        </p:tgtEl>
                                      </p:cBhvr>
                                    </p:animEffect>
                                  </p:childTnLst>
                                </p:cTn>
                              </p:par>
                              <p:par>
                                <p:cTn id="47" presetID="53" presetClass="entr" presetSubtype="16" fill="hold" grpId="0" nodeType="withEffect">
                                  <p:stCondLst>
                                    <p:cond delay="510"/>
                                  </p:stCondLst>
                                  <p:childTnLst>
                                    <p:set>
                                      <p:cBhvr>
                                        <p:cTn id="48" dur="1" fill="hold">
                                          <p:stCondLst>
                                            <p:cond delay="0"/>
                                          </p:stCondLst>
                                        </p:cTn>
                                        <p:tgtEl>
                                          <p:spTgt spid="15"/>
                                        </p:tgtEl>
                                        <p:attrNameLst>
                                          <p:attrName>style.visibility</p:attrName>
                                        </p:attrNameLst>
                                      </p:cBhvr>
                                      <p:to>
                                        <p:strVal val="visible"/>
                                      </p:to>
                                    </p:set>
                                    <p:anim calcmode="lin" valueType="num">
                                      <p:cBhvr additive="base">
                                        <p:cTn id="49" dur="350" fill="hold"/>
                                        <p:tgtEl>
                                          <p:spTgt spid="15"/>
                                        </p:tgtEl>
                                        <p:attrNameLst>
                                          <p:attrName>ppt_w</p:attrName>
                                        </p:attrNameLst>
                                      </p:cBhvr>
                                      <p:tavLst>
                                        <p:tav tm="0">
                                          <p:val>
                                            <p:strVal val="#ppt_w*0.7"/>
                                          </p:val>
                                        </p:tav>
                                        <p:tav tm="100000">
                                          <p:val>
                                            <p:strVal val="#ppt_w"/>
                                          </p:val>
                                        </p:tav>
                                      </p:tavLst>
                                    </p:anim>
                                    <p:anim calcmode="lin" valueType="num">
                                      <p:cBhvr additive="base">
                                        <p:cTn id="50" dur="350" fill="hold"/>
                                        <p:tgtEl>
                                          <p:spTgt spid="15"/>
                                        </p:tgtEl>
                                        <p:attrNameLst>
                                          <p:attrName>ppt_h</p:attrName>
                                        </p:attrNameLst>
                                      </p:cBhvr>
                                      <p:tavLst>
                                        <p:tav tm="0">
                                          <p:val>
                                            <p:strVal val="#ppt_h*0.7"/>
                                          </p:val>
                                        </p:tav>
                                        <p:tav tm="100000">
                                          <p:val>
                                            <p:strVal val="#ppt_h"/>
                                          </p:val>
                                        </p:tav>
                                      </p:tavLst>
                                    </p:anim>
                                    <p:animEffect transition="in" filter="fade">
                                      <p:cBhvr>
                                        <p:cTn id="51" dur="350"/>
                                        <p:tgtEl>
                                          <p:spTgt spid="15"/>
                                        </p:tgtEl>
                                      </p:cBhvr>
                                    </p:animEffect>
                                  </p:childTnLst>
                                </p:cTn>
                              </p:par>
                              <p:par>
                                <p:cTn id="52" presetID="53" presetClass="entr" presetSubtype="16" fill="hold" grpId="0" nodeType="withEffect">
                                  <p:stCondLst>
                                    <p:cond delay="57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350" fill="hold"/>
                                        <p:tgtEl>
                                          <p:spTgt spid="16"/>
                                        </p:tgtEl>
                                        <p:attrNameLst>
                                          <p:attrName>ppt_w</p:attrName>
                                        </p:attrNameLst>
                                      </p:cBhvr>
                                      <p:tavLst>
                                        <p:tav tm="0">
                                          <p:val>
                                            <p:strVal val="#ppt_w*0.7"/>
                                          </p:val>
                                        </p:tav>
                                        <p:tav tm="100000">
                                          <p:val>
                                            <p:strVal val="#ppt_w"/>
                                          </p:val>
                                        </p:tav>
                                      </p:tavLst>
                                    </p:anim>
                                    <p:anim calcmode="lin" valueType="num">
                                      <p:cBhvr additive="base">
                                        <p:cTn id="55" dur="350" fill="hold"/>
                                        <p:tgtEl>
                                          <p:spTgt spid="16"/>
                                        </p:tgtEl>
                                        <p:attrNameLst>
                                          <p:attrName>ppt_h</p:attrName>
                                        </p:attrNameLst>
                                      </p:cBhvr>
                                      <p:tavLst>
                                        <p:tav tm="0">
                                          <p:val>
                                            <p:strVal val="#ppt_h*0.7"/>
                                          </p:val>
                                        </p:tav>
                                        <p:tav tm="100000">
                                          <p:val>
                                            <p:strVal val="#ppt_h"/>
                                          </p:val>
                                        </p:tav>
                                      </p:tavLst>
                                    </p:anim>
                                    <p:animEffect transition="in" filter="fade">
                                      <p:cBhvr>
                                        <p:cTn id="56" dur="350"/>
                                        <p:tgtEl>
                                          <p:spTgt spid="16"/>
                                        </p:tgtEl>
                                      </p:cBhvr>
                                    </p:animEffect>
                                  </p:childTnLst>
                                </p:cTn>
                              </p:par>
                              <p:par>
                                <p:cTn id="57" presetID="53" presetClass="entr" presetSubtype="16" fill="hold" grpId="0" nodeType="withEffect">
                                  <p:stCondLst>
                                    <p:cond delay="570"/>
                                  </p:stCondLst>
                                  <p:childTnLst>
                                    <p:set>
                                      <p:cBhvr>
                                        <p:cTn id="58" dur="1" fill="hold">
                                          <p:stCondLst>
                                            <p:cond delay="0"/>
                                          </p:stCondLst>
                                        </p:cTn>
                                        <p:tgtEl>
                                          <p:spTgt spid="17"/>
                                        </p:tgtEl>
                                        <p:attrNameLst>
                                          <p:attrName>style.visibility</p:attrName>
                                        </p:attrNameLst>
                                      </p:cBhvr>
                                      <p:to>
                                        <p:strVal val="visible"/>
                                      </p:to>
                                    </p:set>
                                    <p:anim calcmode="lin" valueType="num">
                                      <p:cBhvr additive="base">
                                        <p:cTn id="59" dur="350" fill="hold"/>
                                        <p:tgtEl>
                                          <p:spTgt spid="17"/>
                                        </p:tgtEl>
                                        <p:attrNameLst>
                                          <p:attrName>ppt_w</p:attrName>
                                        </p:attrNameLst>
                                      </p:cBhvr>
                                      <p:tavLst>
                                        <p:tav tm="0">
                                          <p:val>
                                            <p:strVal val="#ppt_w*0.7"/>
                                          </p:val>
                                        </p:tav>
                                        <p:tav tm="100000">
                                          <p:val>
                                            <p:strVal val="#ppt_w"/>
                                          </p:val>
                                        </p:tav>
                                      </p:tavLst>
                                    </p:anim>
                                    <p:anim calcmode="lin" valueType="num">
                                      <p:cBhvr additive="base">
                                        <p:cTn id="60" dur="350" fill="hold"/>
                                        <p:tgtEl>
                                          <p:spTgt spid="17"/>
                                        </p:tgtEl>
                                        <p:attrNameLst>
                                          <p:attrName>ppt_h</p:attrName>
                                        </p:attrNameLst>
                                      </p:cBhvr>
                                      <p:tavLst>
                                        <p:tav tm="0">
                                          <p:val>
                                            <p:strVal val="#ppt_h*0.7"/>
                                          </p:val>
                                        </p:tav>
                                        <p:tav tm="100000">
                                          <p:val>
                                            <p:strVal val="#ppt_h"/>
                                          </p:val>
                                        </p:tav>
                                      </p:tavLst>
                                    </p:anim>
                                    <p:animEffect transition="in" filter="fade">
                                      <p:cBhvr>
                                        <p:cTn id="61" dur="350"/>
                                        <p:tgtEl>
                                          <p:spTgt spid="17"/>
                                        </p:tgtEl>
                                      </p:cBhvr>
                                    </p:animEffect>
                                  </p:childTnLst>
                                </p:cTn>
                              </p:par>
                              <p:par>
                                <p:cTn id="62" presetID="53" presetClass="entr" presetSubtype="16" fill="hold" grpId="0" nodeType="withEffect">
                                  <p:stCondLst>
                                    <p:cond delay="63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350" fill="hold"/>
                                        <p:tgtEl>
                                          <p:spTgt spid="18"/>
                                        </p:tgtEl>
                                        <p:attrNameLst>
                                          <p:attrName>ppt_w</p:attrName>
                                        </p:attrNameLst>
                                      </p:cBhvr>
                                      <p:tavLst>
                                        <p:tav tm="0">
                                          <p:val>
                                            <p:strVal val="#ppt_w*0.7"/>
                                          </p:val>
                                        </p:tav>
                                        <p:tav tm="100000">
                                          <p:val>
                                            <p:strVal val="#ppt_w"/>
                                          </p:val>
                                        </p:tav>
                                      </p:tavLst>
                                    </p:anim>
                                    <p:anim calcmode="lin" valueType="num">
                                      <p:cBhvr additive="base">
                                        <p:cTn id="65" dur="350" fill="hold"/>
                                        <p:tgtEl>
                                          <p:spTgt spid="18"/>
                                        </p:tgtEl>
                                        <p:attrNameLst>
                                          <p:attrName>ppt_h</p:attrName>
                                        </p:attrNameLst>
                                      </p:cBhvr>
                                      <p:tavLst>
                                        <p:tav tm="0">
                                          <p:val>
                                            <p:strVal val="#ppt_h*0.7"/>
                                          </p:val>
                                        </p:tav>
                                        <p:tav tm="100000">
                                          <p:val>
                                            <p:strVal val="#ppt_h"/>
                                          </p:val>
                                        </p:tav>
                                      </p:tavLst>
                                    </p:anim>
                                    <p:animEffect transition="in" filter="fade">
                                      <p:cBhvr>
                                        <p:cTn id="66" dur="350"/>
                                        <p:tgtEl>
                                          <p:spTgt spid="18"/>
                                        </p:tgtEl>
                                      </p:cBhvr>
                                    </p:animEffect>
                                  </p:childTnLst>
                                </p:cTn>
                              </p:par>
                              <p:par>
                                <p:cTn id="67" presetID="53" presetClass="entr" presetSubtype="16" fill="hold" grpId="0" nodeType="withEffect">
                                  <p:stCondLst>
                                    <p:cond delay="630"/>
                                  </p:stCondLst>
                                  <p:childTnLst>
                                    <p:set>
                                      <p:cBhvr>
                                        <p:cTn id="68" dur="1" fill="hold">
                                          <p:stCondLst>
                                            <p:cond delay="0"/>
                                          </p:stCondLst>
                                        </p:cTn>
                                        <p:tgtEl>
                                          <p:spTgt spid="19"/>
                                        </p:tgtEl>
                                        <p:attrNameLst>
                                          <p:attrName>style.visibility</p:attrName>
                                        </p:attrNameLst>
                                      </p:cBhvr>
                                      <p:to>
                                        <p:strVal val="visible"/>
                                      </p:to>
                                    </p:set>
                                    <p:anim calcmode="lin" valueType="num">
                                      <p:cBhvr additive="base">
                                        <p:cTn id="69" dur="350" fill="hold"/>
                                        <p:tgtEl>
                                          <p:spTgt spid="19"/>
                                        </p:tgtEl>
                                        <p:attrNameLst>
                                          <p:attrName>ppt_w</p:attrName>
                                        </p:attrNameLst>
                                      </p:cBhvr>
                                      <p:tavLst>
                                        <p:tav tm="0">
                                          <p:val>
                                            <p:strVal val="#ppt_w*0.7"/>
                                          </p:val>
                                        </p:tav>
                                        <p:tav tm="100000">
                                          <p:val>
                                            <p:strVal val="#ppt_w"/>
                                          </p:val>
                                        </p:tav>
                                      </p:tavLst>
                                    </p:anim>
                                    <p:anim calcmode="lin" valueType="num">
                                      <p:cBhvr additive="base">
                                        <p:cTn id="70" dur="350" fill="hold"/>
                                        <p:tgtEl>
                                          <p:spTgt spid="19"/>
                                        </p:tgtEl>
                                        <p:attrNameLst>
                                          <p:attrName>ppt_h</p:attrName>
                                        </p:attrNameLst>
                                      </p:cBhvr>
                                      <p:tavLst>
                                        <p:tav tm="0">
                                          <p:val>
                                            <p:strVal val="#ppt_h*0.7"/>
                                          </p:val>
                                        </p:tav>
                                        <p:tav tm="100000">
                                          <p:val>
                                            <p:strVal val="#ppt_h"/>
                                          </p:val>
                                        </p:tav>
                                      </p:tavLst>
                                    </p:anim>
                                    <p:animEffect transition="in" filter="fade">
                                      <p:cBhvr>
                                        <p:cTn id="71" dur="350"/>
                                        <p:tgtEl>
                                          <p:spTgt spid="19"/>
                                        </p:tgtEl>
                                      </p:cBhvr>
                                    </p:animEffect>
                                  </p:childTnLst>
                                </p:cTn>
                              </p:par>
                              <p:par>
                                <p:cTn id="72" presetID="53" presetClass="entr" presetSubtype="16" fill="hold" grpId="0" nodeType="withEffect">
                                  <p:stCondLst>
                                    <p:cond delay="69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350" fill="hold"/>
                                        <p:tgtEl>
                                          <p:spTgt spid="20"/>
                                        </p:tgtEl>
                                        <p:attrNameLst>
                                          <p:attrName>ppt_w</p:attrName>
                                        </p:attrNameLst>
                                      </p:cBhvr>
                                      <p:tavLst>
                                        <p:tav tm="0">
                                          <p:val>
                                            <p:strVal val="#ppt_w*0.7"/>
                                          </p:val>
                                        </p:tav>
                                        <p:tav tm="100000">
                                          <p:val>
                                            <p:strVal val="#ppt_w"/>
                                          </p:val>
                                        </p:tav>
                                      </p:tavLst>
                                    </p:anim>
                                    <p:anim calcmode="lin" valueType="num">
                                      <p:cBhvr additive="base">
                                        <p:cTn id="75" dur="350" fill="hold"/>
                                        <p:tgtEl>
                                          <p:spTgt spid="20"/>
                                        </p:tgtEl>
                                        <p:attrNameLst>
                                          <p:attrName>ppt_h</p:attrName>
                                        </p:attrNameLst>
                                      </p:cBhvr>
                                      <p:tavLst>
                                        <p:tav tm="0">
                                          <p:val>
                                            <p:strVal val="#ppt_h*0.7"/>
                                          </p:val>
                                        </p:tav>
                                        <p:tav tm="100000">
                                          <p:val>
                                            <p:strVal val="#ppt_h"/>
                                          </p:val>
                                        </p:tav>
                                      </p:tavLst>
                                    </p:anim>
                                    <p:animEffect transition="in" filter="fade">
                                      <p:cBhvr>
                                        <p:cTn id="76" dur="350"/>
                                        <p:tgtEl>
                                          <p:spTgt spid="20"/>
                                        </p:tgtEl>
                                      </p:cBhvr>
                                    </p:animEffect>
                                  </p:childTnLst>
                                </p:cTn>
                              </p:par>
                              <p:par>
                                <p:cTn id="77" presetID="53" presetClass="entr" presetSubtype="16" fill="hold" grpId="0" nodeType="withEffect">
                                  <p:stCondLst>
                                    <p:cond delay="69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350" fill="hold"/>
                                        <p:tgtEl>
                                          <p:spTgt spid="21"/>
                                        </p:tgtEl>
                                        <p:attrNameLst>
                                          <p:attrName>ppt_w</p:attrName>
                                        </p:attrNameLst>
                                      </p:cBhvr>
                                      <p:tavLst>
                                        <p:tav tm="0">
                                          <p:val>
                                            <p:strVal val="#ppt_w*0.7"/>
                                          </p:val>
                                        </p:tav>
                                        <p:tav tm="100000">
                                          <p:val>
                                            <p:strVal val="#ppt_w"/>
                                          </p:val>
                                        </p:tav>
                                      </p:tavLst>
                                    </p:anim>
                                    <p:anim calcmode="lin" valueType="num">
                                      <p:cBhvr additive="base">
                                        <p:cTn id="80" dur="350" fill="hold"/>
                                        <p:tgtEl>
                                          <p:spTgt spid="21"/>
                                        </p:tgtEl>
                                        <p:attrNameLst>
                                          <p:attrName>ppt_h</p:attrName>
                                        </p:attrNameLst>
                                      </p:cBhvr>
                                      <p:tavLst>
                                        <p:tav tm="0">
                                          <p:val>
                                            <p:strVal val="#ppt_h*0.7"/>
                                          </p:val>
                                        </p:tav>
                                        <p:tav tm="100000">
                                          <p:val>
                                            <p:strVal val="#ppt_h"/>
                                          </p:val>
                                        </p:tav>
                                      </p:tavLst>
                                    </p:anim>
                                    <p:animEffect transition="in" filter="fade">
                                      <p:cBhvr>
                                        <p:cTn id="81" dur="350"/>
                                        <p:tgtEl>
                                          <p:spTgt spid="21"/>
                                        </p:tgtEl>
                                      </p:cBhvr>
                                    </p:animEffect>
                                  </p:childTnLst>
                                </p:cTn>
                              </p:par>
                              <p:par>
                                <p:cTn id="82" presetID="53" presetClass="entr" presetSubtype="16" fill="hold" grpId="0" nodeType="withEffect">
                                  <p:stCondLst>
                                    <p:cond delay="75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350" fill="hold"/>
                                        <p:tgtEl>
                                          <p:spTgt spid="22"/>
                                        </p:tgtEl>
                                        <p:attrNameLst>
                                          <p:attrName>ppt_w</p:attrName>
                                        </p:attrNameLst>
                                      </p:cBhvr>
                                      <p:tavLst>
                                        <p:tav tm="0">
                                          <p:val>
                                            <p:strVal val="#ppt_w*0.7"/>
                                          </p:val>
                                        </p:tav>
                                        <p:tav tm="100000">
                                          <p:val>
                                            <p:strVal val="#ppt_w"/>
                                          </p:val>
                                        </p:tav>
                                      </p:tavLst>
                                    </p:anim>
                                    <p:anim calcmode="lin" valueType="num">
                                      <p:cBhvr additive="base">
                                        <p:cTn id="85" dur="350" fill="hold"/>
                                        <p:tgtEl>
                                          <p:spTgt spid="22"/>
                                        </p:tgtEl>
                                        <p:attrNameLst>
                                          <p:attrName>ppt_h</p:attrName>
                                        </p:attrNameLst>
                                      </p:cBhvr>
                                      <p:tavLst>
                                        <p:tav tm="0">
                                          <p:val>
                                            <p:strVal val="#ppt_h*0.7"/>
                                          </p:val>
                                        </p:tav>
                                        <p:tav tm="100000">
                                          <p:val>
                                            <p:strVal val="#ppt_h"/>
                                          </p:val>
                                        </p:tav>
                                      </p:tavLst>
                                    </p:anim>
                                    <p:animEffect transition="in" filter="fade">
                                      <p:cBhvr>
                                        <p:cTn id="86" dur="350"/>
                                        <p:tgtEl>
                                          <p:spTgt spid="22"/>
                                        </p:tgtEl>
                                      </p:cBhvr>
                                    </p:animEffect>
                                  </p:childTnLst>
                                </p:cTn>
                              </p:par>
                              <p:par>
                                <p:cTn id="87" presetID="53" presetClass="entr" presetSubtype="16" fill="hold" grpId="0" nodeType="withEffect">
                                  <p:stCondLst>
                                    <p:cond delay="750"/>
                                  </p:stCondLst>
                                  <p:childTnLst>
                                    <p:set>
                                      <p:cBhvr>
                                        <p:cTn id="88" dur="1" fill="hold">
                                          <p:stCondLst>
                                            <p:cond delay="0"/>
                                          </p:stCondLst>
                                        </p:cTn>
                                        <p:tgtEl>
                                          <p:spTgt spid="23"/>
                                        </p:tgtEl>
                                        <p:attrNameLst>
                                          <p:attrName>style.visibility</p:attrName>
                                        </p:attrNameLst>
                                      </p:cBhvr>
                                      <p:to>
                                        <p:strVal val="visible"/>
                                      </p:to>
                                    </p:set>
                                    <p:anim calcmode="lin" valueType="num">
                                      <p:cBhvr additive="base">
                                        <p:cTn id="89" dur="350" fill="hold"/>
                                        <p:tgtEl>
                                          <p:spTgt spid="23"/>
                                        </p:tgtEl>
                                        <p:attrNameLst>
                                          <p:attrName>ppt_w</p:attrName>
                                        </p:attrNameLst>
                                      </p:cBhvr>
                                      <p:tavLst>
                                        <p:tav tm="0">
                                          <p:val>
                                            <p:strVal val="#ppt_w*0.7"/>
                                          </p:val>
                                        </p:tav>
                                        <p:tav tm="100000">
                                          <p:val>
                                            <p:strVal val="#ppt_w"/>
                                          </p:val>
                                        </p:tav>
                                      </p:tavLst>
                                    </p:anim>
                                    <p:anim calcmode="lin" valueType="num">
                                      <p:cBhvr additive="base">
                                        <p:cTn id="90" dur="350" fill="hold"/>
                                        <p:tgtEl>
                                          <p:spTgt spid="23"/>
                                        </p:tgtEl>
                                        <p:attrNameLst>
                                          <p:attrName>ppt_h</p:attrName>
                                        </p:attrNameLst>
                                      </p:cBhvr>
                                      <p:tavLst>
                                        <p:tav tm="0">
                                          <p:val>
                                            <p:strVal val="#ppt_h*0.7"/>
                                          </p:val>
                                        </p:tav>
                                        <p:tav tm="100000">
                                          <p:val>
                                            <p:strVal val="#ppt_h"/>
                                          </p:val>
                                        </p:tav>
                                      </p:tavLst>
                                    </p:anim>
                                    <p:animEffect transition="in" filter="fade">
                                      <p:cBhvr>
                                        <p:cTn id="91" dur="350"/>
                                        <p:tgtEl>
                                          <p:spTgt spid="23"/>
                                        </p:tgtEl>
                                      </p:cBhvr>
                                    </p:animEffect>
                                  </p:childTnLst>
                                </p:cTn>
                              </p:par>
                              <p:par>
                                <p:cTn id="92" presetID="22" presetClass="entr" presetSubtype="8" fill="hold" grpId="0" nodeType="withEffect">
                                  <p:stCondLst>
                                    <p:cond delay="750"/>
                                  </p:stCondLst>
                                  <p:childTnLst>
                                    <p:set>
                                      <p:cBhvr>
                                        <p:cTn id="93" dur="1" fill="hold">
                                          <p:stCondLst>
                                            <p:cond delay="0"/>
                                          </p:stCondLst>
                                        </p:cTn>
                                        <p:tgtEl>
                                          <p:spTgt spid="26"/>
                                        </p:tgtEl>
                                        <p:attrNameLst>
                                          <p:attrName>style.visibility</p:attrName>
                                        </p:attrNameLst>
                                      </p:cBhvr>
                                      <p:to>
                                        <p:strVal val="visible"/>
                                      </p:to>
                                    </p:set>
                                    <p:animEffect transition="in" filter="wipe(left)">
                                      <p:cBhvr>
                                        <p:cTn id="94" dur="400"/>
                                        <p:tgtEl>
                                          <p:spTgt spid="26"/>
                                        </p:tgtEl>
                                      </p:cBhvr>
                                    </p:animEffect>
                                  </p:childTnLst>
                                </p:cTn>
                              </p:par>
                              <p:par>
                                <p:cTn id="95" presetID="22" presetClass="entr" presetSubtype="8" fill="hold" grpId="0" nodeType="withEffect">
                                  <p:stCondLst>
                                    <p:cond delay="750"/>
                                  </p:stCondLst>
                                  <p:childTnLst>
                                    <p:set>
                                      <p:cBhvr>
                                        <p:cTn id="96" dur="1" fill="hold">
                                          <p:stCondLst>
                                            <p:cond delay="0"/>
                                          </p:stCondLst>
                                        </p:cTn>
                                        <p:tgtEl>
                                          <p:spTgt spid="27"/>
                                        </p:tgtEl>
                                        <p:attrNameLst>
                                          <p:attrName>style.visibility</p:attrName>
                                        </p:attrNameLst>
                                      </p:cBhvr>
                                      <p:to>
                                        <p:strVal val="visible"/>
                                      </p:to>
                                    </p:set>
                                    <p:animEffect transition="in" filter="wipe(left)">
                                      <p:cBhvr>
                                        <p:cTn id="97" dur="400"/>
                                        <p:tgtEl>
                                          <p:spTgt spid="27"/>
                                        </p:tgtEl>
                                      </p:cBhvr>
                                    </p:animEffect>
                                  </p:childTnLst>
                                </p:cTn>
                              </p:par>
                              <p:par>
                                <p:cTn id="98" presetID="53" presetClass="entr" presetSubtype="16" fill="hold" grpId="0" nodeType="withEffect">
                                  <p:stCondLst>
                                    <p:cond delay="810"/>
                                  </p:stCondLst>
                                  <p:childTnLst>
                                    <p:set>
                                      <p:cBhvr>
                                        <p:cTn id="99" dur="1" fill="hold">
                                          <p:stCondLst>
                                            <p:cond delay="0"/>
                                          </p:stCondLst>
                                        </p:cTn>
                                        <p:tgtEl>
                                          <p:spTgt spid="24"/>
                                        </p:tgtEl>
                                        <p:attrNameLst>
                                          <p:attrName>style.visibility</p:attrName>
                                        </p:attrNameLst>
                                      </p:cBhvr>
                                      <p:to>
                                        <p:strVal val="visible"/>
                                      </p:to>
                                    </p:set>
                                    <p:anim calcmode="lin" valueType="num">
                                      <p:cBhvr additive="base">
                                        <p:cTn id="100" dur="350" fill="hold"/>
                                        <p:tgtEl>
                                          <p:spTgt spid="24"/>
                                        </p:tgtEl>
                                        <p:attrNameLst>
                                          <p:attrName>ppt_w</p:attrName>
                                        </p:attrNameLst>
                                      </p:cBhvr>
                                      <p:tavLst>
                                        <p:tav tm="0">
                                          <p:val>
                                            <p:strVal val="#ppt_w*0.7"/>
                                          </p:val>
                                        </p:tav>
                                        <p:tav tm="100000">
                                          <p:val>
                                            <p:strVal val="#ppt_w"/>
                                          </p:val>
                                        </p:tav>
                                      </p:tavLst>
                                    </p:anim>
                                    <p:anim calcmode="lin" valueType="num">
                                      <p:cBhvr additive="base">
                                        <p:cTn id="101" dur="350" fill="hold"/>
                                        <p:tgtEl>
                                          <p:spTgt spid="24"/>
                                        </p:tgtEl>
                                        <p:attrNameLst>
                                          <p:attrName>ppt_h</p:attrName>
                                        </p:attrNameLst>
                                      </p:cBhvr>
                                      <p:tavLst>
                                        <p:tav tm="0">
                                          <p:val>
                                            <p:strVal val="#ppt_h*0.7"/>
                                          </p:val>
                                        </p:tav>
                                        <p:tav tm="100000">
                                          <p:val>
                                            <p:strVal val="#ppt_h"/>
                                          </p:val>
                                        </p:tav>
                                      </p:tavLst>
                                    </p:anim>
                                    <p:animEffect transition="in" filter="fade">
                                      <p:cBhvr>
                                        <p:cTn id="102" dur="350"/>
                                        <p:tgtEl>
                                          <p:spTgt spid="24"/>
                                        </p:tgtEl>
                                      </p:cBhvr>
                                    </p:animEffect>
                                  </p:childTnLst>
                                </p:cTn>
                              </p:par>
                              <p:par>
                                <p:cTn id="103" presetID="53" presetClass="entr" presetSubtype="16" fill="hold" grpId="0" nodeType="withEffect">
                                  <p:stCondLst>
                                    <p:cond delay="810"/>
                                  </p:stCondLst>
                                  <p:childTnLst>
                                    <p:set>
                                      <p:cBhvr>
                                        <p:cTn id="104" dur="1" fill="hold">
                                          <p:stCondLst>
                                            <p:cond delay="0"/>
                                          </p:stCondLst>
                                        </p:cTn>
                                        <p:tgtEl>
                                          <p:spTgt spid="25"/>
                                        </p:tgtEl>
                                        <p:attrNameLst>
                                          <p:attrName>style.visibility</p:attrName>
                                        </p:attrNameLst>
                                      </p:cBhvr>
                                      <p:to>
                                        <p:strVal val="visible"/>
                                      </p:to>
                                    </p:set>
                                    <p:anim calcmode="lin" valueType="num">
                                      <p:cBhvr additive="base">
                                        <p:cTn id="105" dur="350" fill="hold"/>
                                        <p:tgtEl>
                                          <p:spTgt spid="25"/>
                                        </p:tgtEl>
                                        <p:attrNameLst>
                                          <p:attrName>ppt_w</p:attrName>
                                        </p:attrNameLst>
                                      </p:cBhvr>
                                      <p:tavLst>
                                        <p:tav tm="0">
                                          <p:val>
                                            <p:strVal val="#ppt_w*0.7"/>
                                          </p:val>
                                        </p:tav>
                                        <p:tav tm="100000">
                                          <p:val>
                                            <p:strVal val="#ppt_w"/>
                                          </p:val>
                                        </p:tav>
                                      </p:tavLst>
                                    </p:anim>
                                    <p:anim calcmode="lin" valueType="num">
                                      <p:cBhvr additive="base">
                                        <p:cTn id="106" dur="350" fill="hold"/>
                                        <p:tgtEl>
                                          <p:spTgt spid="25"/>
                                        </p:tgtEl>
                                        <p:attrNameLst>
                                          <p:attrName>ppt_h</p:attrName>
                                        </p:attrNameLst>
                                      </p:cBhvr>
                                      <p:tavLst>
                                        <p:tav tm="0">
                                          <p:val>
                                            <p:strVal val="#ppt_h*0.7"/>
                                          </p:val>
                                        </p:tav>
                                        <p:tav tm="100000">
                                          <p:val>
                                            <p:strVal val="#ppt_h"/>
                                          </p:val>
                                        </p:tav>
                                      </p:tavLst>
                                    </p:anim>
                                    <p:animEffect transition="in" filter="fade">
                                      <p:cBhvr>
                                        <p:cTn id="107" dur="350"/>
                                        <p:tgtEl>
                                          <p:spTgt spid="25"/>
                                        </p:tgtEl>
                                      </p:cBhvr>
                                    </p:animEffect>
                                  </p:childTnLst>
                                </p:cTn>
                              </p:par>
                              <p:par>
                                <p:cTn id="108" presetID="53" presetClass="entr" presetSubtype="16" fill="hold" grpId="0" nodeType="withEffect">
                                  <p:stCondLst>
                                    <p:cond delay="900"/>
                                  </p:stCondLst>
                                  <p:childTnLst>
                                    <p:set>
                                      <p:cBhvr>
                                        <p:cTn id="109" dur="1" fill="hold">
                                          <p:stCondLst>
                                            <p:cond delay="0"/>
                                          </p:stCondLst>
                                        </p:cTn>
                                        <p:tgtEl>
                                          <p:spTgt spid="28"/>
                                        </p:tgtEl>
                                        <p:attrNameLst>
                                          <p:attrName>style.visibility</p:attrName>
                                        </p:attrNameLst>
                                      </p:cBhvr>
                                      <p:to>
                                        <p:strVal val="visible"/>
                                      </p:to>
                                    </p:set>
                                    <p:anim calcmode="lin" valueType="num">
                                      <p:cBhvr additive="base">
                                        <p:cTn id="110" dur="350" fill="hold"/>
                                        <p:tgtEl>
                                          <p:spTgt spid="28"/>
                                        </p:tgtEl>
                                        <p:attrNameLst>
                                          <p:attrName>ppt_w</p:attrName>
                                        </p:attrNameLst>
                                      </p:cBhvr>
                                      <p:tavLst>
                                        <p:tav tm="0">
                                          <p:val>
                                            <p:strVal val="#ppt_w*0.7"/>
                                          </p:val>
                                        </p:tav>
                                        <p:tav tm="100000">
                                          <p:val>
                                            <p:strVal val="#ppt_w"/>
                                          </p:val>
                                        </p:tav>
                                      </p:tavLst>
                                    </p:anim>
                                    <p:anim calcmode="lin" valueType="num">
                                      <p:cBhvr additive="base">
                                        <p:cTn id="111" dur="350" fill="hold"/>
                                        <p:tgtEl>
                                          <p:spTgt spid="28"/>
                                        </p:tgtEl>
                                        <p:attrNameLst>
                                          <p:attrName>ppt_h</p:attrName>
                                        </p:attrNameLst>
                                      </p:cBhvr>
                                      <p:tavLst>
                                        <p:tav tm="0">
                                          <p:val>
                                            <p:strVal val="#ppt_h*0.7"/>
                                          </p:val>
                                        </p:tav>
                                        <p:tav tm="100000">
                                          <p:val>
                                            <p:strVal val="#ppt_h"/>
                                          </p:val>
                                        </p:tav>
                                      </p:tavLst>
                                    </p:anim>
                                    <p:animEffect transition="in" filter="fade">
                                      <p:cBhvr>
                                        <p:cTn id="112" dur="350"/>
                                        <p:tgtEl>
                                          <p:spTgt spid="28"/>
                                        </p:tgtEl>
                                      </p:cBhvr>
                                    </p:animEffect>
                                  </p:childTnLst>
                                </p:cTn>
                              </p:par>
                              <p:par>
                                <p:cTn id="113" presetID="53" presetClass="entr" presetSubtype="16" fill="hold" grpId="0" nodeType="withEffect">
                                  <p:stCondLst>
                                    <p:cond delay="900"/>
                                  </p:stCondLst>
                                  <p:childTnLst>
                                    <p:set>
                                      <p:cBhvr>
                                        <p:cTn id="114" dur="1" fill="hold">
                                          <p:stCondLst>
                                            <p:cond delay="0"/>
                                          </p:stCondLst>
                                        </p:cTn>
                                        <p:tgtEl>
                                          <p:spTgt spid="29"/>
                                        </p:tgtEl>
                                        <p:attrNameLst>
                                          <p:attrName>style.visibility</p:attrName>
                                        </p:attrNameLst>
                                      </p:cBhvr>
                                      <p:to>
                                        <p:strVal val="visible"/>
                                      </p:to>
                                    </p:set>
                                    <p:anim calcmode="lin" valueType="num">
                                      <p:cBhvr additive="base">
                                        <p:cTn id="115" dur="350" fill="hold"/>
                                        <p:tgtEl>
                                          <p:spTgt spid="29"/>
                                        </p:tgtEl>
                                        <p:attrNameLst>
                                          <p:attrName>ppt_w</p:attrName>
                                        </p:attrNameLst>
                                      </p:cBhvr>
                                      <p:tavLst>
                                        <p:tav tm="0">
                                          <p:val>
                                            <p:strVal val="#ppt_w*0.7"/>
                                          </p:val>
                                        </p:tav>
                                        <p:tav tm="100000">
                                          <p:val>
                                            <p:strVal val="#ppt_w"/>
                                          </p:val>
                                        </p:tav>
                                      </p:tavLst>
                                    </p:anim>
                                    <p:anim calcmode="lin" valueType="num">
                                      <p:cBhvr additive="base">
                                        <p:cTn id="116" dur="350" fill="hold"/>
                                        <p:tgtEl>
                                          <p:spTgt spid="29"/>
                                        </p:tgtEl>
                                        <p:attrNameLst>
                                          <p:attrName>ppt_h</p:attrName>
                                        </p:attrNameLst>
                                      </p:cBhvr>
                                      <p:tavLst>
                                        <p:tav tm="0">
                                          <p:val>
                                            <p:strVal val="#ppt_h*0.7"/>
                                          </p:val>
                                        </p:tav>
                                        <p:tav tm="100000">
                                          <p:val>
                                            <p:strVal val="#ppt_h"/>
                                          </p:val>
                                        </p:tav>
                                      </p:tavLst>
                                    </p:anim>
                                    <p:animEffect transition="in" filter="fade">
                                      <p:cBhvr>
                                        <p:cTn id="117" dur="350"/>
                                        <p:tgtEl>
                                          <p:spTgt spid="29"/>
                                        </p:tgtEl>
                                      </p:cBhvr>
                                    </p:animEffect>
                                  </p:childTnLst>
                                </p:cTn>
                              </p:par>
                              <p:par>
                                <p:cTn id="118" presetID="53" presetClass="entr" presetSubtype="16" fill="hold" grpId="0" nodeType="withEffect">
                                  <p:stCondLst>
                                    <p:cond delay="960"/>
                                  </p:stCondLst>
                                  <p:childTnLst>
                                    <p:set>
                                      <p:cBhvr>
                                        <p:cTn id="119" dur="1" fill="hold">
                                          <p:stCondLst>
                                            <p:cond delay="0"/>
                                          </p:stCondLst>
                                        </p:cTn>
                                        <p:tgtEl>
                                          <p:spTgt spid="30"/>
                                        </p:tgtEl>
                                        <p:attrNameLst>
                                          <p:attrName>style.visibility</p:attrName>
                                        </p:attrNameLst>
                                      </p:cBhvr>
                                      <p:to>
                                        <p:strVal val="visible"/>
                                      </p:to>
                                    </p:set>
                                    <p:anim calcmode="lin" valueType="num">
                                      <p:cBhvr additive="base">
                                        <p:cTn id="120" dur="350" fill="hold"/>
                                        <p:tgtEl>
                                          <p:spTgt spid="30"/>
                                        </p:tgtEl>
                                        <p:attrNameLst>
                                          <p:attrName>ppt_w</p:attrName>
                                        </p:attrNameLst>
                                      </p:cBhvr>
                                      <p:tavLst>
                                        <p:tav tm="0">
                                          <p:val>
                                            <p:strVal val="#ppt_w*0.7"/>
                                          </p:val>
                                        </p:tav>
                                        <p:tav tm="100000">
                                          <p:val>
                                            <p:strVal val="#ppt_w"/>
                                          </p:val>
                                        </p:tav>
                                      </p:tavLst>
                                    </p:anim>
                                    <p:anim calcmode="lin" valueType="num">
                                      <p:cBhvr additive="base">
                                        <p:cTn id="121" dur="350" fill="hold"/>
                                        <p:tgtEl>
                                          <p:spTgt spid="30"/>
                                        </p:tgtEl>
                                        <p:attrNameLst>
                                          <p:attrName>ppt_h</p:attrName>
                                        </p:attrNameLst>
                                      </p:cBhvr>
                                      <p:tavLst>
                                        <p:tav tm="0">
                                          <p:val>
                                            <p:strVal val="#ppt_h*0.7"/>
                                          </p:val>
                                        </p:tav>
                                        <p:tav tm="100000">
                                          <p:val>
                                            <p:strVal val="#ppt_h"/>
                                          </p:val>
                                        </p:tav>
                                      </p:tavLst>
                                    </p:anim>
                                    <p:animEffect transition="in" filter="fade">
                                      <p:cBhvr>
                                        <p:cTn id="122" dur="350"/>
                                        <p:tgtEl>
                                          <p:spTgt spid="30"/>
                                        </p:tgtEl>
                                      </p:cBhvr>
                                    </p:animEffect>
                                  </p:childTnLst>
                                </p:cTn>
                              </p:par>
                              <p:par>
                                <p:cTn id="123" presetID="53" presetClass="entr" presetSubtype="16" fill="hold" grpId="0" nodeType="withEffect">
                                  <p:stCondLst>
                                    <p:cond delay="960"/>
                                  </p:stCondLst>
                                  <p:childTnLst>
                                    <p:set>
                                      <p:cBhvr>
                                        <p:cTn id="124" dur="1" fill="hold">
                                          <p:stCondLst>
                                            <p:cond delay="0"/>
                                          </p:stCondLst>
                                        </p:cTn>
                                        <p:tgtEl>
                                          <p:spTgt spid="31"/>
                                        </p:tgtEl>
                                        <p:attrNameLst>
                                          <p:attrName>style.visibility</p:attrName>
                                        </p:attrNameLst>
                                      </p:cBhvr>
                                      <p:to>
                                        <p:strVal val="visible"/>
                                      </p:to>
                                    </p:set>
                                    <p:anim calcmode="lin" valueType="num">
                                      <p:cBhvr additive="base">
                                        <p:cTn id="125" dur="350" fill="hold"/>
                                        <p:tgtEl>
                                          <p:spTgt spid="31"/>
                                        </p:tgtEl>
                                        <p:attrNameLst>
                                          <p:attrName>ppt_w</p:attrName>
                                        </p:attrNameLst>
                                      </p:cBhvr>
                                      <p:tavLst>
                                        <p:tav tm="0">
                                          <p:val>
                                            <p:strVal val="#ppt_w*0.7"/>
                                          </p:val>
                                        </p:tav>
                                        <p:tav tm="100000">
                                          <p:val>
                                            <p:strVal val="#ppt_w"/>
                                          </p:val>
                                        </p:tav>
                                      </p:tavLst>
                                    </p:anim>
                                    <p:anim calcmode="lin" valueType="num">
                                      <p:cBhvr additive="base">
                                        <p:cTn id="126" dur="350" fill="hold"/>
                                        <p:tgtEl>
                                          <p:spTgt spid="31"/>
                                        </p:tgtEl>
                                        <p:attrNameLst>
                                          <p:attrName>ppt_h</p:attrName>
                                        </p:attrNameLst>
                                      </p:cBhvr>
                                      <p:tavLst>
                                        <p:tav tm="0">
                                          <p:val>
                                            <p:strVal val="#ppt_h*0.7"/>
                                          </p:val>
                                        </p:tav>
                                        <p:tav tm="100000">
                                          <p:val>
                                            <p:strVal val="#ppt_h"/>
                                          </p:val>
                                        </p:tav>
                                      </p:tavLst>
                                    </p:anim>
                                    <p:animEffect transition="in" filter="fade">
                                      <p:cBhvr>
                                        <p:cTn id="127" dur="350"/>
                                        <p:tgtEl>
                                          <p:spTgt spid="31"/>
                                        </p:tgtEl>
                                      </p:cBhvr>
                                    </p:animEffect>
                                  </p:childTnLst>
                                </p:cTn>
                              </p:par>
                              <p:par>
                                <p:cTn id="128" presetID="53" presetClass="entr" presetSubtype="16" fill="hold" grpId="0" nodeType="withEffect">
                                  <p:stCondLst>
                                    <p:cond delay="1020"/>
                                  </p:stCondLst>
                                  <p:childTnLst>
                                    <p:set>
                                      <p:cBhvr>
                                        <p:cTn id="129" dur="1" fill="hold">
                                          <p:stCondLst>
                                            <p:cond delay="0"/>
                                          </p:stCondLst>
                                        </p:cTn>
                                        <p:tgtEl>
                                          <p:spTgt spid="32"/>
                                        </p:tgtEl>
                                        <p:attrNameLst>
                                          <p:attrName>style.visibility</p:attrName>
                                        </p:attrNameLst>
                                      </p:cBhvr>
                                      <p:to>
                                        <p:strVal val="visible"/>
                                      </p:to>
                                    </p:set>
                                    <p:anim calcmode="lin" valueType="num">
                                      <p:cBhvr additive="base">
                                        <p:cTn id="130" dur="350" fill="hold"/>
                                        <p:tgtEl>
                                          <p:spTgt spid="32"/>
                                        </p:tgtEl>
                                        <p:attrNameLst>
                                          <p:attrName>ppt_w</p:attrName>
                                        </p:attrNameLst>
                                      </p:cBhvr>
                                      <p:tavLst>
                                        <p:tav tm="0">
                                          <p:val>
                                            <p:strVal val="#ppt_w*0.7"/>
                                          </p:val>
                                        </p:tav>
                                        <p:tav tm="100000">
                                          <p:val>
                                            <p:strVal val="#ppt_w"/>
                                          </p:val>
                                        </p:tav>
                                      </p:tavLst>
                                    </p:anim>
                                    <p:anim calcmode="lin" valueType="num">
                                      <p:cBhvr additive="base">
                                        <p:cTn id="131" dur="350" fill="hold"/>
                                        <p:tgtEl>
                                          <p:spTgt spid="32"/>
                                        </p:tgtEl>
                                        <p:attrNameLst>
                                          <p:attrName>ppt_h</p:attrName>
                                        </p:attrNameLst>
                                      </p:cBhvr>
                                      <p:tavLst>
                                        <p:tav tm="0">
                                          <p:val>
                                            <p:strVal val="#ppt_h*0.7"/>
                                          </p:val>
                                        </p:tav>
                                        <p:tav tm="100000">
                                          <p:val>
                                            <p:strVal val="#ppt_h"/>
                                          </p:val>
                                        </p:tav>
                                      </p:tavLst>
                                    </p:anim>
                                    <p:animEffect transition="in" filter="fade">
                                      <p:cBhvr>
                                        <p:cTn id="132" dur="350"/>
                                        <p:tgtEl>
                                          <p:spTgt spid="32"/>
                                        </p:tgtEl>
                                      </p:cBhvr>
                                    </p:animEffect>
                                  </p:childTnLst>
                                </p:cTn>
                              </p:par>
                              <p:par>
                                <p:cTn id="133" presetID="53" presetClass="entr" presetSubtype="16" fill="hold" grpId="0" nodeType="withEffect">
                                  <p:stCondLst>
                                    <p:cond delay="1020"/>
                                  </p:stCondLst>
                                  <p:childTnLst>
                                    <p:set>
                                      <p:cBhvr>
                                        <p:cTn id="134" dur="1" fill="hold">
                                          <p:stCondLst>
                                            <p:cond delay="0"/>
                                          </p:stCondLst>
                                        </p:cTn>
                                        <p:tgtEl>
                                          <p:spTgt spid="33"/>
                                        </p:tgtEl>
                                        <p:attrNameLst>
                                          <p:attrName>style.visibility</p:attrName>
                                        </p:attrNameLst>
                                      </p:cBhvr>
                                      <p:to>
                                        <p:strVal val="visible"/>
                                      </p:to>
                                    </p:set>
                                    <p:anim calcmode="lin" valueType="num">
                                      <p:cBhvr additive="base">
                                        <p:cTn id="135" dur="350" fill="hold"/>
                                        <p:tgtEl>
                                          <p:spTgt spid="33"/>
                                        </p:tgtEl>
                                        <p:attrNameLst>
                                          <p:attrName>ppt_w</p:attrName>
                                        </p:attrNameLst>
                                      </p:cBhvr>
                                      <p:tavLst>
                                        <p:tav tm="0">
                                          <p:val>
                                            <p:strVal val="#ppt_w*0.7"/>
                                          </p:val>
                                        </p:tav>
                                        <p:tav tm="100000">
                                          <p:val>
                                            <p:strVal val="#ppt_w"/>
                                          </p:val>
                                        </p:tav>
                                      </p:tavLst>
                                    </p:anim>
                                    <p:anim calcmode="lin" valueType="num">
                                      <p:cBhvr additive="base">
                                        <p:cTn id="136" dur="350" fill="hold"/>
                                        <p:tgtEl>
                                          <p:spTgt spid="33"/>
                                        </p:tgtEl>
                                        <p:attrNameLst>
                                          <p:attrName>ppt_h</p:attrName>
                                        </p:attrNameLst>
                                      </p:cBhvr>
                                      <p:tavLst>
                                        <p:tav tm="0">
                                          <p:val>
                                            <p:strVal val="#ppt_h*0.7"/>
                                          </p:val>
                                        </p:tav>
                                        <p:tav tm="100000">
                                          <p:val>
                                            <p:strVal val="#ppt_h"/>
                                          </p:val>
                                        </p:tav>
                                      </p:tavLst>
                                    </p:anim>
                                    <p:animEffect transition="in" filter="fade">
                                      <p:cBhvr>
                                        <p:cTn id="137" dur="350"/>
                                        <p:tgtEl>
                                          <p:spTgt spid="33"/>
                                        </p:tgtEl>
                                      </p:cBhvr>
                                    </p:animEffect>
                                  </p:childTnLst>
                                </p:cTn>
                              </p:par>
                              <p:par>
                                <p:cTn id="138" presetID="53" presetClass="entr" presetSubtype="16" fill="hold" grpId="0" nodeType="withEffect">
                                  <p:stCondLst>
                                    <p:cond delay="1080"/>
                                  </p:stCondLst>
                                  <p:childTnLst>
                                    <p:set>
                                      <p:cBhvr>
                                        <p:cTn id="139" dur="1" fill="hold">
                                          <p:stCondLst>
                                            <p:cond delay="0"/>
                                          </p:stCondLst>
                                        </p:cTn>
                                        <p:tgtEl>
                                          <p:spTgt spid="34"/>
                                        </p:tgtEl>
                                        <p:attrNameLst>
                                          <p:attrName>style.visibility</p:attrName>
                                        </p:attrNameLst>
                                      </p:cBhvr>
                                      <p:to>
                                        <p:strVal val="visible"/>
                                      </p:to>
                                    </p:set>
                                    <p:anim calcmode="lin" valueType="num">
                                      <p:cBhvr additive="base">
                                        <p:cTn id="140" dur="350" fill="hold"/>
                                        <p:tgtEl>
                                          <p:spTgt spid="34"/>
                                        </p:tgtEl>
                                        <p:attrNameLst>
                                          <p:attrName>ppt_w</p:attrName>
                                        </p:attrNameLst>
                                      </p:cBhvr>
                                      <p:tavLst>
                                        <p:tav tm="0">
                                          <p:val>
                                            <p:strVal val="#ppt_w*0.7"/>
                                          </p:val>
                                        </p:tav>
                                        <p:tav tm="100000">
                                          <p:val>
                                            <p:strVal val="#ppt_w"/>
                                          </p:val>
                                        </p:tav>
                                      </p:tavLst>
                                    </p:anim>
                                    <p:anim calcmode="lin" valueType="num">
                                      <p:cBhvr additive="base">
                                        <p:cTn id="141" dur="350" fill="hold"/>
                                        <p:tgtEl>
                                          <p:spTgt spid="34"/>
                                        </p:tgtEl>
                                        <p:attrNameLst>
                                          <p:attrName>ppt_h</p:attrName>
                                        </p:attrNameLst>
                                      </p:cBhvr>
                                      <p:tavLst>
                                        <p:tav tm="0">
                                          <p:val>
                                            <p:strVal val="#ppt_h*0.7"/>
                                          </p:val>
                                        </p:tav>
                                        <p:tav tm="100000">
                                          <p:val>
                                            <p:strVal val="#ppt_h"/>
                                          </p:val>
                                        </p:tav>
                                      </p:tavLst>
                                    </p:anim>
                                    <p:animEffect transition="in" filter="fade">
                                      <p:cBhvr>
                                        <p:cTn id="142" dur="350"/>
                                        <p:tgtEl>
                                          <p:spTgt spid="34"/>
                                        </p:tgtEl>
                                      </p:cBhvr>
                                    </p:animEffect>
                                  </p:childTnLst>
                                </p:cTn>
                              </p:par>
                              <p:par>
                                <p:cTn id="143" presetID="53" presetClass="entr" presetSubtype="16" fill="hold" grpId="0" nodeType="withEffect">
                                  <p:stCondLst>
                                    <p:cond delay="1080"/>
                                  </p:stCondLst>
                                  <p:childTnLst>
                                    <p:set>
                                      <p:cBhvr>
                                        <p:cTn id="144" dur="1" fill="hold">
                                          <p:stCondLst>
                                            <p:cond delay="0"/>
                                          </p:stCondLst>
                                        </p:cTn>
                                        <p:tgtEl>
                                          <p:spTgt spid="35"/>
                                        </p:tgtEl>
                                        <p:attrNameLst>
                                          <p:attrName>style.visibility</p:attrName>
                                        </p:attrNameLst>
                                      </p:cBhvr>
                                      <p:to>
                                        <p:strVal val="visible"/>
                                      </p:to>
                                    </p:set>
                                    <p:anim calcmode="lin" valueType="num">
                                      <p:cBhvr additive="base">
                                        <p:cTn id="145" dur="350" fill="hold"/>
                                        <p:tgtEl>
                                          <p:spTgt spid="35"/>
                                        </p:tgtEl>
                                        <p:attrNameLst>
                                          <p:attrName>ppt_w</p:attrName>
                                        </p:attrNameLst>
                                      </p:cBhvr>
                                      <p:tavLst>
                                        <p:tav tm="0">
                                          <p:val>
                                            <p:strVal val="#ppt_w*0.7"/>
                                          </p:val>
                                        </p:tav>
                                        <p:tav tm="100000">
                                          <p:val>
                                            <p:strVal val="#ppt_w"/>
                                          </p:val>
                                        </p:tav>
                                      </p:tavLst>
                                    </p:anim>
                                    <p:anim calcmode="lin" valueType="num">
                                      <p:cBhvr additive="base">
                                        <p:cTn id="146" dur="350" fill="hold"/>
                                        <p:tgtEl>
                                          <p:spTgt spid="35"/>
                                        </p:tgtEl>
                                        <p:attrNameLst>
                                          <p:attrName>ppt_h</p:attrName>
                                        </p:attrNameLst>
                                      </p:cBhvr>
                                      <p:tavLst>
                                        <p:tav tm="0">
                                          <p:val>
                                            <p:strVal val="#ppt_h*0.7"/>
                                          </p:val>
                                        </p:tav>
                                        <p:tav tm="100000">
                                          <p:val>
                                            <p:strVal val="#ppt_h"/>
                                          </p:val>
                                        </p:tav>
                                      </p:tavLst>
                                    </p:anim>
                                    <p:animEffect transition="in" filter="fade">
                                      <p:cBhvr>
                                        <p:cTn id="147" dur="350"/>
                                        <p:tgtEl>
                                          <p:spTgt spid="35"/>
                                        </p:tgtEl>
                                      </p:cBhvr>
                                    </p:animEffect>
                                  </p:childTnLst>
                                </p:cTn>
                              </p:par>
                              <p:par>
                                <p:cTn id="148" presetID="53" presetClass="entr" presetSubtype="16" fill="hold" grpId="0" nodeType="withEffect">
                                  <p:stCondLst>
                                    <p:cond delay="1140"/>
                                  </p:stCondLst>
                                  <p:childTnLst>
                                    <p:set>
                                      <p:cBhvr>
                                        <p:cTn id="149" dur="1" fill="hold">
                                          <p:stCondLst>
                                            <p:cond delay="0"/>
                                          </p:stCondLst>
                                        </p:cTn>
                                        <p:tgtEl>
                                          <p:spTgt spid="36"/>
                                        </p:tgtEl>
                                        <p:attrNameLst>
                                          <p:attrName>style.visibility</p:attrName>
                                        </p:attrNameLst>
                                      </p:cBhvr>
                                      <p:to>
                                        <p:strVal val="visible"/>
                                      </p:to>
                                    </p:set>
                                    <p:anim calcmode="lin" valueType="num">
                                      <p:cBhvr additive="base">
                                        <p:cTn id="150" dur="350" fill="hold"/>
                                        <p:tgtEl>
                                          <p:spTgt spid="36"/>
                                        </p:tgtEl>
                                        <p:attrNameLst>
                                          <p:attrName>ppt_w</p:attrName>
                                        </p:attrNameLst>
                                      </p:cBhvr>
                                      <p:tavLst>
                                        <p:tav tm="0">
                                          <p:val>
                                            <p:strVal val="#ppt_w*0.7"/>
                                          </p:val>
                                        </p:tav>
                                        <p:tav tm="100000">
                                          <p:val>
                                            <p:strVal val="#ppt_w"/>
                                          </p:val>
                                        </p:tav>
                                      </p:tavLst>
                                    </p:anim>
                                    <p:anim calcmode="lin" valueType="num">
                                      <p:cBhvr additive="base">
                                        <p:cTn id="151" dur="350" fill="hold"/>
                                        <p:tgtEl>
                                          <p:spTgt spid="36"/>
                                        </p:tgtEl>
                                        <p:attrNameLst>
                                          <p:attrName>ppt_h</p:attrName>
                                        </p:attrNameLst>
                                      </p:cBhvr>
                                      <p:tavLst>
                                        <p:tav tm="0">
                                          <p:val>
                                            <p:strVal val="#ppt_h*0.7"/>
                                          </p:val>
                                        </p:tav>
                                        <p:tav tm="100000">
                                          <p:val>
                                            <p:strVal val="#ppt_h"/>
                                          </p:val>
                                        </p:tav>
                                      </p:tavLst>
                                    </p:anim>
                                    <p:animEffect transition="in" filter="fade">
                                      <p:cBhvr>
                                        <p:cTn id="152" dur="350"/>
                                        <p:tgtEl>
                                          <p:spTgt spid="36"/>
                                        </p:tgtEl>
                                      </p:cBhvr>
                                    </p:animEffect>
                                  </p:childTnLst>
                                </p:cTn>
                              </p:par>
                              <p:par>
                                <p:cTn id="153" presetID="53" presetClass="entr" presetSubtype="16" fill="hold" grpId="0" nodeType="withEffect">
                                  <p:stCondLst>
                                    <p:cond delay="1140"/>
                                  </p:stCondLst>
                                  <p:childTnLst>
                                    <p:set>
                                      <p:cBhvr>
                                        <p:cTn id="154" dur="1" fill="hold">
                                          <p:stCondLst>
                                            <p:cond delay="0"/>
                                          </p:stCondLst>
                                        </p:cTn>
                                        <p:tgtEl>
                                          <p:spTgt spid="37"/>
                                        </p:tgtEl>
                                        <p:attrNameLst>
                                          <p:attrName>style.visibility</p:attrName>
                                        </p:attrNameLst>
                                      </p:cBhvr>
                                      <p:to>
                                        <p:strVal val="visible"/>
                                      </p:to>
                                    </p:set>
                                    <p:anim calcmode="lin" valueType="num">
                                      <p:cBhvr additive="base">
                                        <p:cTn id="155" dur="350" fill="hold"/>
                                        <p:tgtEl>
                                          <p:spTgt spid="37"/>
                                        </p:tgtEl>
                                        <p:attrNameLst>
                                          <p:attrName>ppt_w</p:attrName>
                                        </p:attrNameLst>
                                      </p:cBhvr>
                                      <p:tavLst>
                                        <p:tav tm="0">
                                          <p:val>
                                            <p:strVal val="#ppt_w*0.7"/>
                                          </p:val>
                                        </p:tav>
                                        <p:tav tm="100000">
                                          <p:val>
                                            <p:strVal val="#ppt_w"/>
                                          </p:val>
                                        </p:tav>
                                      </p:tavLst>
                                    </p:anim>
                                    <p:anim calcmode="lin" valueType="num">
                                      <p:cBhvr additive="base">
                                        <p:cTn id="156" dur="350" fill="hold"/>
                                        <p:tgtEl>
                                          <p:spTgt spid="37"/>
                                        </p:tgtEl>
                                        <p:attrNameLst>
                                          <p:attrName>ppt_h</p:attrName>
                                        </p:attrNameLst>
                                      </p:cBhvr>
                                      <p:tavLst>
                                        <p:tav tm="0">
                                          <p:val>
                                            <p:strVal val="#ppt_h*0.7"/>
                                          </p:val>
                                        </p:tav>
                                        <p:tav tm="100000">
                                          <p:val>
                                            <p:strVal val="#ppt_h"/>
                                          </p:val>
                                        </p:tav>
                                      </p:tavLst>
                                    </p:anim>
                                    <p:animEffect transition="in" filter="fade">
                                      <p:cBhvr>
                                        <p:cTn id="157" dur="350"/>
                                        <p:tgtEl>
                                          <p:spTgt spid="37"/>
                                        </p:tgtEl>
                                      </p:cBhvr>
                                    </p:animEffect>
                                  </p:childTnLst>
                                </p:cTn>
                              </p:par>
                              <p:par>
                                <p:cTn id="158" presetID="22" presetClass="entr" presetSubtype="8" fill="hold" grpId="0" nodeType="withEffect">
                                  <p:stCondLst>
                                    <p:cond delay="1200"/>
                                  </p:stCondLst>
                                  <p:childTnLst>
                                    <p:set>
                                      <p:cBhvr>
                                        <p:cTn id="159" dur="1" fill="hold">
                                          <p:stCondLst>
                                            <p:cond delay="0"/>
                                          </p:stCondLst>
                                        </p:cTn>
                                        <p:tgtEl>
                                          <p:spTgt spid="38"/>
                                        </p:tgtEl>
                                        <p:attrNameLst>
                                          <p:attrName>style.visibility</p:attrName>
                                        </p:attrNameLst>
                                      </p:cBhvr>
                                      <p:to>
                                        <p:strVal val="visible"/>
                                      </p:to>
                                    </p:set>
                                    <p:animEffect transition="in" filter="wipe(left)">
                                      <p:cBhvr>
                                        <p:cTn id="160" dur="400"/>
                                        <p:tgtEl>
                                          <p:spTgt spid="38"/>
                                        </p:tgtEl>
                                      </p:cBhvr>
                                    </p:animEffect>
                                  </p:childTnLst>
                                </p:cTn>
                              </p:par>
                              <p:par>
                                <p:cTn id="161" presetID="22" presetClass="entr" presetSubtype="8" fill="hold" grpId="0" nodeType="withEffect">
                                  <p:stCondLst>
                                    <p:cond delay="1200"/>
                                  </p:stCondLst>
                                  <p:childTnLst>
                                    <p:set>
                                      <p:cBhvr>
                                        <p:cTn id="162" dur="1" fill="hold">
                                          <p:stCondLst>
                                            <p:cond delay="0"/>
                                          </p:stCondLst>
                                        </p:cTn>
                                        <p:tgtEl>
                                          <p:spTgt spid="39"/>
                                        </p:tgtEl>
                                        <p:attrNameLst>
                                          <p:attrName>style.visibility</p:attrName>
                                        </p:attrNameLst>
                                      </p:cBhvr>
                                      <p:to>
                                        <p:strVal val="visible"/>
                                      </p:to>
                                    </p:set>
                                    <p:animEffect transition="in" filter="wipe(left)">
                                      <p:cBhvr>
                                        <p:cTn id="163" dur="400"/>
                                        <p:tgtEl>
                                          <p:spTgt spid="39"/>
                                        </p:tgtEl>
                                      </p:cBhvr>
                                    </p:animEffect>
                                  </p:childTnLst>
                                </p:cTn>
                              </p:par>
                              <p:par>
                                <p:cTn id="164" presetID="53" presetClass="entr" presetSubtype="16" fill="hold" grpId="0" nodeType="withEffect">
                                  <p:stCondLst>
                                    <p:cond delay="1349"/>
                                  </p:stCondLst>
                                  <p:childTnLst>
                                    <p:set>
                                      <p:cBhvr>
                                        <p:cTn id="165" dur="1" fill="hold">
                                          <p:stCondLst>
                                            <p:cond delay="0"/>
                                          </p:stCondLst>
                                        </p:cTn>
                                        <p:tgtEl>
                                          <p:spTgt spid="40"/>
                                        </p:tgtEl>
                                        <p:attrNameLst>
                                          <p:attrName>style.visibility</p:attrName>
                                        </p:attrNameLst>
                                      </p:cBhvr>
                                      <p:to>
                                        <p:strVal val="visible"/>
                                      </p:to>
                                    </p:set>
                                    <p:anim calcmode="lin" valueType="num">
                                      <p:cBhvr additive="base">
                                        <p:cTn id="166" dur="350" fill="hold"/>
                                        <p:tgtEl>
                                          <p:spTgt spid="40"/>
                                        </p:tgtEl>
                                        <p:attrNameLst>
                                          <p:attrName>ppt_w</p:attrName>
                                        </p:attrNameLst>
                                      </p:cBhvr>
                                      <p:tavLst>
                                        <p:tav tm="0">
                                          <p:val>
                                            <p:strVal val="#ppt_w*0.7"/>
                                          </p:val>
                                        </p:tav>
                                        <p:tav tm="100000">
                                          <p:val>
                                            <p:strVal val="#ppt_w"/>
                                          </p:val>
                                        </p:tav>
                                      </p:tavLst>
                                    </p:anim>
                                    <p:anim calcmode="lin" valueType="num">
                                      <p:cBhvr additive="base">
                                        <p:cTn id="167" dur="350" fill="hold"/>
                                        <p:tgtEl>
                                          <p:spTgt spid="40"/>
                                        </p:tgtEl>
                                        <p:attrNameLst>
                                          <p:attrName>ppt_h</p:attrName>
                                        </p:attrNameLst>
                                      </p:cBhvr>
                                      <p:tavLst>
                                        <p:tav tm="0">
                                          <p:val>
                                            <p:strVal val="#ppt_h*0.7"/>
                                          </p:val>
                                        </p:tav>
                                        <p:tav tm="100000">
                                          <p:val>
                                            <p:strVal val="#ppt_h"/>
                                          </p:val>
                                        </p:tav>
                                      </p:tavLst>
                                    </p:anim>
                                    <p:animEffect transition="in" filter="fade">
                                      <p:cBhvr>
                                        <p:cTn id="168" dur="350"/>
                                        <p:tgtEl>
                                          <p:spTgt spid="40"/>
                                        </p:tgtEl>
                                      </p:cBhvr>
                                    </p:animEffect>
                                  </p:childTnLst>
                                </p:cTn>
                              </p:par>
                              <p:par>
                                <p:cTn id="169" presetID="53" presetClass="entr" presetSubtype="16" fill="hold" grpId="0" nodeType="withEffect">
                                  <p:stCondLst>
                                    <p:cond delay="1349"/>
                                  </p:stCondLst>
                                  <p:childTnLst>
                                    <p:set>
                                      <p:cBhvr>
                                        <p:cTn id="170" dur="1" fill="hold">
                                          <p:stCondLst>
                                            <p:cond delay="0"/>
                                          </p:stCondLst>
                                        </p:cTn>
                                        <p:tgtEl>
                                          <p:spTgt spid="41"/>
                                        </p:tgtEl>
                                        <p:attrNameLst>
                                          <p:attrName>style.visibility</p:attrName>
                                        </p:attrNameLst>
                                      </p:cBhvr>
                                      <p:to>
                                        <p:strVal val="visible"/>
                                      </p:to>
                                    </p:set>
                                    <p:anim calcmode="lin" valueType="num">
                                      <p:cBhvr additive="base">
                                        <p:cTn id="171" dur="350" fill="hold"/>
                                        <p:tgtEl>
                                          <p:spTgt spid="41"/>
                                        </p:tgtEl>
                                        <p:attrNameLst>
                                          <p:attrName>ppt_w</p:attrName>
                                        </p:attrNameLst>
                                      </p:cBhvr>
                                      <p:tavLst>
                                        <p:tav tm="0">
                                          <p:val>
                                            <p:strVal val="#ppt_w*0.7"/>
                                          </p:val>
                                        </p:tav>
                                        <p:tav tm="100000">
                                          <p:val>
                                            <p:strVal val="#ppt_w"/>
                                          </p:val>
                                        </p:tav>
                                      </p:tavLst>
                                    </p:anim>
                                    <p:anim calcmode="lin" valueType="num">
                                      <p:cBhvr additive="base">
                                        <p:cTn id="172" dur="350" fill="hold"/>
                                        <p:tgtEl>
                                          <p:spTgt spid="41"/>
                                        </p:tgtEl>
                                        <p:attrNameLst>
                                          <p:attrName>ppt_h</p:attrName>
                                        </p:attrNameLst>
                                      </p:cBhvr>
                                      <p:tavLst>
                                        <p:tav tm="0">
                                          <p:val>
                                            <p:strVal val="#ppt_h*0.7"/>
                                          </p:val>
                                        </p:tav>
                                        <p:tav tm="100000">
                                          <p:val>
                                            <p:strVal val="#ppt_h"/>
                                          </p:val>
                                        </p:tav>
                                      </p:tavLst>
                                    </p:anim>
                                    <p:animEffect transition="in" filter="fade">
                                      <p:cBhvr>
                                        <p:cTn id="173" dur="350"/>
                                        <p:tgtEl>
                                          <p:spTgt spid="41"/>
                                        </p:tgtEl>
                                      </p:cBhvr>
                                    </p:animEffect>
                                  </p:childTnLst>
                                </p:cTn>
                              </p:par>
                              <p:par>
                                <p:cTn id="174" presetID="53" presetClass="entr" presetSubtype="16" fill="hold" grpId="0" nodeType="withEffect">
                                  <p:stCondLst>
                                    <p:cond delay="1410"/>
                                  </p:stCondLst>
                                  <p:childTnLst>
                                    <p:set>
                                      <p:cBhvr>
                                        <p:cTn id="175" dur="1" fill="hold">
                                          <p:stCondLst>
                                            <p:cond delay="0"/>
                                          </p:stCondLst>
                                        </p:cTn>
                                        <p:tgtEl>
                                          <p:spTgt spid="42"/>
                                        </p:tgtEl>
                                        <p:attrNameLst>
                                          <p:attrName>style.visibility</p:attrName>
                                        </p:attrNameLst>
                                      </p:cBhvr>
                                      <p:to>
                                        <p:strVal val="visible"/>
                                      </p:to>
                                    </p:set>
                                    <p:anim calcmode="lin" valueType="num">
                                      <p:cBhvr additive="base">
                                        <p:cTn id="176" dur="350" fill="hold"/>
                                        <p:tgtEl>
                                          <p:spTgt spid="42"/>
                                        </p:tgtEl>
                                        <p:attrNameLst>
                                          <p:attrName>ppt_w</p:attrName>
                                        </p:attrNameLst>
                                      </p:cBhvr>
                                      <p:tavLst>
                                        <p:tav tm="0">
                                          <p:val>
                                            <p:strVal val="#ppt_w*0.7"/>
                                          </p:val>
                                        </p:tav>
                                        <p:tav tm="100000">
                                          <p:val>
                                            <p:strVal val="#ppt_w"/>
                                          </p:val>
                                        </p:tav>
                                      </p:tavLst>
                                    </p:anim>
                                    <p:anim calcmode="lin" valueType="num">
                                      <p:cBhvr additive="base">
                                        <p:cTn id="177" dur="350" fill="hold"/>
                                        <p:tgtEl>
                                          <p:spTgt spid="42"/>
                                        </p:tgtEl>
                                        <p:attrNameLst>
                                          <p:attrName>ppt_h</p:attrName>
                                        </p:attrNameLst>
                                      </p:cBhvr>
                                      <p:tavLst>
                                        <p:tav tm="0">
                                          <p:val>
                                            <p:strVal val="#ppt_h*0.7"/>
                                          </p:val>
                                        </p:tav>
                                        <p:tav tm="100000">
                                          <p:val>
                                            <p:strVal val="#ppt_h"/>
                                          </p:val>
                                        </p:tav>
                                      </p:tavLst>
                                    </p:anim>
                                    <p:animEffect transition="in" filter="fade">
                                      <p:cBhvr>
                                        <p:cTn id="178" dur="350"/>
                                        <p:tgtEl>
                                          <p:spTgt spid="42"/>
                                        </p:tgtEl>
                                      </p:cBhvr>
                                    </p:animEffect>
                                  </p:childTnLst>
                                </p:cTn>
                              </p:par>
                              <p:par>
                                <p:cTn id="179" presetID="53" presetClass="entr" presetSubtype="16" fill="hold" grpId="0" nodeType="withEffect">
                                  <p:stCondLst>
                                    <p:cond delay="1410"/>
                                  </p:stCondLst>
                                  <p:childTnLst>
                                    <p:set>
                                      <p:cBhvr>
                                        <p:cTn id="180" dur="1" fill="hold">
                                          <p:stCondLst>
                                            <p:cond delay="0"/>
                                          </p:stCondLst>
                                        </p:cTn>
                                        <p:tgtEl>
                                          <p:spTgt spid="43"/>
                                        </p:tgtEl>
                                        <p:attrNameLst>
                                          <p:attrName>style.visibility</p:attrName>
                                        </p:attrNameLst>
                                      </p:cBhvr>
                                      <p:to>
                                        <p:strVal val="visible"/>
                                      </p:to>
                                    </p:set>
                                    <p:anim calcmode="lin" valueType="num">
                                      <p:cBhvr additive="base">
                                        <p:cTn id="181" dur="350" fill="hold"/>
                                        <p:tgtEl>
                                          <p:spTgt spid="43"/>
                                        </p:tgtEl>
                                        <p:attrNameLst>
                                          <p:attrName>ppt_w</p:attrName>
                                        </p:attrNameLst>
                                      </p:cBhvr>
                                      <p:tavLst>
                                        <p:tav tm="0">
                                          <p:val>
                                            <p:strVal val="#ppt_w*0.7"/>
                                          </p:val>
                                        </p:tav>
                                        <p:tav tm="100000">
                                          <p:val>
                                            <p:strVal val="#ppt_w"/>
                                          </p:val>
                                        </p:tav>
                                      </p:tavLst>
                                    </p:anim>
                                    <p:anim calcmode="lin" valueType="num">
                                      <p:cBhvr additive="base">
                                        <p:cTn id="182" dur="350" fill="hold"/>
                                        <p:tgtEl>
                                          <p:spTgt spid="43"/>
                                        </p:tgtEl>
                                        <p:attrNameLst>
                                          <p:attrName>ppt_h</p:attrName>
                                        </p:attrNameLst>
                                      </p:cBhvr>
                                      <p:tavLst>
                                        <p:tav tm="0">
                                          <p:val>
                                            <p:strVal val="#ppt_h*0.7"/>
                                          </p:val>
                                        </p:tav>
                                        <p:tav tm="100000">
                                          <p:val>
                                            <p:strVal val="#ppt_h"/>
                                          </p:val>
                                        </p:tav>
                                      </p:tavLst>
                                    </p:anim>
                                    <p:animEffect transition="in" filter="fade">
                                      <p:cBhvr>
                                        <p:cTn id="183" dur="350"/>
                                        <p:tgtEl>
                                          <p:spTgt spid="43"/>
                                        </p:tgtEl>
                                      </p:cBhvr>
                                    </p:animEffect>
                                  </p:childTnLst>
                                </p:cTn>
                              </p:par>
                              <p:par>
                                <p:cTn id="184" presetID="53" presetClass="entr" presetSubtype="16" fill="hold" grpId="0" nodeType="withEffect">
                                  <p:stCondLst>
                                    <p:cond delay="1470"/>
                                  </p:stCondLst>
                                  <p:childTnLst>
                                    <p:set>
                                      <p:cBhvr>
                                        <p:cTn id="185" dur="1" fill="hold">
                                          <p:stCondLst>
                                            <p:cond delay="0"/>
                                          </p:stCondLst>
                                        </p:cTn>
                                        <p:tgtEl>
                                          <p:spTgt spid="44"/>
                                        </p:tgtEl>
                                        <p:attrNameLst>
                                          <p:attrName>style.visibility</p:attrName>
                                        </p:attrNameLst>
                                      </p:cBhvr>
                                      <p:to>
                                        <p:strVal val="visible"/>
                                      </p:to>
                                    </p:set>
                                    <p:anim calcmode="lin" valueType="num">
                                      <p:cBhvr additive="base">
                                        <p:cTn id="186" dur="350" fill="hold"/>
                                        <p:tgtEl>
                                          <p:spTgt spid="44"/>
                                        </p:tgtEl>
                                        <p:attrNameLst>
                                          <p:attrName>ppt_w</p:attrName>
                                        </p:attrNameLst>
                                      </p:cBhvr>
                                      <p:tavLst>
                                        <p:tav tm="0">
                                          <p:val>
                                            <p:strVal val="#ppt_w*0.7"/>
                                          </p:val>
                                        </p:tav>
                                        <p:tav tm="100000">
                                          <p:val>
                                            <p:strVal val="#ppt_w"/>
                                          </p:val>
                                        </p:tav>
                                      </p:tavLst>
                                    </p:anim>
                                    <p:anim calcmode="lin" valueType="num">
                                      <p:cBhvr additive="base">
                                        <p:cTn id="187" dur="350" fill="hold"/>
                                        <p:tgtEl>
                                          <p:spTgt spid="44"/>
                                        </p:tgtEl>
                                        <p:attrNameLst>
                                          <p:attrName>ppt_h</p:attrName>
                                        </p:attrNameLst>
                                      </p:cBhvr>
                                      <p:tavLst>
                                        <p:tav tm="0">
                                          <p:val>
                                            <p:strVal val="#ppt_h*0.7"/>
                                          </p:val>
                                        </p:tav>
                                        <p:tav tm="100000">
                                          <p:val>
                                            <p:strVal val="#ppt_h"/>
                                          </p:val>
                                        </p:tav>
                                      </p:tavLst>
                                    </p:anim>
                                    <p:animEffect transition="in" filter="fade">
                                      <p:cBhvr>
                                        <p:cTn id="188" dur="350"/>
                                        <p:tgtEl>
                                          <p:spTgt spid="44"/>
                                        </p:tgtEl>
                                      </p:cBhvr>
                                    </p:animEffect>
                                  </p:childTnLst>
                                </p:cTn>
                              </p:par>
                              <p:par>
                                <p:cTn id="189" presetID="53" presetClass="entr" presetSubtype="16" fill="hold" grpId="0" nodeType="withEffect">
                                  <p:stCondLst>
                                    <p:cond delay="1470"/>
                                  </p:stCondLst>
                                  <p:childTnLst>
                                    <p:set>
                                      <p:cBhvr>
                                        <p:cTn id="190" dur="1" fill="hold">
                                          <p:stCondLst>
                                            <p:cond delay="0"/>
                                          </p:stCondLst>
                                        </p:cTn>
                                        <p:tgtEl>
                                          <p:spTgt spid="45"/>
                                        </p:tgtEl>
                                        <p:attrNameLst>
                                          <p:attrName>style.visibility</p:attrName>
                                        </p:attrNameLst>
                                      </p:cBhvr>
                                      <p:to>
                                        <p:strVal val="visible"/>
                                      </p:to>
                                    </p:set>
                                    <p:anim calcmode="lin" valueType="num">
                                      <p:cBhvr additive="base">
                                        <p:cTn id="191" dur="350" fill="hold"/>
                                        <p:tgtEl>
                                          <p:spTgt spid="45"/>
                                        </p:tgtEl>
                                        <p:attrNameLst>
                                          <p:attrName>ppt_w</p:attrName>
                                        </p:attrNameLst>
                                      </p:cBhvr>
                                      <p:tavLst>
                                        <p:tav tm="0">
                                          <p:val>
                                            <p:strVal val="#ppt_w*0.7"/>
                                          </p:val>
                                        </p:tav>
                                        <p:tav tm="100000">
                                          <p:val>
                                            <p:strVal val="#ppt_w"/>
                                          </p:val>
                                        </p:tav>
                                      </p:tavLst>
                                    </p:anim>
                                    <p:anim calcmode="lin" valueType="num">
                                      <p:cBhvr additive="base">
                                        <p:cTn id="192" dur="350" fill="hold"/>
                                        <p:tgtEl>
                                          <p:spTgt spid="45"/>
                                        </p:tgtEl>
                                        <p:attrNameLst>
                                          <p:attrName>ppt_h</p:attrName>
                                        </p:attrNameLst>
                                      </p:cBhvr>
                                      <p:tavLst>
                                        <p:tav tm="0">
                                          <p:val>
                                            <p:strVal val="#ppt_h*0.7"/>
                                          </p:val>
                                        </p:tav>
                                        <p:tav tm="100000">
                                          <p:val>
                                            <p:strVal val="#ppt_h"/>
                                          </p:val>
                                        </p:tav>
                                      </p:tavLst>
                                    </p:anim>
                                    <p:animEffect transition="in" filter="fade">
                                      <p:cBhvr>
                                        <p:cTn id="193" dur="350"/>
                                        <p:tgtEl>
                                          <p:spTgt spid="45"/>
                                        </p:tgtEl>
                                      </p:cBhvr>
                                    </p:animEffect>
                                  </p:childTnLst>
                                </p:cTn>
                              </p:par>
                              <p:par>
                                <p:cTn id="194" presetID="53" presetClass="entr" presetSubtype="16" fill="hold" grpId="0" nodeType="withEffect">
                                  <p:stCondLst>
                                    <p:cond delay="1530"/>
                                  </p:stCondLst>
                                  <p:childTnLst>
                                    <p:set>
                                      <p:cBhvr>
                                        <p:cTn id="195" dur="1" fill="hold">
                                          <p:stCondLst>
                                            <p:cond delay="0"/>
                                          </p:stCondLst>
                                        </p:cTn>
                                        <p:tgtEl>
                                          <p:spTgt spid="46"/>
                                        </p:tgtEl>
                                        <p:attrNameLst>
                                          <p:attrName>style.visibility</p:attrName>
                                        </p:attrNameLst>
                                      </p:cBhvr>
                                      <p:to>
                                        <p:strVal val="visible"/>
                                      </p:to>
                                    </p:set>
                                    <p:anim calcmode="lin" valueType="num">
                                      <p:cBhvr additive="base">
                                        <p:cTn id="196" dur="350" fill="hold"/>
                                        <p:tgtEl>
                                          <p:spTgt spid="46"/>
                                        </p:tgtEl>
                                        <p:attrNameLst>
                                          <p:attrName>ppt_w</p:attrName>
                                        </p:attrNameLst>
                                      </p:cBhvr>
                                      <p:tavLst>
                                        <p:tav tm="0">
                                          <p:val>
                                            <p:strVal val="#ppt_w*0.7"/>
                                          </p:val>
                                        </p:tav>
                                        <p:tav tm="100000">
                                          <p:val>
                                            <p:strVal val="#ppt_w"/>
                                          </p:val>
                                        </p:tav>
                                      </p:tavLst>
                                    </p:anim>
                                    <p:anim calcmode="lin" valueType="num">
                                      <p:cBhvr additive="base">
                                        <p:cTn id="197" dur="350" fill="hold"/>
                                        <p:tgtEl>
                                          <p:spTgt spid="46"/>
                                        </p:tgtEl>
                                        <p:attrNameLst>
                                          <p:attrName>ppt_h</p:attrName>
                                        </p:attrNameLst>
                                      </p:cBhvr>
                                      <p:tavLst>
                                        <p:tav tm="0">
                                          <p:val>
                                            <p:strVal val="#ppt_h*0.7"/>
                                          </p:val>
                                        </p:tav>
                                        <p:tav tm="100000">
                                          <p:val>
                                            <p:strVal val="#ppt_h"/>
                                          </p:val>
                                        </p:tav>
                                      </p:tavLst>
                                    </p:anim>
                                    <p:animEffect transition="in" filter="fade">
                                      <p:cBhvr>
                                        <p:cTn id="198" dur="350"/>
                                        <p:tgtEl>
                                          <p:spTgt spid="46"/>
                                        </p:tgtEl>
                                      </p:cBhvr>
                                    </p:animEffect>
                                  </p:childTnLst>
                                </p:cTn>
                              </p:par>
                              <p:par>
                                <p:cTn id="199" presetID="53" presetClass="entr" presetSubtype="16" fill="hold" grpId="0" nodeType="withEffect">
                                  <p:stCondLst>
                                    <p:cond delay="1530"/>
                                  </p:stCondLst>
                                  <p:childTnLst>
                                    <p:set>
                                      <p:cBhvr>
                                        <p:cTn id="200" dur="1" fill="hold">
                                          <p:stCondLst>
                                            <p:cond delay="0"/>
                                          </p:stCondLst>
                                        </p:cTn>
                                        <p:tgtEl>
                                          <p:spTgt spid="47"/>
                                        </p:tgtEl>
                                        <p:attrNameLst>
                                          <p:attrName>style.visibility</p:attrName>
                                        </p:attrNameLst>
                                      </p:cBhvr>
                                      <p:to>
                                        <p:strVal val="visible"/>
                                      </p:to>
                                    </p:set>
                                    <p:anim calcmode="lin" valueType="num">
                                      <p:cBhvr additive="base">
                                        <p:cTn id="201" dur="350" fill="hold"/>
                                        <p:tgtEl>
                                          <p:spTgt spid="47"/>
                                        </p:tgtEl>
                                        <p:attrNameLst>
                                          <p:attrName>ppt_w</p:attrName>
                                        </p:attrNameLst>
                                      </p:cBhvr>
                                      <p:tavLst>
                                        <p:tav tm="0">
                                          <p:val>
                                            <p:strVal val="#ppt_w*0.7"/>
                                          </p:val>
                                        </p:tav>
                                        <p:tav tm="100000">
                                          <p:val>
                                            <p:strVal val="#ppt_w"/>
                                          </p:val>
                                        </p:tav>
                                      </p:tavLst>
                                    </p:anim>
                                    <p:anim calcmode="lin" valueType="num">
                                      <p:cBhvr additive="base">
                                        <p:cTn id="202" dur="350" fill="hold"/>
                                        <p:tgtEl>
                                          <p:spTgt spid="47"/>
                                        </p:tgtEl>
                                        <p:attrNameLst>
                                          <p:attrName>ppt_h</p:attrName>
                                        </p:attrNameLst>
                                      </p:cBhvr>
                                      <p:tavLst>
                                        <p:tav tm="0">
                                          <p:val>
                                            <p:strVal val="#ppt_h*0.7"/>
                                          </p:val>
                                        </p:tav>
                                        <p:tav tm="100000">
                                          <p:val>
                                            <p:strVal val="#ppt_h"/>
                                          </p:val>
                                        </p:tav>
                                      </p:tavLst>
                                    </p:anim>
                                    <p:animEffect transition="in" filter="fade">
                                      <p:cBhvr>
                                        <p:cTn id="203" dur="35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2" grpId="0" animBg="1"/>
      <p:bldP spid="14" grpId="0" animBg="1"/>
      <p:bldP spid="16" grpId="0" animBg="1"/>
      <p:bldP spid="18" grpId="0" animBg="1"/>
      <p:bldP spid="20" grpId="0" animBg="1"/>
      <p:bldP spid="22" grpId="0" animBg="1"/>
      <p:bldP spid="26" grpId="0" animBg="1"/>
      <p:bldP spid="24" grpId="0" animBg="1"/>
      <p:bldP spid="28" grpId="0" animBg="1"/>
      <p:bldP spid="30" grpId="0" animBg="1"/>
      <p:bldP spid="32" grpId="0" animBg="1"/>
      <p:bldP spid="34" grpId="0" animBg="1"/>
      <p:bldP spid="36" grpId="0" animBg="1"/>
      <p:bldP spid="38" grpId="0" animBg="1"/>
      <p:bldP spid="40" grpId="0" animBg="1"/>
      <p:bldP spid="42" grpId="0" animBg="1"/>
      <p:bldP spid="44" grpId="0" animBg="1"/>
      <p:bldP spid="46"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255455"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06</a:t>
            </a:r>
          </a:p>
        </p:txBody>
      </p:sp>
      <p:sp>
        <p:nvSpPr>
          <p:cNvPr id="7" name="!!tag_text"/>
          <p:cNvSpPr txBox="1"/>
          <p:nvPr/>
        </p:nvSpPr>
        <p:spPr>
          <a:xfrm>
            <a:off x="896112" y="292608"/>
            <a:ext cx="889695"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ĐỐI TÁC</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KHÁCH HÀNG TIÊU BIỂU – HUẤN LUYỆN ATLĐ</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Một số doanh nghiệp đã tin tưởng lựa chọn Viện STP và DAKO</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25</a:t>
            </a:r>
          </a:p>
        </p:txBody>
      </p:sp>
      <p:pic>
        <p:nvPicPr>
          <p:cNvPr id="11" name="Picture 10" descr="client_128.jpg"/>
          <p:cNvPicPr>
            <a:picLocks noChangeAspect="1"/>
          </p:cNvPicPr>
          <p:nvPr/>
        </p:nvPicPr>
        <p:blipFill>
          <a:blip r:embed="rId4"/>
          <a:srcRect l="352" r="352"/>
          <a:stretch>
            <a:fillRect/>
          </a:stretch>
        </p:blipFill>
        <p:spPr>
          <a:xfrm>
            <a:off x="548640" y="178308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12" name="Round Same Side Corner Rectangle 11"/>
          <p:cNvSpPr/>
          <p:nvPr/>
        </p:nvSpPr>
        <p:spPr>
          <a:xfrm rot="10800000">
            <a:off x="548640" y="290322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3" name="TextBox 12"/>
          <p:cNvSpPr txBox="1"/>
          <p:nvPr/>
        </p:nvSpPr>
        <p:spPr>
          <a:xfrm>
            <a:off x="731520" y="343357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Asanka</a:t>
            </a:r>
          </a:p>
        </p:txBody>
      </p:sp>
      <p:pic>
        <p:nvPicPr>
          <p:cNvPr id="14" name="Picture 13" descr="client_129.jpg"/>
          <p:cNvPicPr>
            <a:picLocks noChangeAspect="1"/>
          </p:cNvPicPr>
          <p:nvPr/>
        </p:nvPicPr>
        <p:blipFill>
          <a:blip r:embed="rId5"/>
          <a:srcRect l="352" r="352"/>
          <a:stretch>
            <a:fillRect/>
          </a:stretch>
        </p:blipFill>
        <p:spPr>
          <a:xfrm>
            <a:off x="3379394" y="178308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15" name="Round Same Side Corner Rectangle 14"/>
          <p:cNvSpPr/>
          <p:nvPr/>
        </p:nvSpPr>
        <p:spPr>
          <a:xfrm rot="10800000">
            <a:off x="3379394" y="290322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6" name="TextBox 15"/>
          <p:cNvSpPr txBox="1"/>
          <p:nvPr/>
        </p:nvSpPr>
        <p:spPr>
          <a:xfrm>
            <a:off x="3562274" y="343357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Emivest Feedmill V.N</a:t>
            </a:r>
          </a:p>
        </p:txBody>
      </p:sp>
      <p:pic>
        <p:nvPicPr>
          <p:cNvPr id="17" name="Picture 16" descr="client_130.jpg"/>
          <p:cNvPicPr>
            <a:picLocks noChangeAspect="1"/>
          </p:cNvPicPr>
          <p:nvPr/>
        </p:nvPicPr>
        <p:blipFill>
          <a:blip r:embed="rId6"/>
          <a:srcRect l="352" r="352"/>
          <a:stretch>
            <a:fillRect/>
          </a:stretch>
        </p:blipFill>
        <p:spPr>
          <a:xfrm>
            <a:off x="6210148" y="178308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18" name="Round Same Side Corner Rectangle 17"/>
          <p:cNvSpPr/>
          <p:nvPr/>
        </p:nvSpPr>
        <p:spPr>
          <a:xfrm rot="10800000">
            <a:off x="6210148" y="290322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9" name="TextBox 18"/>
          <p:cNvSpPr txBox="1"/>
          <p:nvPr/>
        </p:nvSpPr>
        <p:spPr>
          <a:xfrm>
            <a:off x="6393028" y="343357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Hogetsu Việt Nam</a:t>
            </a:r>
          </a:p>
        </p:txBody>
      </p:sp>
      <p:pic>
        <p:nvPicPr>
          <p:cNvPr id="20" name="Picture 19" descr="client_131.jpg"/>
          <p:cNvPicPr>
            <a:picLocks noChangeAspect="1"/>
          </p:cNvPicPr>
          <p:nvPr/>
        </p:nvPicPr>
        <p:blipFill>
          <a:blip r:embed="rId7"/>
          <a:srcRect l="352" r="352"/>
          <a:stretch>
            <a:fillRect/>
          </a:stretch>
        </p:blipFill>
        <p:spPr>
          <a:xfrm>
            <a:off x="9040901" y="178308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21" name="Round Same Side Corner Rectangle 20"/>
          <p:cNvSpPr/>
          <p:nvPr/>
        </p:nvSpPr>
        <p:spPr>
          <a:xfrm rot="10800000">
            <a:off x="9040901" y="290322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2" name="TextBox 21"/>
          <p:cNvSpPr txBox="1"/>
          <p:nvPr/>
        </p:nvSpPr>
        <p:spPr>
          <a:xfrm>
            <a:off x="9223781" y="343357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Thang máy Pacific</a:t>
            </a:r>
          </a:p>
        </p:txBody>
      </p:sp>
      <p:pic>
        <p:nvPicPr>
          <p:cNvPr id="23" name="Picture 22" descr="client_132.jpg"/>
          <p:cNvPicPr>
            <a:picLocks noChangeAspect="1"/>
          </p:cNvPicPr>
          <p:nvPr/>
        </p:nvPicPr>
        <p:blipFill>
          <a:blip r:embed="rId8"/>
          <a:srcRect l="352" r="352"/>
          <a:stretch>
            <a:fillRect/>
          </a:stretch>
        </p:blipFill>
        <p:spPr>
          <a:xfrm>
            <a:off x="548640" y="422910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24" name="Round Same Side Corner Rectangle 23"/>
          <p:cNvSpPr/>
          <p:nvPr/>
        </p:nvSpPr>
        <p:spPr>
          <a:xfrm rot="10800000">
            <a:off x="548640" y="534924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5" name="TextBox 24"/>
          <p:cNvSpPr txBox="1"/>
          <p:nvPr/>
        </p:nvSpPr>
        <p:spPr>
          <a:xfrm>
            <a:off x="731520" y="587959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HT Vina</a:t>
            </a:r>
          </a:p>
        </p:txBody>
      </p:sp>
      <p:pic>
        <p:nvPicPr>
          <p:cNvPr id="26" name="Picture 25" descr="client_133.jpg"/>
          <p:cNvPicPr>
            <a:picLocks noChangeAspect="1"/>
          </p:cNvPicPr>
          <p:nvPr/>
        </p:nvPicPr>
        <p:blipFill>
          <a:blip r:embed="rId9"/>
          <a:srcRect l="352" r="352"/>
          <a:stretch>
            <a:fillRect/>
          </a:stretch>
        </p:blipFill>
        <p:spPr>
          <a:xfrm>
            <a:off x="3379394" y="422910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27" name="Round Same Side Corner Rectangle 26"/>
          <p:cNvSpPr/>
          <p:nvPr/>
        </p:nvSpPr>
        <p:spPr>
          <a:xfrm rot="10800000">
            <a:off x="3379394" y="534924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8" name="TextBox 27"/>
          <p:cNvSpPr txBox="1"/>
          <p:nvPr/>
        </p:nvSpPr>
        <p:spPr>
          <a:xfrm>
            <a:off x="3562274" y="587959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Toyota Thanh Xuân</a:t>
            </a:r>
          </a:p>
        </p:txBody>
      </p:sp>
      <p:pic>
        <p:nvPicPr>
          <p:cNvPr id="29" name="Picture 28" descr="client_134.jpg"/>
          <p:cNvPicPr>
            <a:picLocks noChangeAspect="1"/>
          </p:cNvPicPr>
          <p:nvPr/>
        </p:nvPicPr>
        <p:blipFill>
          <a:blip r:embed="rId10"/>
          <a:srcRect l="352" r="352"/>
          <a:stretch>
            <a:fillRect/>
          </a:stretch>
        </p:blipFill>
        <p:spPr>
          <a:xfrm>
            <a:off x="6210148" y="422910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30" name="Round Same Side Corner Rectangle 29"/>
          <p:cNvSpPr/>
          <p:nvPr/>
        </p:nvSpPr>
        <p:spPr>
          <a:xfrm rot="10800000">
            <a:off x="6210148" y="534924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1" name="TextBox 30"/>
          <p:cNvSpPr txBox="1"/>
          <p:nvPr/>
        </p:nvSpPr>
        <p:spPr>
          <a:xfrm>
            <a:off x="6393028" y="587959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Vina T&amp;T</a:t>
            </a:r>
          </a:p>
        </p:txBody>
      </p:sp>
      <p:pic>
        <p:nvPicPr>
          <p:cNvPr id="32" name="Picture 31" descr="client_135.jpg"/>
          <p:cNvPicPr>
            <a:picLocks noChangeAspect="1"/>
          </p:cNvPicPr>
          <p:nvPr/>
        </p:nvPicPr>
        <p:blipFill>
          <a:blip r:embed="rId11"/>
          <a:srcRect l="352" r="352"/>
          <a:stretch>
            <a:fillRect/>
          </a:stretch>
        </p:blipFill>
        <p:spPr>
          <a:xfrm>
            <a:off x="9040901" y="4229100"/>
            <a:ext cx="2602154" cy="2217420"/>
          </a:xfrm>
          <a:prstGeom prst="roundRect">
            <a:avLst>
              <a:gd name="adj" fmla="val 5773"/>
            </a:avLst>
          </a:prstGeom>
          <a:effectLst>
            <a:outerShdw blurRad="274320" dist="73152" dir="5400000" algn="ctr" rotWithShape="0">
              <a:srgbClr val="0B1F2A">
                <a:alpha val="22000"/>
              </a:srgbClr>
            </a:outerShdw>
          </a:effectLst>
        </p:spPr>
      </p:pic>
      <p:sp>
        <p:nvSpPr>
          <p:cNvPr id="33" name="Round Same Side Corner Rectangle 32"/>
          <p:cNvSpPr/>
          <p:nvPr/>
        </p:nvSpPr>
        <p:spPr>
          <a:xfrm rot="10800000">
            <a:off x="9040901" y="5349240"/>
            <a:ext cx="2602154" cy="1097280"/>
          </a:xfrm>
          <a:prstGeom prst="round2SameRect">
            <a:avLst>
              <a:gd name="adj1" fmla="val 11666"/>
              <a:gd name="adj2" fmla="val 0"/>
            </a:avLst>
          </a:prstGeom>
          <a:gradFill rotWithShape="1">
            <a:gsLst>
              <a:gs pos="0">
                <a:srgbClr val="032A1B">
                  <a:alpha val="88000"/>
                </a:srgbClr>
              </a:gs>
              <a:gs pos="100000">
                <a:srgbClr val="032A1B">
                  <a:alpha val="0"/>
                </a:srgbClr>
              </a:gs>
            </a:gsLst>
            <a:lin ang="5400000" scaled="0"/>
          </a:gradFill>
          <a:ln>
            <a:no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34" name="TextBox 33"/>
          <p:cNvSpPr txBox="1"/>
          <p:nvPr/>
        </p:nvSpPr>
        <p:spPr>
          <a:xfrm>
            <a:off x="9223781" y="5879592"/>
            <a:ext cx="2236394" cy="457200"/>
          </a:xfrm>
          <a:prstGeom prst="rect">
            <a:avLst/>
          </a:prstGeom>
          <a:noFill/>
        </p:spPr>
        <p:txBody>
          <a:bodyPr wrap="square" lIns="0" rIns="0" tIns="0" bIns="0" anchor="ctr">
            <a:noAutofit/>
          </a:bodyPr>
          <a:lstStyle/>
          <a:p>
            <a:pPr algn="l">
              <a:lnSpc>
                <a:spcPct val="100000"/>
              </a:lnSpc>
            </a:pPr>
            <a:r>
              <a:rPr sz="1200" b="1" i="0">
                <a:solidFill>
                  <a:srgbClr val="FFFFFF"/>
                </a:solidFill>
                <a:latin typeface="Be Vietnam Pro"/>
                <a:ea typeface="Be Vietnam Pro"/>
                <a:cs typeface="Be Vietnam Pro"/>
              </a:rPr>
              <a:t>P.Dussmann Việt Nam</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5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400"/>
                                        <p:tgtEl>
                                          <p:spTgt spid="8"/>
                                        </p:tgtEl>
                                      </p:cBhvr>
                                    </p:animEffect>
                                  </p:childTnLst>
                                </p:cTn>
                              </p:par>
                              <p:par>
                                <p:cTn id="23" presetID="10" presetClass="entr" presetSubtype="0" fill="hold" grpId="0" nodeType="withEffect">
                                  <p:stCondLst>
                                    <p:cond delay="30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400"/>
                                        <p:tgtEl>
                                          <p:spTgt spid="9"/>
                                        </p:tgtEl>
                                      </p:cBhvr>
                                    </p:animEffect>
                                  </p:childTnLst>
                                </p:cTn>
                              </p:par>
                              <p:par>
                                <p:cTn id="26" presetID="42" presetClass="entr" presetSubtype="0" fill="hold" grpId="0" nodeType="withEffect">
                                  <p:stCondLst>
                                    <p:cond delay="30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500"/>
                                        <p:tgtEl>
                                          <p:spTgt spid="11"/>
                                        </p:tgtEl>
                                      </p:cBhvr>
                                    </p:animEffec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30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30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ppt_y+.06"/>
                                          </p:val>
                                        </p:tav>
                                        <p:tav tm="100000">
                                          <p:val>
                                            <p:strVal val="#ppt_y"/>
                                          </p:val>
                                        </p:tav>
                                      </p:tavLst>
                                    </p:anim>
                                  </p:childTnLst>
                                </p:cTn>
                              </p:par>
                              <p:par>
                                <p:cTn id="41" presetID="10" presetClass="entr" presetSubtype="0" fill="hold" grpId="0" nodeType="withEffect">
                                  <p:stCondLst>
                                    <p:cond delay="3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400"/>
                                        <p:tgtEl>
                                          <p:spTgt spid="10"/>
                                        </p:tgtEl>
                                      </p:cBhvr>
                                    </p:animEffect>
                                  </p:childTnLst>
                                </p:cTn>
                              </p:par>
                              <p:par>
                                <p:cTn id="44" presetID="42" presetClass="entr" presetSubtype="0" fill="hold" grpId="0" nodeType="withEffect">
                                  <p:stCondLst>
                                    <p:cond delay="42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500"/>
                                        <p:tgtEl>
                                          <p:spTgt spid="14"/>
                                        </p:tgtEl>
                                      </p:cBhvr>
                                    </p:animEffec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ppt_y+.06"/>
                                          </p:val>
                                        </p:tav>
                                        <p:tav tm="100000">
                                          <p:val>
                                            <p:strVal val="#ppt_y"/>
                                          </p:val>
                                        </p:tav>
                                      </p:tavLst>
                                    </p:anim>
                                  </p:childTnLst>
                                </p:cTn>
                              </p:par>
                              <p:par>
                                <p:cTn id="49" presetID="42" presetClass="entr" presetSubtype="0" fill="hold" grpId="0" nodeType="withEffect">
                                  <p:stCondLst>
                                    <p:cond delay="420"/>
                                  </p:stCondLst>
                                  <p:childTnLst>
                                    <p:set>
                                      <p:cBhvr>
                                        <p:cTn id="50" dur="1" fill="hold">
                                          <p:stCondLst>
                                            <p:cond delay="0"/>
                                          </p:stCondLst>
                                        </p:cTn>
                                        <p:tgtEl>
                                          <p:spTgt spid="15"/>
                                        </p:tgtEl>
                                        <p:attrNameLst>
                                          <p:attrName>style.visibility</p:attrName>
                                        </p:attrNameLst>
                                      </p:cBhvr>
                                      <p:to>
                                        <p:strVal val="visible"/>
                                      </p:to>
                                    </p:set>
                                    <p:animEffect transition="in" filter="fade">
                                      <p:cBhvr>
                                        <p:cTn id="51" dur="500"/>
                                        <p:tgtEl>
                                          <p:spTgt spid="15"/>
                                        </p:tgtEl>
                                      </p:cBhvr>
                                    </p:animEffect>
                                    <p:anim calcmode="lin" valueType="num">
                                      <p:cBhvr additive="base">
                                        <p:cTn id="52" dur="500" fill="hold"/>
                                        <p:tgtEl>
                                          <p:spTgt spid="15"/>
                                        </p:tgtEl>
                                        <p:attrNameLst>
                                          <p:attrName>ppt_x</p:attrName>
                                        </p:attrNameLst>
                                      </p:cBhvr>
                                      <p:tavLst>
                                        <p:tav tm="0">
                                          <p:val>
                                            <p:strVal val="#ppt_x"/>
                                          </p:val>
                                        </p:tav>
                                        <p:tav tm="100000">
                                          <p:val>
                                            <p:strVal val="#ppt_x"/>
                                          </p:val>
                                        </p:tav>
                                      </p:tavLst>
                                    </p:anim>
                                    <p:anim calcmode="lin" valueType="num">
                                      <p:cBhvr additive="base">
                                        <p:cTn id="53" dur="500" fill="hold"/>
                                        <p:tgtEl>
                                          <p:spTgt spid="15"/>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42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anim calcmode="lin" valueType="num">
                                      <p:cBhvr additive="base">
                                        <p:cTn id="57" dur="500" fill="hold"/>
                                        <p:tgtEl>
                                          <p:spTgt spid="16"/>
                                        </p:tgtEl>
                                        <p:attrNameLst>
                                          <p:attrName>ppt_x</p:attrName>
                                        </p:attrNameLst>
                                      </p:cBhvr>
                                      <p:tavLst>
                                        <p:tav tm="0">
                                          <p:val>
                                            <p:strVal val="#ppt_x"/>
                                          </p:val>
                                        </p:tav>
                                        <p:tav tm="100000">
                                          <p:val>
                                            <p:strVal val="#ppt_x"/>
                                          </p:val>
                                        </p:tav>
                                      </p:tavLst>
                                    </p:anim>
                                    <p:anim calcmode="lin" valueType="num">
                                      <p:cBhvr additive="base">
                                        <p:cTn id="58" dur="500" fill="hold"/>
                                        <p:tgtEl>
                                          <p:spTgt spid="16"/>
                                        </p:tgtEl>
                                        <p:attrNameLst>
                                          <p:attrName>ppt_y</p:attrName>
                                        </p:attrNameLst>
                                      </p:cBhvr>
                                      <p:tavLst>
                                        <p:tav tm="0">
                                          <p:val>
                                            <p:strVal val="#ppt_y+.06"/>
                                          </p:val>
                                        </p:tav>
                                        <p:tav tm="100000">
                                          <p:val>
                                            <p:strVal val="#ppt_y"/>
                                          </p:val>
                                        </p:tav>
                                      </p:tavLst>
                                    </p:anim>
                                  </p:childTnLst>
                                </p:cTn>
                              </p:par>
                              <p:par>
                                <p:cTn id="59" presetID="42" presetClass="entr" presetSubtype="0" fill="hold" grpId="0" nodeType="withEffect">
                                  <p:stCondLst>
                                    <p:cond delay="54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500"/>
                                        <p:tgtEl>
                                          <p:spTgt spid="17"/>
                                        </p:tgtEl>
                                      </p:cBhvr>
                                    </p:animEffect>
                                    <p:anim calcmode="lin" valueType="num">
                                      <p:cBhvr additive="base">
                                        <p:cTn id="62" dur="500" fill="hold"/>
                                        <p:tgtEl>
                                          <p:spTgt spid="17"/>
                                        </p:tgtEl>
                                        <p:attrNameLst>
                                          <p:attrName>ppt_x</p:attrName>
                                        </p:attrNameLst>
                                      </p:cBhvr>
                                      <p:tavLst>
                                        <p:tav tm="0">
                                          <p:val>
                                            <p:strVal val="#ppt_x"/>
                                          </p:val>
                                        </p:tav>
                                        <p:tav tm="100000">
                                          <p:val>
                                            <p:strVal val="#ppt_x"/>
                                          </p:val>
                                        </p:tav>
                                      </p:tavLst>
                                    </p:anim>
                                    <p:anim calcmode="lin" valueType="num">
                                      <p:cBhvr additive="base">
                                        <p:cTn id="63" dur="500" fill="hold"/>
                                        <p:tgtEl>
                                          <p:spTgt spid="17"/>
                                        </p:tgtEl>
                                        <p:attrNameLst>
                                          <p:attrName>ppt_y</p:attrName>
                                        </p:attrNameLst>
                                      </p:cBhvr>
                                      <p:tavLst>
                                        <p:tav tm="0">
                                          <p:val>
                                            <p:strVal val="#ppt_y+.06"/>
                                          </p:val>
                                        </p:tav>
                                        <p:tav tm="100000">
                                          <p:val>
                                            <p:strVal val="#ppt_y"/>
                                          </p:val>
                                        </p:tav>
                                      </p:tavLst>
                                    </p:anim>
                                  </p:childTnLst>
                                </p:cTn>
                              </p:par>
                              <p:par>
                                <p:cTn id="64" presetID="42" presetClass="entr" presetSubtype="0" fill="hold" grpId="0" nodeType="withEffect">
                                  <p:stCondLst>
                                    <p:cond delay="54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00"/>
                                        <p:tgtEl>
                                          <p:spTgt spid="18"/>
                                        </p:tgtEl>
                                      </p:cBhvr>
                                    </p:animEffec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ppt_y+.06"/>
                                          </p:val>
                                        </p:tav>
                                        <p:tav tm="100000">
                                          <p:val>
                                            <p:strVal val="#ppt_y"/>
                                          </p:val>
                                        </p:tav>
                                      </p:tavLst>
                                    </p:anim>
                                  </p:childTnLst>
                                </p:cTn>
                              </p:par>
                              <p:par>
                                <p:cTn id="69" presetID="42" presetClass="entr" presetSubtype="0" fill="hold" grpId="0" nodeType="withEffect">
                                  <p:stCondLst>
                                    <p:cond delay="540"/>
                                  </p:stCondLst>
                                  <p:childTnLst>
                                    <p:set>
                                      <p:cBhvr>
                                        <p:cTn id="70" dur="1" fill="hold">
                                          <p:stCondLst>
                                            <p:cond delay="0"/>
                                          </p:stCondLst>
                                        </p:cTn>
                                        <p:tgtEl>
                                          <p:spTgt spid="19"/>
                                        </p:tgtEl>
                                        <p:attrNameLst>
                                          <p:attrName>style.visibility</p:attrName>
                                        </p:attrNameLst>
                                      </p:cBhvr>
                                      <p:to>
                                        <p:strVal val="visible"/>
                                      </p:to>
                                    </p:set>
                                    <p:animEffect transition="in" filter="fade">
                                      <p:cBhvr>
                                        <p:cTn id="71" dur="500"/>
                                        <p:tgtEl>
                                          <p:spTgt spid="19"/>
                                        </p:tgtEl>
                                      </p:cBhvr>
                                    </p:animEffect>
                                    <p:anim calcmode="lin" valueType="num">
                                      <p:cBhvr additive="base">
                                        <p:cTn id="72" dur="500" fill="hold"/>
                                        <p:tgtEl>
                                          <p:spTgt spid="19"/>
                                        </p:tgtEl>
                                        <p:attrNameLst>
                                          <p:attrName>ppt_x</p:attrName>
                                        </p:attrNameLst>
                                      </p:cBhvr>
                                      <p:tavLst>
                                        <p:tav tm="0">
                                          <p:val>
                                            <p:strVal val="#ppt_x"/>
                                          </p:val>
                                        </p:tav>
                                        <p:tav tm="100000">
                                          <p:val>
                                            <p:strVal val="#ppt_x"/>
                                          </p:val>
                                        </p:tav>
                                      </p:tavLst>
                                    </p:anim>
                                    <p:anim calcmode="lin" valueType="num">
                                      <p:cBhvr additive="base">
                                        <p:cTn id="73" dur="500" fill="hold"/>
                                        <p:tgtEl>
                                          <p:spTgt spid="19"/>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660"/>
                                  </p:stCondLst>
                                  <p:childTnLst>
                                    <p:set>
                                      <p:cBhvr>
                                        <p:cTn id="75" dur="1" fill="hold">
                                          <p:stCondLst>
                                            <p:cond delay="0"/>
                                          </p:stCondLst>
                                        </p:cTn>
                                        <p:tgtEl>
                                          <p:spTgt spid="20"/>
                                        </p:tgtEl>
                                        <p:attrNameLst>
                                          <p:attrName>style.visibility</p:attrName>
                                        </p:attrNameLst>
                                      </p:cBhvr>
                                      <p:to>
                                        <p:strVal val="visible"/>
                                      </p:to>
                                    </p:set>
                                    <p:animEffect transition="in" filter="fade">
                                      <p:cBhvr>
                                        <p:cTn id="76" dur="500"/>
                                        <p:tgtEl>
                                          <p:spTgt spid="20"/>
                                        </p:tgtEl>
                                      </p:cBhvr>
                                    </p:animEffect>
                                    <p:anim calcmode="lin" valueType="num">
                                      <p:cBhvr additive="base">
                                        <p:cTn id="77" dur="500" fill="hold"/>
                                        <p:tgtEl>
                                          <p:spTgt spid="20"/>
                                        </p:tgtEl>
                                        <p:attrNameLst>
                                          <p:attrName>ppt_x</p:attrName>
                                        </p:attrNameLst>
                                      </p:cBhvr>
                                      <p:tavLst>
                                        <p:tav tm="0">
                                          <p:val>
                                            <p:strVal val="#ppt_x"/>
                                          </p:val>
                                        </p:tav>
                                        <p:tav tm="100000">
                                          <p:val>
                                            <p:strVal val="#ppt_x"/>
                                          </p:val>
                                        </p:tav>
                                      </p:tavLst>
                                    </p:anim>
                                    <p:anim calcmode="lin" valueType="num">
                                      <p:cBhvr additive="base">
                                        <p:cTn id="78" dur="500" fill="hold"/>
                                        <p:tgtEl>
                                          <p:spTgt spid="20"/>
                                        </p:tgtEl>
                                        <p:attrNameLst>
                                          <p:attrName>ppt_y</p:attrName>
                                        </p:attrNameLst>
                                      </p:cBhvr>
                                      <p:tavLst>
                                        <p:tav tm="0">
                                          <p:val>
                                            <p:strVal val="#ppt_y+.06"/>
                                          </p:val>
                                        </p:tav>
                                        <p:tav tm="100000">
                                          <p:val>
                                            <p:strVal val="#ppt_y"/>
                                          </p:val>
                                        </p:tav>
                                      </p:tavLst>
                                    </p:anim>
                                  </p:childTnLst>
                                </p:cTn>
                              </p:par>
                              <p:par>
                                <p:cTn id="79" presetID="42" presetClass="entr" presetSubtype="0" fill="hold" grpId="0" nodeType="withEffect">
                                  <p:stCondLst>
                                    <p:cond delay="660"/>
                                  </p:stCondLst>
                                  <p:childTnLst>
                                    <p:set>
                                      <p:cBhvr>
                                        <p:cTn id="80" dur="1" fill="hold">
                                          <p:stCondLst>
                                            <p:cond delay="0"/>
                                          </p:stCondLst>
                                        </p:cTn>
                                        <p:tgtEl>
                                          <p:spTgt spid="21"/>
                                        </p:tgtEl>
                                        <p:attrNameLst>
                                          <p:attrName>style.visibility</p:attrName>
                                        </p:attrNameLst>
                                      </p:cBhvr>
                                      <p:to>
                                        <p:strVal val="visible"/>
                                      </p:to>
                                    </p:set>
                                    <p:animEffect transition="in" filter="fade">
                                      <p:cBhvr>
                                        <p:cTn id="81" dur="500"/>
                                        <p:tgtEl>
                                          <p:spTgt spid="21"/>
                                        </p:tgtEl>
                                      </p:cBhvr>
                                    </p:animEffect>
                                    <p:anim calcmode="lin" valueType="num">
                                      <p:cBhvr additive="base">
                                        <p:cTn id="82" dur="500" fill="hold"/>
                                        <p:tgtEl>
                                          <p:spTgt spid="21"/>
                                        </p:tgtEl>
                                        <p:attrNameLst>
                                          <p:attrName>ppt_x</p:attrName>
                                        </p:attrNameLst>
                                      </p:cBhvr>
                                      <p:tavLst>
                                        <p:tav tm="0">
                                          <p:val>
                                            <p:strVal val="#ppt_x"/>
                                          </p:val>
                                        </p:tav>
                                        <p:tav tm="100000">
                                          <p:val>
                                            <p:strVal val="#ppt_x"/>
                                          </p:val>
                                        </p:tav>
                                      </p:tavLst>
                                    </p:anim>
                                    <p:anim calcmode="lin" valueType="num">
                                      <p:cBhvr additive="base">
                                        <p:cTn id="83" dur="500" fill="hold"/>
                                        <p:tgtEl>
                                          <p:spTgt spid="21"/>
                                        </p:tgtEl>
                                        <p:attrNameLst>
                                          <p:attrName>ppt_y</p:attrName>
                                        </p:attrNameLst>
                                      </p:cBhvr>
                                      <p:tavLst>
                                        <p:tav tm="0">
                                          <p:val>
                                            <p:strVal val="#ppt_y+.06"/>
                                          </p:val>
                                        </p:tav>
                                        <p:tav tm="100000">
                                          <p:val>
                                            <p:strVal val="#ppt_y"/>
                                          </p:val>
                                        </p:tav>
                                      </p:tavLst>
                                    </p:anim>
                                  </p:childTnLst>
                                </p:cTn>
                              </p:par>
                              <p:par>
                                <p:cTn id="84" presetID="42" presetClass="entr" presetSubtype="0" fill="hold" grpId="0" nodeType="withEffect">
                                  <p:stCondLst>
                                    <p:cond delay="66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500"/>
                                        <p:tgtEl>
                                          <p:spTgt spid="22"/>
                                        </p:tgtEl>
                                      </p:cBhvr>
                                    </p:animEffect>
                                    <p:anim calcmode="lin" valueType="num">
                                      <p:cBhvr additive="base">
                                        <p:cTn id="87" dur="500" fill="hold"/>
                                        <p:tgtEl>
                                          <p:spTgt spid="22"/>
                                        </p:tgtEl>
                                        <p:attrNameLst>
                                          <p:attrName>ppt_x</p:attrName>
                                        </p:attrNameLst>
                                      </p:cBhvr>
                                      <p:tavLst>
                                        <p:tav tm="0">
                                          <p:val>
                                            <p:strVal val="#ppt_x"/>
                                          </p:val>
                                        </p:tav>
                                        <p:tav tm="100000">
                                          <p:val>
                                            <p:strVal val="#ppt_x"/>
                                          </p:val>
                                        </p:tav>
                                      </p:tavLst>
                                    </p:anim>
                                    <p:anim calcmode="lin" valueType="num">
                                      <p:cBhvr additive="base">
                                        <p:cTn id="88" dur="500" fill="hold"/>
                                        <p:tgtEl>
                                          <p:spTgt spid="22"/>
                                        </p:tgtEl>
                                        <p:attrNameLst>
                                          <p:attrName>ppt_y</p:attrName>
                                        </p:attrNameLst>
                                      </p:cBhvr>
                                      <p:tavLst>
                                        <p:tav tm="0">
                                          <p:val>
                                            <p:strVal val="#ppt_y+.06"/>
                                          </p:val>
                                        </p:tav>
                                        <p:tav tm="100000">
                                          <p:val>
                                            <p:strVal val="#ppt_y"/>
                                          </p:val>
                                        </p:tav>
                                      </p:tavLst>
                                    </p:anim>
                                  </p:childTnLst>
                                </p:cTn>
                              </p:par>
                              <p:par>
                                <p:cTn id="89" presetID="42" presetClass="entr" presetSubtype="0" fill="hold" grpId="0" nodeType="withEffect">
                                  <p:stCondLst>
                                    <p:cond delay="78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500"/>
                                        <p:tgtEl>
                                          <p:spTgt spid="23"/>
                                        </p:tgtEl>
                                      </p:cBhvr>
                                    </p:animEffect>
                                    <p:anim calcmode="lin" valueType="num">
                                      <p:cBhvr additive="base">
                                        <p:cTn id="92" dur="500" fill="hold"/>
                                        <p:tgtEl>
                                          <p:spTgt spid="23"/>
                                        </p:tgtEl>
                                        <p:attrNameLst>
                                          <p:attrName>ppt_x</p:attrName>
                                        </p:attrNameLst>
                                      </p:cBhvr>
                                      <p:tavLst>
                                        <p:tav tm="0">
                                          <p:val>
                                            <p:strVal val="#ppt_x"/>
                                          </p:val>
                                        </p:tav>
                                        <p:tav tm="100000">
                                          <p:val>
                                            <p:strVal val="#ppt_x"/>
                                          </p:val>
                                        </p:tav>
                                      </p:tavLst>
                                    </p:anim>
                                    <p:anim calcmode="lin" valueType="num">
                                      <p:cBhvr additive="base">
                                        <p:cTn id="93" dur="500" fill="hold"/>
                                        <p:tgtEl>
                                          <p:spTgt spid="23"/>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78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500"/>
                                        <p:tgtEl>
                                          <p:spTgt spid="24"/>
                                        </p:tgtEl>
                                      </p:cBhvr>
                                    </p:animEffect>
                                    <p:anim calcmode="lin" valueType="num">
                                      <p:cBhvr additive="base">
                                        <p:cTn id="97" dur="500" fill="hold"/>
                                        <p:tgtEl>
                                          <p:spTgt spid="24"/>
                                        </p:tgtEl>
                                        <p:attrNameLst>
                                          <p:attrName>ppt_x</p:attrName>
                                        </p:attrNameLst>
                                      </p:cBhvr>
                                      <p:tavLst>
                                        <p:tav tm="0">
                                          <p:val>
                                            <p:strVal val="#ppt_x"/>
                                          </p:val>
                                        </p:tav>
                                        <p:tav tm="100000">
                                          <p:val>
                                            <p:strVal val="#ppt_x"/>
                                          </p:val>
                                        </p:tav>
                                      </p:tavLst>
                                    </p:anim>
                                    <p:anim calcmode="lin" valueType="num">
                                      <p:cBhvr additive="base">
                                        <p:cTn id="98" dur="500" fill="hold"/>
                                        <p:tgtEl>
                                          <p:spTgt spid="24"/>
                                        </p:tgtEl>
                                        <p:attrNameLst>
                                          <p:attrName>ppt_y</p:attrName>
                                        </p:attrNameLst>
                                      </p:cBhvr>
                                      <p:tavLst>
                                        <p:tav tm="0">
                                          <p:val>
                                            <p:strVal val="#ppt_y+.06"/>
                                          </p:val>
                                        </p:tav>
                                        <p:tav tm="100000">
                                          <p:val>
                                            <p:strVal val="#ppt_y"/>
                                          </p:val>
                                        </p:tav>
                                      </p:tavLst>
                                    </p:anim>
                                  </p:childTnLst>
                                </p:cTn>
                              </p:par>
                              <p:par>
                                <p:cTn id="99" presetID="42" presetClass="entr" presetSubtype="0" fill="hold" grpId="0" nodeType="withEffect">
                                  <p:stCondLst>
                                    <p:cond delay="780"/>
                                  </p:stCondLst>
                                  <p:childTnLst>
                                    <p:set>
                                      <p:cBhvr>
                                        <p:cTn id="100" dur="1" fill="hold">
                                          <p:stCondLst>
                                            <p:cond delay="0"/>
                                          </p:stCondLst>
                                        </p:cTn>
                                        <p:tgtEl>
                                          <p:spTgt spid="25"/>
                                        </p:tgtEl>
                                        <p:attrNameLst>
                                          <p:attrName>style.visibility</p:attrName>
                                        </p:attrNameLst>
                                      </p:cBhvr>
                                      <p:to>
                                        <p:strVal val="visible"/>
                                      </p:to>
                                    </p:set>
                                    <p:animEffect transition="in" filter="fade">
                                      <p:cBhvr>
                                        <p:cTn id="101" dur="500"/>
                                        <p:tgtEl>
                                          <p:spTgt spid="25"/>
                                        </p:tgtEl>
                                      </p:cBhvr>
                                    </p:animEffect>
                                    <p:anim calcmode="lin" valueType="num">
                                      <p:cBhvr additive="base">
                                        <p:cTn id="102" dur="500" fill="hold"/>
                                        <p:tgtEl>
                                          <p:spTgt spid="25"/>
                                        </p:tgtEl>
                                        <p:attrNameLst>
                                          <p:attrName>ppt_x</p:attrName>
                                        </p:attrNameLst>
                                      </p:cBhvr>
                                      <p:tavLst>
                                        <p:tav tm="0">
                                          <p:val>
                                            <p:strVal val="#ppt_x"/>
                                          </p:val>
                                        </p:tav>
                                        <p:tav tm="100000">
                                          <p:val>
                                            <p:strVal val="#ppt_x"/>
                                          </p:val>
                                        </p:tav>
                                      </p:tavLst>
                                    </p:anim>
                                    <p:anim calcmode="lin" valueType="num">
                                      <p:cBhvr additive="base">
                                        <p:cTn id="103" dur="500" fill="hold"/>
                                        <p:tgtEl>
                                          <p:spTgt spid="25"/>
                                        </p:tgtEl>
                                        <p:attrNameLst>
                                          <p:attrName>ppt_y</p:attrName>
                                        </p:attrNameLst>
                                      </p:cBhvr>
                                      <p:tavLst>
                                        <p:tav tm="0">
                                          <p:val>
                                            <p:strVal val="#ppt_y+.06"/>
                                          </p:val>
                                        </p:tav>
                                        <p:tav tm="100000">
                                          <p:val>
                                            <p:strVal val="#ppt_y"/>
                                          </p:val>
                                        </p:tav>
                                      </p:tavLst>
                                    </p:anim>
                                  </p:childTnLst>
                                </p:cTn>
                              </p:par>
                              <p:par>
                                <p:cTn id="104" presetID="42" presetClass="entr" presetSubtype="0" fill="hold" grpId="0" nodeType="withEffect">
                                  <p:stCondLst>
                                    <p:cond delay="900"/>
                                  </p:stCondLst>
                                  <p:childTnLst>
                                    <p:set>
                                      <p:cBhvr>
                                        <p:cTn id="105" dur="1" fill="hold">
                                          <p:stCondLst>
                                            <p:cond delay="0"/>
                                          </p:stCondLst>
                                        </p:cTn>
                                        <p:tgtEl>
                                          <p:spTgt spid="26"/>
                                        </p:tgtEl>
                                        <p:attrNameLst>
                                          <p:attrName>style.visibility</p:attrName>
                                        </p:attrNameLst>
                                      </p:cBhvr>
                                      <p:to>
                                        <p:strVal val="visible"/>
                                      </p:to>
                                    </p:set>
                                    <p:animEffect transition="in" filter="fade">
                                      <p:cBhvr>
                                        <p:cTn id="106" dur="500"/>
                                        <p:tgtEl>
                                          <p:spTgt spid="26"/>
                                        </p:tgtEl>
                                      </p:cBhvr>
                                    </p:animEffect>
                                    <p:anim calcmode="lin" valueType="num">
                                      <p:cBhvr additive="base">
                                        <p:cTn id="107" dur="500" fill="hold"/>
                                        <p:tgtEl>
                                          <p:spTgt spid="26"/>
                                        </p:tgtEl>
                                        <p:attrNameLst>
                                          <p:attrName>ppt_x</p:attrName>
                                        </p:attrNameLst>
                                      </p:cBhvr>
                                      <p:tavLst>
                                        <p:tav tm="0">
                                          <p:val>
                                            <p:strVal val="#ppt_x"/>
                                          </p:val>
                                        </p:tav>
                                        <p:tav tm="100000">
                                          <p:val>
                                            <p:strVal val="#ppt_x"/>
                                          </p:val>
                                        </p:tav>
                                      </p:tavLst>
                                    </p:anim>
                                    <p:anim calcmode="lin" valueType="num">
                                      <p:cBhvr additive="base">
                                        <p:cTn id="108" dur="500" fill="hold"/>
                                        <p:tgtEl>
                                          <p:spTgt spid="26"/>
                                        </p:tgtEl>
                                        <p:attrNameLst>
                                          <p:attrName>ppt_y</p:attrName>
                                        </p:attrNameLst>
                                      </p:cBhvr>
                                      <p:tavLst>
                                        <p:tav tm="0">
                                          <p:val>
                                            <p:strVal val="#ppt_y+.06"/>
                                          </p:val>
                                        </p:tav>
                                        <p:tav tm="100000">
                                          <p:val>
                                            <p:strVal val="#ppt_y"/>
                                          </p:val>
                                        </p:tav>
                                      </p:tavLst>
                                    </p:anim>
                                  </p:childTnLst>
                                </p:cTn>
                              </p:par>
                              <p:par>
                                <p:cTn id="109" presetID="42" presetClass="entr" presetSubtype="0" fill="hold" grpId="0" nodeType="withEffect">
                                  <p:stCondLst>
                                    <p:cond delay="900"/>
                                  </p:stCondLst>
                                  <p:childTnLst>
                                    <p:set>
                                      <p:cBhvr>
                                        <p:cTn id="110" dur="1" fill="hold">
                                          <p:stCondLst>
                                            <p:cond delay="0"/>
                                          </p:stCondLst>
                                        </p:cTn>
                                        <p:tgtEl>
                                          <p:spTgt spid="27"/>
                                        </p:tgtEl>
                                        <p:attrNameLst>
                                          <p:attrName>style.visibility</p:attrName>
                                        </p:attrNameLst>
                                      </p:cBhvr>
                                      <p:to>
                                        <p:strVal val="visible"/>
                                      </p:to>
                                    </p:set>
                                    <p:animEffect transition="in" filter="fade">
                                      <p:cBhvr>
                                        <p:cTn id="111" dur="500"/>
                                        <p:tgtEl>
                                          <p:spTgt spid="27"/>
                                        </p:tgtEl>
                                      </p:cBhvr>
                                    </p:animEffect>
                                    <p:anim calcmode="lin" valueType="num">
                                      <p:cBhvr additive="base">
                                        <p:cTn id="112" dur="500" fill="hold"/>
                                        <p:tgtEl>
                                          <p:spTgt spid="27"/>
                                        </p:tgtEl>
                                        <p:attrNameLst>
                                          <p:attrName>ppt_x</p:attrName>
                                        </p:attrNameLst>
                                      </p:cBhvr>
                                      <p:tavLst>
                                        <p:tav tm="0">
                                          <p:val>
                                            <p:strVal val="#ppt_x"/>
                                          </p:val>
                                        </p:tav>
                                        <p:tav tm="100000">
                                          <p:val>
                                            <p:strVal val="#ppt_x"/>
                                          </p:val>
                                        </p:tav>
                                      </p:tavLst>
                                    </p:anim>
                                    <p:anim calcmode="lin" valueType="num">
                                      <p:cBhvr additive="base">
                                        <p:cTn id="113" dur="500" fill="hold"/>
                                        <p:tgtEl>
                                          <p:spTgt spid="27"/>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900"/>
                                  </p:stCondLst>
                                  <p:childTnLst>
                                    <p:set>
                                      <p:cBhvr>
                                        <p:cTn id="115" dur="1" fill="hold">
                                          <p:stCondLst>
                                            <p:cond delay="0"/>
                                          </p:stCondLst>
                                        </p:cTn>
                                        <p:tgtEl>
                                          <p:spTgt spid="28"/>
                                        </p:tgtEl>
                                        <p:attrNameLst>
                                          <p:attrName>style.visibility</p:attrName>
                                        </p:attrNameLst>
                                      </p:cBhvr>
                                      <p:to>
                                        <p:strVal val="visible"/>
                                      </p:to>
                                    </p:set>
                                    <p:animEffect transition="in" filter="fade">
                                      <p:cBhvr>
                                        <p:cTn id="116" dur="500"/>
                                        <p:tgtEl>
                                          <p:spTgt spid="28"/>
                                        </p:tgtEl>
                                      </p:cBhvr>
                                    </p:animEffect>
                                    <p:anim calcmode="lin" valueType="num">
                                      <p:cBhvr additive="base">
                                        <p:cTn id="117" dur="500" fill="hold"/>
                                        <p:tgtEl>
                                          <p:spTgt spid="28"/>
                                        </p:tgtEl>
                                        <p:attrNameLst>
                                          <p:attrName>ppt_x</p:attrName>
                                        </p:attrNameLst>
                                      </p:cBhvr>
                                      <p:tavLst>
                                        <p:tav tm="0">
                                          <p:val>
                                            <p:strVal val="#ppt_x"/>
                                          </p:val>
                                        </p:tav>
                                        <p:tav tm="100000">
                                          <p:val>
                                            <p:strVal val="#ppt_x"/>
                                          </p:val>
                                        </p:tav>
                                      </p:tavLst>
                                    </p:anim>
                                    <p:anim calcmode="lin" valueType="num">
                                      <p:cBhvr additive="base">
                                        <p:cTn id="118" dur="500" fill="hold"/>
                                        <p:tgtEl>
                                          <p:spTgt spid="28"/>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1020"/>
                                  </p:stCondLst>
                                  <p:childTnLst>
                                    <p:set>
                                      <p:cBhvr>
                                        <p:cTn id="120" dur="1" fill="hold">
                                          <p:stCondLst>
                                            <p:cond delay="0"/>
                                          </p:stCondLst>
                                        </p:cTn>
                                        <p:tgtEl>
                                          <p:spTgt spid="29"/>
                                        </p:tgtEl>
                                        <p:attrNameLst>
                                          <p:attrName>style.visibility</p:attrName>
                                        </p:attrNameLst>
                                      </p:cBhvr>
                                      <p:to>
                                        <p:strVal val="visible"/>
                                      </p:to>
                                    </p:set>
                                    <p:animEffect transition="in" filter="fade">
                                      <p:cBhvr>
                                        <p:cTn id="121" dur="500"/>
                                        <p:tgtEl>
                                          <p:spTgt spid="29"/>
                                        </p:tgtEl>
                                      </p:cBhvr>
                                    </p:animEffect>
                                    <p:anim calcmode="lin" valueType="num">
                                      <p:cBhvr additive="base">
                                        <p:cTn id="122" dur="500" fill="hold"/>
                                        <p:tgtEl>
                                          <p:spTgt spid="29"/>
                                        </p:tgtEl>
                                        <p:attrNameLst>
                                          <p:attrName>ppt_x</p:attrName>
                                        </p:attrNameLst>
                                      </p:cBhvr>
                                      <p:tavLst>
                                        <p:tav tm="0">
                                          <p:val>
                                            <p:strVal val="#ppt_x"/>
                                          </p:val>
                                        </p:tav>
                                        <p:tav tm="100000">
                                          <p:val>
                                            <p:strVal val="#ppt_x"/>
                                          </p:val>
                                        </p:tav>
                                      </p:tavLst>
                                    </p:anim>
                                    <p:anim calcmode="lin" valueType="num">
                                      <p:cBhvr additive="base">
                                        <p:cTn id="123" dur="500" fill="hold"/>
                                        <p:tgtEl>
                                          <p:spTgt spid="29"/>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1020"/>
                                  </p:stCondLst>
                                  <p:childTnLst>
                                    <p:set>
                                      <p:cBhvr>
                                        <p:cTn id="125" dur="1" fill="hold">
                                          <p:stCondLst>
                                            <p:cond delay="0"/>
                                          </p:stCondLst>
                                        </p:cTn>
                                        <p:tgtEl>
                                          <p:spTgt spid="30"/>
                                        </p:tgtEl>
                                        <p:attrNameLst>
                                          <p:attrName>style.visibility</p:attrName>
                                        </p:attrNameLst>
                                      </p:cBhvr>
                                      <p:to>
                                        <p:strVal val="visible"/>
                                      </p:to>
                                    </p:set>
                                    <p:animEffect transition="in" filter="fade">
                                      <p:cBhvr>
                                        <p:cTn id="126" dur="500"/>
                                        <p:tgtEl>
                                          <p:spTgt spid="30"/>
                                        </p:tgtEl>
                                      </p:cBhvr>
                                    </p:animEffect>
                                    <p:anim calcmode="lin" valueType="num">
                                      <p:cBhvr additive="base">
                                        <p:cTn id="127" dur="500" fill="hold"/>
                                        <p:tgtEl>
                                          <p:spTgt spid="30"/>
                                        </p:tgtEl>
                                        <p:attrNameLst>
                                          <p:attrName>ppt_x</p:attrName>
                                        </p:attrNameLst>
                                      </p:cBhvr>
                                      <p:tavLst>
                                        <p:tav tm="0">
                                          <p:val>
                                            <p:strVal val="#ppt_x"/>
                                          </p:val>
                                        </p:tav>
                                        <p:tav tm="100000">
                                          <p:val>
                                            <p:strVal val="#ppt_x"/>
                                          </p:val>
                                        </p:tav>
                                      </p:tavLst>
                                    </p:anim>
                                    <p:anim calcmode="lin" valueType="num">
                                      <p:cBhvr additive="base">
                                        <p:cTn id="128" dur="500" fill="hold"/>
                                        <p:tgtEl>
                                          <p:spTgt spid="30"/>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1020"/>
                                  </p:stCondLst>
                                  <p:childTnLst>
                                    <p:set>
                                      <p:cBhvr>
                                        <p:cTn id="130" dur="1" fill="hold">
                                          <p:stCondLst>
                                            <p:cond delay="0"/>
                                          </p:stCondLst>
                                        </p:cTn>
                                        <p:tgtEl>
                                          <p:spTgt spid="31"/>
                                        </p:tgtEl>
                                        <p:attrNameLst>
                                          <p:attrName>style.visibility</p:attrName>
                                        </p:attrNameLst>
                                      </p:cBhvr>
                                      <p:to>
                                        <p:strVal val="visible"/>
                                      </p:to>
                                    </p:set>
                                    <p:animEffect transition="in" filter="fade">
                                      <p:cBhvr>
                                        <p:cTn id="131" dur="500"/>
                                        <p:tgtEl>
                                          <p:spTgt spid="31"/>
                                        </p:tgtEl>
                                      </p:cBhvr>
                                    </p:animEffect>
                                    <p:anim calcmode="lin" valueType="num">
                                      <p:cBhvr additive="base">
                                        <p:cTn id="132" dur="500" fill="hold"/>
                                        <p:tgtEl>
                                          <p:spTgt spid="31"/>
                                        </p:tgtEl>
                                        <p:attrNameLst>
                                          <p:attrName>ppt_x</p:attrName>
                                        </p:attrNameLst>
                                      </p:cBhvr>
                                      <p:tavLst>
                                        <p:tav tm="0">
                                          <p:val>
                                            <p:strVal val="#ppt_x"/>
                                          </p:val>
                                        </p:tav>
                                        <p:tav tm="100000">
                                          <p:val>
                                            <p:strVal val="#ppt_x"/>
                                          </p:val>
                                        </p:tav>
                                      </p:tavLst>
                                    </p:anim>
                                    <p:anim calcmode="lin" valueType="num">
                                      <p:cBhvr additive="base">
                                        <p:cTn id="133" dur="500" fill="hold"/>
                                        <p:tgtEl>
                                          <p:spTgt spid="31"/>
                                        </p:tgtEl>
                                        <p:attrNameLst>
                                          <p:attrName>ppt_y</p:attrName>
                                        </p:attrNameLst>
                                      </p:cBhvr>
                                      <p:tavLst>
                                        <p:tav tm="0">
                                          <p:val>
                                            <p:strVal val="#ppt_y+.06"/>
                                          </p:val>
                                        </p:tav>
                                        <p:tav tm="100000">
                                          <p:val>
                                            <p:strVal val="#ppt_y"/>
                                          </p:val>
                                        </p:tav>
                                      </p:tavLst>
                                    </p:anim>
                                  </p:childTnLst>
                                </p:cTn>
                              </p:par>
                              <p:par>
                                <p:cTn id="134" presetID="42" presetClass="entr" presetSubtype="0" fill="hold" grpId="0" nodeType="withEffect">
                                  <p:stCondLst>
                                    <p:cond delay="1140"/>
                                  </p:stCondLst>
                                  <p:childTnLst>
                                    <p:set>
                                      <p:cBhvr>
                                        <p:cTn id="135" dur="1" fill="hold">
                                          <p:stCondLst>
                                            <p:cond delay="0"/>
                                          </p:stCondLst>
                                        </p:cTn>
                                        <p:tgtEl>
                                          <p:spTgt spid="32"/>
                                        </p:tgtEl>
                                        <p:attrNameLst>
                                          <p:attrName>style.visibility</p:attrName>
                                        </p:attrNameLst>
                                      </p:cBhvr>
                                      <p:to>
                                        <p:strVal val="visible"/>
                                      </p:to>
                                    </p:set>
                                    <p:animEffect transition="in" filter="fade">
                                      <p:cBhvr>
                                        <p:cTn id="136" dur="500"/>
                                        <p:tgtEl>
                                          <p:spTgt spid="32"/>
                                        </p:tgtEl>
                                      </p:cBhvr>
                                    </p:animEffect>
                                    <p:anim calcmode="lin" valueType="num">
                                      <p:cBhvr additive="base">
                                        <p:cTn id="137" dur="500" fill="hold"/>
                                        <p:tgtEl>
                                          <p:spTgt spid="32"/>
                                        </p:tgtEl>
                                        <p:attrNameLst>
                                          <p:attrName>ppt_x</p:attrName>
                                        </p:attrNameLst>
                                      </p:cBhvr>
                                      <p:tavLst>
                                        <p:tav tm="0">
                                          <p:val>
                                            <p:strVal val="#ppt_x"/>
                                          </p:val>
                                        </p:tav>
                                        <p:tav tm="100000">
                                          <p:val>
                                            <p:strVal val="#ppt_x"/>
                                          </p:val>
                                        </p:tav>
                                      </p:tavLst>
                                    </p:anim>
                                    <p:anim calcmode="lin" valueType="num">
                                      <p:cBhvr additive="base">
                                        <p:cTn id="138" dur="500" fill="hold"/>
                                        <p:tgtEl>
                                          <p:spTgt spid="32"/>
                                        </p:tgtEl>
                                        <p:attrNameLst>
                                          <p:attrName>ppt_y</p:attrName>
                                        </p:attrNameLst>
                                      </p:cBhvr>
                                      <p:tavLst>
                                        <p:tav tm="0">
                                          <p:val>
                                            <p:strVal val="#ppt_y+.06"/>
                                          </p:val>
                                        </p:tav>
                                        <p:tav tm="100000">
                                          <p:val>
                                            <p:strVal val="#ppt_y"/>
                                          </p:val>
                                        </p:tav>
                                      </p:tavLst>
                                    </p:anim>
                                  </p:childTnLst>
                                </p:cTn>
                              </p:par>
                              <p:par>
                                <p:cTn id="139" presetID="42" presetClass="entr" presetSubtype="0" fill="hold" grpId="0" nodeType="withEffect">
                                  <p:stCondLst>
                                    <p:cond delay="1140"/>
                                  </p:stCondLst>
                                  <p:childTnLst>
                                    <p:set>
                                      <p:cBhvr>
                                        <p:cTn id="140" dur="1" fill="hold">
                                          <p:stCondLst>
                                            <p:cond delay="0"/>
                                          </p:stCondLst>
                                        </p:cTn>
                                        <p:tgtEl>
                                          <p:spTgt spid="33"/>
                                        </p:tgtEl>
                                        <p:attrNameLst>
                                          <p:attrName>style.visibility</p:attrName>
                                        </p:attrNameLst>
                                      </p:cBhvr>
                                      <p:to>
                                        <p:strVal val="visible"/>
                                      </p:to>
                                    </p:set>
                                    <p:animEffect transition="in" filter="fade">
                                      <p:cBhvr>
                                        <p:cTn id="141" dur="500"/>
                                        <p:tgtEl>
                                          <p:spTgt spid="33"/>
                                        </p:tgtEl>
                                      </p:cBhvr>
                                    </p:animEffect>
                                    <p:anim calcmode="lin" valueType="num">
                                      <p:cBhvr additive="base">
                                        <p:cTn id="142" dur="500" fill="hold"/>
                                        <p:tgtEl>
                                          <p:spTgt spid="33"/>
                                        </p:tgtEl>
                                        <p:attrNameLst>
                                          <p:attrName>ppt_x</p:attrName>
                                        </p:attrNameLst>
                                      </p:cBhvr>
                                      <p:tavLst>
                                        <p:tav tm="0">
                                          <p:val>
                                            <p:strVal val="#ppt_x"/>
                                          </p:val>
                                        </p:tav>
                                        <p:tav tm="100000">
                                          <p:val>
                                            <p:strVal val="#ppt_x"/>
                                          </p:val>
                                        </p:tav>
                                      </p:tavLst>
                                    </p:anim>
                                    <p:anim calcmode="lin" valueType="num">
                                      <p:cBhvr additive="base">
                                        <p:cTn id="143" dur="500" fill="hold"/>
                                        <p:tgtEl>
                                          <p:spTgt spid="33"/>
                                        </p:tgtEl>
                                        <p:attrNameLst>
                                          <p:attrName>ppt_y</p:attrName>
                                        </p:attrNameLst>
                                      </p:cBhvr>
                                      <p:tavLst>
                                        <p:tav tm="0">
                                          <p:val>
                                            <p:strVal val="#ppt_y+.06"/>
                                          </p:val>
                                        </p:tav>
                                        <p:tav tm="100000">
                                          <p:val>
                                            <p:strVal val="#ppt_y"/>
                                          </p:val>
                                        </p:tav>
                                      </p:tavLst>
                                    </p:anim>
                                  </p:childTnLst>
                                </p:cTn>
                              </p:par>
                              <p:par>
                                <p:cTn id="144" presetID="42" presetClass="entr" presetSubtype="0" fill="hold" grpId="0" nodeType="withEffect">
                                  <p:stCondLst>
                                    <p:cond delay="1140"/>
                                  </p:stCondLst>
                                  <p:childTnLst>
                                    <p:set>
                                      <p:cBhvr>
                                        <p:cTn id="145" dur="1" fill="hold">
                                          <p:stCondLst>
                                            <p:cond delay="0"/>
                                          </p:stCondLst>
                                        </p:cTn>
                                        <p:tgtEl>
                                          <p:spTgt spid="34"/>
                                        </p:tgtEl>
                                        <p:attrNameLst>
                                          <p:attrName>style.visibility</p:attrName>
                                        </p:attrNameLst>
                                      </p:cBhvr>
                                      <p:to>
                                        <p:strVal val="visible"/>
                                      </p:to>
                                    </p:set>
                                    <p:animEffect transition="in" filter="fade">
                                      <p:cBhvr>
                                        <p:cTn id="146" dur="500"/>
                                        <p:tgtEl>
                                          <p:spTgt spid="34"/>
                                        </p:tgtEl>
                                      </p:cBhvr>
                                    </p:animEffect>
                                    <p:anim calcmode="lin" valueType="num">
                                      <p:cBhvr additive="base">
                                        <p:cTn id="147" dur="500" fill="hold"/>
                                        <p:tgtEl>
                                          <p:spTgt spid="34"/>
                                        </p:tgtEl>
                                        <p:attrNameLst>
                                          <p:attrName>ppt_x</p:attrName>
                                        </p:attrNameLst>
                                      </p:cBhvr>
                                      <p:tavLst>
                                        <p:tav tm="0">
                                          <p:val>
                                            <p:strVal val="#ppt_x"/>
                                          </p:val>
                                        </p:tav>
                                        <p:tav tm="100000">
                                          <p:val>
                                            <p:strVal val="#ppt_x"/>
                                          </p:val>
                                        </p:tav>
                                      </p:tavLst>
                                    </p:anim>
                                    <p:anim calcmode="lin" valueType="num">
                                      <p:cBhvr additive="base">
                                        <p:cTn id="148" dur="500" fill="hold"/>
                                        <p:tgtEl>
                                          <p:spTgt spid="34"/>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2" grpId="0" animBg="1"/>
      <p:bldP spid="13" grpId="0" animBg="1"/>
      <p:bldP spid="10" grpId="0" animBg="1"/>
      <p:bldP spid="15" grpId="0" animBg="1"/>
      <p:bldP spid="16"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pic>
        <p:nvPicPr>
          <p:cNvPr id="3" name="!!logo_mark" descr="logo_stp.png"/>
          <p:cNvPicPr>
            <a:picLocks noChangeAspect="1"/>
          </p:cNvPicPr>
          <p:nvPr/>
        </p:nvPicPr>
        <p:blipFill>
          <a:blip r:embed="rId3"/>
          <a:stretch>
            <a:fillRect/>
          </a:stretch>
        </p:blipFill>
        <p:spPr>
          <a:xfrm>
            <a:off x="10094884" y="237744"/>
            <a:ext cx="493776" cy="493776"/>
          </a:xfrm>
          <a:prstGeom prst="rect">
            <a:avLst/>
          </a:prstGeom>
        </p:spPr>
      </p:pic>
      <p:sp>
        <p:nvSpPr>
          <p:cNvPr id="4" name="!!logo_name"/>
          <p:cNvSpPr txBox="1"/>
          <p:nvPr/>
        </p:nvSpPr>
        <p:spPr>
          <a:xfrm>
            <a:off x="10643524" y="292608"/>
            <a:ext cx="1072684" cy="384048"/>
          </a:xfrm>
          <a:prstGeom prst="rect">
            <a:avLst/>
          </a:prstGeom>
          <a:noFill/>
        </p:spPr>
        <p:txBody>
          <a:bodyPr wrap="none" lIns="0" rIns="0" tIns="0" bIns="0" anchor="ctr">
            <a:noAutofit/>
          </a:bodyPr>
          <a:lstStyle/>
          <a:p>
            <a:pPr algn="l"/>
            <a:r>
              <a:rPr sz="1100" b="1" i="0" spc="150">
                <a:solidFill>
                  <a:srgbClr val="207D08"/>
                </a:solidFill>
                <a:latin typeface="Lexend Exa"/>
                <a:ea typeface="Lexend Exa"/>
                <a:cs typeface="Lexend Exa"/>
              </a:rPr>
              <a:t>VIỆN STP</a:t>
            </a:r>
          </a:p>
        </p:txBody>
      </p:sp>
      <p:sp>
        <p:nvSpPr>
          <p:cNvPr id="5" name="!!tag"/>
          <p:cNvSpPr/>
          <p:nvPr/>
        </p:nvSpPr>
        <p:spPr>
          <a:xfrm>
            <a:off x="548640" y="292608"/>
            <a:ext cx="1255455" cy="329184"/>
          </a:xfrm>
          <a:prstGeom prst="roundRect">
            <a:avLst>
              <a:gd name="adj" fmla="val 50000"/>
            </a:avLst>
          </a:prstGeom>
          <a:solidFill>
            <a:srgbClr val="FFFFFF"/>
          </a:solidFill>
          <a:ln w="9525">
            <a:solidFill>
              <a:srgbClr val="D4E4CC"/>
            </a:solidFill>
          </a:ln>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6" name="!!tag_dot"/>
          <p:cNvSpPr/>
          <p:nvPr/>
        </p:nvSpPr>
        <p:spPr>
          <a:xfrm>
            <a:off x="594360" y="338328"/>
            <a:ext cx="237744" cy="237744"/>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700" b="1" i="0">
                <a:solidFill>
                  <a:srgbClr val="FFFFFF"/>
                </a:solidFill>
                <a:latin typeface="Be Vietnam Pro"/>
                <a:ea typeface="Be Vietnam Pro"/>
                <a:cs typeface="Be Vietnam Pro"/>
              </a:rPr>
              <a:t>06</a:t>
            </a:r>
          </a:p>
        </p:txBody>
      </p:sp>
      <p:sp>
        <p:nvSpPr>
          <p:cNvPr id="7" name="!!tag_text"/>
          <p:cNvSpPr txBox="1"/>
          <p:nvPr/>
        </p:nvSpPr>
        <p:spPr>
          <a:xfrm>
            <a:off x="896112" y="292608"/>
            <a:ext cx="889695" cy="329184"/>
          </a:xfrm>
          <a:prstGeom prst="rect">
            <a:avLst/>
          </a:prstGeom>
          <a:noFill/>
        </p:spPr>
        <p:txBody>
          <a:bodyPr wrap="square" lIns="0" rIns="0" tIns="0" bIns="0" anchor="ctr">
            <a:noAutofit/>
          </a:bodyPr>
          <a:lstStyle/>
          <a:p>
            <a:pPr algn="l"/>
            <a:r>
              <a:rPr sz="900" b="0" i="0" spc="100">
                <a:solidFill>
                  <a:srgbClr val="0D2B1C"/>
                </a:solidFill>
                <a:latin typeface="Be Vietnam Pro SemiBold"/>
                <a:ea typeface="Be Vietnam Pro SemiBold"/>
                <a:cs typeface="Be Vietnam Pro SemiBold"/>
              </a:rPr>
              <a:t>ĐỐI TÁC</a:t>
            </a:r>
          </a:p>
        </p:txBody>
      </p:sp>
      <p:sp>
        <p:nvSpPr>
          <p:cNvPr id="8" name="!!ttl"/>
          <p:cNvSpPr txBox="1"/>
          <p:nvPr/>
        </p:nvSpPr>
        <p:spPr>
          <a:xfrm>
            <a:off x="548640" y="777240"/>
            <a:ext cx="10515600" cy="548640"/>
          </a:xfrm>
          <a:prstGeom prst="rect">
            <a:avLst/>
          </a:prstGeom>
          <a:noFill/>
        </p:spPr>
        <p:txBody>
          <a:bodyPr wrap="none" lIns="0" rIns="0" tIns="0" bIns="0" anchor="ctr">
            <a:noAutofit/>
          </a:bodyPr>
          <a:lstStyle/>
          <a:p>
            <a:pPr algn="l">
              <a:lnSpc>
                <a:spcPct val="100000"/>
              </a:lnSpc>
            </a:pPr>
            <a:r>
              <a:rPr sz="2600" b="1" i="0">
                <a:solidFill>
                  <a:srgbClr val="0D2B1C"/>
                </a:solidFill>
                <a:latin typeface="Lexend Exa"/>
                <a:ea typeface="Lexend Exa"/>
                <a:cs typeface="Lexend Exa"/>
              </a:rPr>
              <a:t>HỆ THỐNG VĂN PHÒNG</a:t>
            </a:r>
          </a:p>
        </p:txBody>
      </p:sp>
      <p:sp>
        <p:nvSpPr>
          <p:cNvPr id="9" name="!!sub"/>
          <p:cNvSpPr txBox="1"/>
          <p:nvPr/>
        </p:nvSpPr>
        <p:spPr>
          <a:xfrm>
            <a:off x="548640" y="1298448"/>
            <a:ext cx="9601200" cy="329184"/>
          </a:xfrm>
          <a:prstGeom prst="rect">
            <a:avLst/>
          </a:prstGeom>
          <a:noFill/>
        </p:spPr>
        <p:txBody>
          <a:bodyPr wrap="square" lIns="0" rIns="0" tIns="0" bIns="0" anchor="t">
            <a:noAutofit/>
          </a:bodyPr>
          <a:lstStyle/>
          <a:p>
            <a:pPr algn="l"/>
            <a:r>
              <a:rPr sz="1200" b="0" i="0">
                <a:solidFill>
                  <a:srgbClr val="465A4D"/>
                </a:solidFill>
                <a:latin typeface="Be Vietnam Pro"/>
                <a:ea typeface="Be Vietnam Pro"/>
                <a:cs typeface="Be Vietnam Pro"/>
              </a:rPr>
              <a:t>Quy mô toàn quốc – sẵn sàng đồng hành cùng các địa phương</a:t>
            </a:r>
          </a:p>
        </p:txBody>
      </p:sp>
      <p:sp>
        <p:nvSpPr>
          <p:cNvPr id="10" name="TextBox 9"/>
          <p:cNvSpPr txBox="1"/>
          <p:nvPr/>
        </p:nvSpPr>
        <p:spPr>
          <a:xfrm>
            <a:off x="10911535" y="6492240"/>
            <a:ext cx="731520" cy="228600"/>
          </a:xfrm>
          <a:prstGeom prst="rect">
            <a:avLst/>
          </a:prstGeom>
          <a:noFill/>
        </p:spPr>
        <p:txBody>
          <a:bodyPr wrap="square" lIns="0" rIns="0" tIns="0" bIns="0" anchor="t">
            <a:noAutofit/>
          </a:bodyPr>
          <a:lstStyle/>
          <a:p>
            <a:pPr algn="r"/>
            <a:r>
              <a:rPr sz="900" b="0" i="0">
                <a:solidFill>
                  <a:srgbClr val="86988C"/>
                </a:solidFill>
                <a:latin typeface="Be Vietnam Pro SemiBold"/>
                <a:ea typeface="Be Vietnam Pro SemiBold"/>
                <a:cs typeface="Be Vietnam Pro SemiBold"/>
              </a:rPr>
              <a:t>26</a:t>
            </a:r>
          </a:p>
        </p:txBody>
      </p:sp>
      <p:pic>
        <p:nvPicPr>
          <p:cNvPr id="11" name="!!map" descr="vn_map_green.png"/>
          <p:cNvPicPr>
            <a:picLocks noChangeAspect="1"/>
          </p:cNvPicPr>
          <p:nvPr/>
        </p:nvPicPr>
        <p:blipFill>
          <a:blip r:embed="rId4"/>
          <a:srcRect l="0" r="0"/>
          <a:stretch>
            <a:fillRect/>
          </a:stretch>
        </p:blipFill>
        <p:spPr>
          <a:xfrm>
            <a:off x="912986" y="1645920"/>
            <a:ext cx="4666268" cy="4937760"/>
          </a:xfrm>
          <a:prstGeom prst="rect">
            <a:avLst/>
          </a:prstGeom>
        </p:spPr>
      </p:pic>
      <p:pic>
        <p:nvPicPr>
          <p:cNvPr id="12" name="Picture 11" descr="glow_7FC211_60_1.7.png"/>
          <p:cNvPicPr>
            <a:picLocks noChangeAspect="1"/>
          </p:cNvPicPr>
          <p:nvPr/>
        </p:nvPicPr>
        <p:blipFill>
          <a:blip r:embed="rId5"/>
          <a:stretch>
            <a:fillRect/>
          </a:stretch>
        </p:blipFill>
        <p:spPr>
          <a:xfrm>
            <a:off x="1660607" y="2036826"/>
            <a:ext cx="822960" cy="822960"/>
          </a:xfrm>
          <a:prstGeom prst="rect">
            <a:avLst/>
          </a:prstGeom>
        </p:spPr>
      </p:pic>
      <p:sp>
        <p:nvSpPr>
          <p:cNvPr id="13" name="Oval 12"/>
          <p:cNvSpPr/>
          <p:nvPr/>
        </p:nvSpPr>
        <p:spPr>
          <a:xfrm>
            <a:off x="1916639" y="2292858"/>
            <a:ext cx="310896" cy="310896"/>
          </a:xfrm>
          <a:prstGeom prst="ellipse">
            <a:avLst/>
          </a:prstGeom>
          <a:solidFill>
            <a:srgbClr val="207D08"/>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00" b="1" i="0">
                <a:solidFill>
                  <a:srgbClr val="FFFFFF"/>
                </a:solidFill>
                <a:latin typeface="Be Vietnam Pro"/>
                <a:ea typeface="Be Vietnam Pro"/>
                <a:cs typeface="Be Vietnam Pro"/>
              </a:rPr>
              <a:t>1</a:t>
            </a:r>
          </a:p>
        </p:txBody>
      </p:sp>
      <p:sp>
        <p:nvSpPr>
          <p:cNvPr id="14" name="Rounded Rectangle 13"/>
          <p:cNvSpPr/>
          <p:nvPr/>
        </p:nvSpPr>
        <p:spPr>
          <a:xfrm>
            <a:off x="6400800" y="1874520"/>
            <a:ext cx="524225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15" name="Oval 14"/>
          <p:cNvSpPr/>
          <p:nvPr/>
        </p:nvSpPr>
        <p:spPr>
          <a:xfrm>
            <a:off x="6629400" y="2075688"/>
            <a:ext cx="384048" cy="38404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200" b="1" i="0">
                <a:solidFill>
                  <a:srgbClr val="FFFFFF"/>
                </a:solidFill>
                <a:latin typeface="Be Vietnam Pro"/>
                <a:ea typeface="Be Vietnam Pro"/>
                <a:cs typeface="Be Vietnam Pro"/>
              </a:rPr>
              <a:t>1</a:t>
            </a:r>
          </a:p>
        </p:txBody>
      </p:sp>
      <p:sp>
        <p:nvSpPr>
          <p:cNvPr id="16" name="TextBox 15"/>
          <p:cNvSpPr txBox="1"/>
          <p:nvPr/>
        </p:nvSpPr>
        <p:spPr>
          <a:xfrm>
            <a:off x="7178040" y="2002536"/>
            <a:ext cx="4327855" cy="384048"/>
          </a:xfrm>
          <a:prstGeom prst="rect">
            <a:avLst/>
          </a:prstGeom>
          <a:noFill/>
        </p:spPr>
        <p:txBody>
          <a:bodyPr wrap="square" lIns="0" rIns="0" tIns="0" bIns="0" anchor="ctr">
            <a:noAutofit/>
          </a:bodyPr>
          <a:lstStyle/>
          <a:p>
            <a:pPr algn="l"/>
            <a:r>
              <a:rPr sz="1400" b="1" i="0">
                <a:solidFill>
                  <a:srgbClr val="0D2B1C"/>
                </a:solidFill>
                <a:latin typeface="Be Vietnam Pro"/>
                <a:ea typeface="Be Vietnam Pro"/>
                <a:cs typeface="Be Vietnam Pro"/>
              </a:rPr>
              <a:t>Trụ sở Hà Nội</a:t>
            </a:r>
          </a:p>
        </p:txBody>
      </p:sp>
      <p:sp>
        <p:nvSpPr>
          <p:cNvPr id="17" name="TextBox 16"/>
          <p:cNvSpPr txBox="1"/>
          <p:nvPr/>
        </p:nvSpPr>
        <p:spPr>
          <a:xfrm>
            <a:off x="7178040" y="2386584"/>
            <a:ext cx="4327855" cy="822960"/>
          </a:xfrm>
          <a:prstGeom prst="rect">
            <a:avLst/>
          </a:prstGeom>
          <a:noFill/>
        </p:spPr>
        <p:txBody>
          <a:bodyPr wrap="square" lIns="0" rIns="0" tIns="0" bIns="0" anchor="t">
            <a:noAutofit/>
          </a:bodyPr>
          <a:lstStyle/>
          <a:p>
            <a:pPr algn="l">
              <a:lnSpc>
                <a:spcPct val="115000"/>
              </a:lnSpc>
            </a:pPr>
            <a:r>
              <a:rPr sz="1050" b="0" i="0">
                <a:solidFill>
                  <a:srgbClr val="465A4D"/>
                </a:solidFill>
                <a:latin typeface="Be Vietnam Pro"/>
                <a:ea typeface="Be Vietnam Pro"/>
                <a:cs typeface="Be Vietnam Pro"/>
              </a:rPr>
              <a:t>Tầng 12, Tòa nhà Diamond Flower, 48 Lê Văn Lương, phường Yên Hòa, TP. Hà Nội</a:t>
            </a:r>
          </a:p>
          <a:p>
            <a:pPr algn="l">
              <a:lnSpc>
                <a:spcPct val="115000"/>
              </a:lnSpc>
            </a:pPr>
            <a:r>
              <a:rPr sz="1050" b="0" i="0">
                <a:solidFill>
                  <a:srgbClr val="465A4D"/>
                </a:solidFill>
                <a:latin typeface="Be Vietnam Pro"/>
                <a:ea typeface="Be Vietnam Pro"/>
                <a:cs typeface="Be Vietnam Pro"/>
              </a:rPr>
              <a:t>Hotline: 0827.695.368</a:t>
            </a:r>
          </a:p>
        </p:txBody>
      </p:sp>
      <p:pic>
        <p:nvPicPr>
          <p:cNvPr id="18" name="Picture 17" descr="glow_7FC211_60_1.7.png"/>
          <p:cNvPicPr>
            <a:picLocks noChangeAspect="1"/>
          </p:cNvPicPr>
          <p:nvPr/>
        </p:nvPicPr>
        <p:blipFill>
          <a:blip r:embed="rId5"/>
          <a:stretch>
            <a:fillRect/>
          </a:stretch>
        </p:blipFill>
        <p:spPr>
          <a:xfrm>
            <a:off x="2668054" y="4740250"/>
            <a:ext cx="822960" cy="822960"/>
          </a:xfrm>
          <a:prstGeom prst="rect">
            <a:avLst/>
          </a:prstGeom>
        </p:spPr>
      </p:pic>
      <p:sp>
        <p:nvSpPr>
          <p:cNvPr id="19" name="Oval 18"/>
          <p:cNvSpPr/>
          <p:nvPr/>
        </p:nvSpPr>
        <p:spPr>
          <a:xfrm>
            <a:off x="2924086" y="4996282"/>
            <a:ext cx="310896" cy="310896"/>
          </a:xfrm>
          <a:prstGeom prst="ellipse">
            <a:avLst/>
          </a:prstGeom>
          <a:solidFill>
            <a:srgbClr val="207D08"/>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00" b="1" i="0">
                <a:solidFill>
                  <a:srgbClr val="FFFFFF"/>
                </a:solidFill>
                <a:latin typeface="Be Vietnam Pro"/>
                <a:ea typeface="Be Vietnam Pro"/>
                <a:cs typeface="Be Vietnam Pro"/>
              </a:rPr>
              <a:t>2</a:t>
            </a:r>
          </a:p>
        </p:txBody>
      </p:sp>
      <p:sp>
        <p:nvSpPr>
          <p:cNvPr id="20" name="Rounded Rectangle 19"/>
          <p:cNvSpPr/>
          <p:nvPr/>
        </p:nvSpPr>
        <p:spPr>
          <a:xfrm>
            <a:off x="6400800" y="3429000"/>
            <a:ext cx="524225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1" name="Oval 20"/>
          <p:cNvSpPr/>
          <p:nvPr/>
        </p:nvSpPr>
        <p:spPr>
          <a:xfrm>
            <a:off x="6629400" y="3630168"/>
            <a:ext cx="384048" cy="38404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200" b="1" i="0">
                <a:solidFill>
                  <a:srgbClr val="FFFFFF"/>
                </a:solidFill>
                <a:latin typeface="Be Vietnam Pro"/>
                <a:ea typeface="Be Vietnam Pro"/>
                <a:cs typeface="Be Vietnam Pro"/>
              </a:rPr>
              <a:t>2</a:t>
            </a:r>
          </a:p>
        </p:txBody>
      </p:sp>
      <p:sp>
        <p:nvSpPr>
          <p:cNvPr id="22" name="TextBox 21"/>
          <p:cNvSpPr txBox="1"/>
          <p:nvPr/>
        </p:nvSpPr>
        <p:spPr>
          <a:xfrm>
            <a:off x="7178040" y="3557016"/>
            <a:ext cx="4327855" cy="384048"/>
          </a:xfrm>
          <a:prstGeom prst="rect">
            <a:avLst/>
          </a:prstGeom>
          <a:noFill/>
        </p:spPr>
        <p:txBody>
          <a:bodyPr wrap="square" lIns="0" rIns="0" tIns="0" bIns="0" anchor="ctr">
            <a:noAutofit/>
          </a:bodyPr>
          <a:lstStyle/>
          <a:p>
            <a:pPr algn="l"/>
            <a:r>
              <a:rPr sz="1400" b="1" i="0">
                <a:solidFill>
                  <a:srgbClr val="0D2B1C"/>
                </a:solidFill>
                <a:latin typeface="Be Vietnam Pro"/>
                <a:ea typeface="Be Vietnam Pro"/>
                <a:cs typeface="Be Vietnam Pro"/>
              </a:rPr>
              <a:t>Văn phòng Nha Trang</a:t>
            </a:r>
          </a:p>
        </p:txBody>
      </p:sp>
      <p:sp>
        <p:nvSpPr>
          <p:cNvPr id="23" name="TextBox 22"/>
          <p:cNvSpPr txBox="1"/>
          <p:nvPr/>
        </p:nvSpPr>
        <p:spPr>
          <a:xfrm>
            <a:off x="7178040" y="3941064"/>
            <a:ext cx="4327855" cy="822960"/>
          </a:xfrm>
          <a:prstGeom prst="rect">
            <a:avLst/>
          </a:prstGeom>
          <a:noFill/>
        </p:spPr>
        <p:txBody>
          <a:bodyPr wrap="square" lIns="0" rIns="0" tIns="0" bIns="0" anchor="t">
            <a:noAutofit/>
          </a:bodyPr>
          <a:lstStyle/>
          <a:p>
            <a:pPr algn="l">
              <a:lnSpc>
                <a:spcPct val="115000"/>
              </a:lnSpc>
            </a:pPr>
            <a:r>
              <a:rPr sz="1050" b="0" i="0">
                <a:solidFill>
                  <a:srgbClr val="465A4D"/>
                </a:solidFill>
                <a:latin typeface="Be Vietnam Pro"/>
                <a:ea typeface="Be Vietnam Pro"/>
                <a:cs typeface="Be Vietnam Pro"/>
              </a:rPr>
              <a:t>B19-03 Khu đô thị An Bình Tân, phường Nam Nha Trang, tỉnh Khánh Hòa</a:t>
            </a:r>
          </a:p>
          <a:p>
            <a:pPr algn="l">
              <a:lnSpc>
                <a:spcPct val="115000"/>
              </a:lnSpc>
            </a:pPr>
            <a:r>
              <a:rPr sz="1050" b="0" i="0">
                <a:solidFill>
                  <a:srgbClr val="465A4D"/>
                </a:solidFill>
                <a:latin typeface="Be Vietnam Pro"/>
                <a:ea typeface="Be Vietnam Pro"/>
                <a:cs typeface="Be Vietnam Pro"/>
              </a:rPr>
              <a:t>Hotline: 0968.702.701</a:t>
            </a:r>
          </a:p>
        </p:txBody>
      </p:sp>
      <p:pic>
        <p:nvPicPr>
          <p:cNvPr id="24" name="Picture 23" descr="glow_7FC211_60_1.7.png"/>
          <p:cNvPicPr>
            <a:picLocks noChangeAspect="1"/>
          </p:cNvPicPr>
          <p:nvPr/>
        </p:nvPicPr>
        <p:blipFill>
          <a:blip r:embed="rId5"/>
          <a:stretch>
            <a:fillRect/>
          </a:stretch>
        </p:blipFill>
        <p:spPr>
          <a:xfrm>
            <a:off x="1927984" y="5184648"/>
            <a:ext cx="822960" cy="822960"/>
          </a:xfrm>
          <a:prstGeom prst="rect">
            <a:avLst/>
          </a:prstGeom>
        </p:spPr>
      </p:pic>
      <p:sp>
        <p:nvSpPr>
          <p:cNvPr id="25" name="Oval 24"/>
          <p:cNvSpPr/>
          <p:nvPr/>
        </p:nvSpPr>
        <p:spPr>
          <a:xfrm>
            <a:off x="2184016" y="5440680"/>
            <a:ext cx="310896" cy="310896"/>
          </a:xfrm>
          <a:prstGeom prst="ellipse">
            <a:avLst/>
          </a:prstGeom>
          <a:solidFill>
            <a:srgbClr val="207D08"/>
          </a:solidFill>
          <a:ln w="19050">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900" b="1" i="0">
                <a:solidFill>
                  <a:srgbClr val="FFFFFF"/>
                </a:solidFill>
                <a:latin typeface="Be Vietnam Pro"/>
                <a:ea typeface="Be Vietnam Pro"/>
                <a:cs typeface="Be Vietnam Pro"/>
              </a:rPr>
              <a:t>3</a:t>
            </a:r>
          </a:p>
        </p:txBody>
      </p:sp>
      <p:sp>
        <p:nvSpPr>
          <p:cNvPr id="26" name="Rounded Rectangle 25"/>
          <p:cNvSpPr/>
          <p:nvPr/>
        </p:nvSpPr>
        <p:spPr>
          <a:xfrm>
            <a:off x="6400800" y="4983480"/>
            <a:ext cx="5242255" cy="1371600"/>
          </a:xfrm>
          <a:prstGeom prst="roundRect">
            <a:avLst>
              <a:gd name="adj" fmla="val 9333"/>
            </a:avLst>
          </a:prstGeom>
          <a:solidFill>
            <a:srgbClr val="FFFFFF"/>
          </a:solidFill>
          <a:ln>
            <a:noFill/>
          </a:ln>
          <a:effectLst>
            <a:outerShdw blurRad="256032" dist="54864" dir="5400000" algn="ctr" rotWithShape="0">
              <a:srgbClr val="0B1F4D">
                <a:alpha val="14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sp>
        <p:nvSpPr>
          <p:cNvPr id="27" name="Oval 26"/>
          <p:cNvSpPr/>
          <p:nvPr/>
        </p:nvSpPr>
        <p:spPr>
          <a:xfrm>
            <a:off x="6629400" y="5184648"/>
            <a:ext cx="384048" cy="384048"/>
          </a:xfrm>
          <a:prstGeom prst="ellipse">
            <a:avLst/>
          </a:prstGeom>
          <a:solidFill>
            <a:srgbClr val="207D08"/>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0" rIns="0" tIns="0" bIns="0"/>
          <a:lstStyle/>
          <a:p>
            <a:pPr algn="ctr"/>
            <a:r>
              <a:rPr sz="1200" b="1" i="0">
                <a:solidFill>
                  <a:srgbClr val="FFFFFF"/>
                </a:solidFill>
                <a:latin typeface="Be Vietnam Pro"/>
                <a:ea typeface="Be Vietnam Pro"/>
                <a:cs typeface="Be Vietnam Pro"/>
              </a:rPr>
              <a:t>3</a:t>
            </a:r>
          </a:p>
        </p:txBody>
      </p:sp>
      <p:sp>
        <p:nvSpPr>
          <p:cNvPr id="28" name="TextBox 27"/>
          <p:cNvSpPr txBox="1"/>
          <p:nvPr/>
        </p:nvSpPr>
        <p:spPr>
          <a:xfrm>
            <a:off x="7178040" y="5111496"/>
            <a:ext cx="4327855" cy="384048"/>
          </a:xfrm>
          <a:prstGeom prst="rect">
            <a:avLst/>
          </a:prstGeom>
          <a:noFill/>
        </p:spPr>
        <p:txBody>
          <a:bodyPr wrap="square" lIns="0" rIns="0" tIns="0" bIns="0" anchor="ctr">
            <a:noAutofit/>
          </a:bodyPr>
          <a:lstStyle/>
          <a:p>
            <a:pPr algn="l"/>
            <a:r>
              <a:rPr sz="1400" b="1" i="0">
                <a:solidFill>
                  <a:srgbClr val="0D2B1C"/>
                </a:solidFill>
                <a:latin typeface="Be Vietnam Pro"/>
                <a:ea typeface="Be Vietnam Pro"/>
                <a:cs typeface="Be Vietnam Pro"/>
              </a:rPr>
              <a:t>Trung tâm tuyển sinh TP.HCM</a:t>
            </a:r>
          </a:p>
        </p:txBody>
      </p:sp>
      <p:sp>
        <p:nvSpPr>
          <p:cNvPr id="29" name="TextBox 28"/>
          <p:cNvSpPr txBox="1"/>
          <p:nvPr/>
        </p:nvSpPr>
        <p:spPr>
          <a:xfrm>
            <a:off x="7178040" y="5495544"/>
            <a:ext cx="4327855" cy="822960"/>
          </a:xfrm>
          <a:prstGeom prst="rect">
            <a:avLst/>
          </a:prstGeom>
          <a:noFill/>
        </p:spPr>
        <p:txBody>
          <a:bodyPr wrap="square" lIns="0" rIns="0" tIns="0" bIns="0" anchor="t">
            <a:noAutofit/>
          </a:bodyPr>
          <a:lstStyle/>
          <a:p>
            <a:pPr algn="l">
              <a:lnSpc>
                <a:spcPct val="115000"/>
              </a:lnSpc>
            </a:pPr>
            <a:r>
              <a:rPr sz="1050" b="0" i="0">
                <a:solidFill>
                  <a:srgbClr val="465A4D"/>
                </a:solidFill>
                <a:latin typeface="Be Vietnam Pro"/>
                <a:ea typeface="Be Vietnam Pro"/>
                <a:cs typeface="Be Vietnam Pro"/>
              </a:rPr>
              <a:t>Số 28, đường D9, KDC Carric, phường An Khánh, TP. Hồ Chí Minh</a:t>
            </a:r>
          </a:p>
          <a:p>
            <a:pPr algn="l">
              <a:lnSpc>
                <a:spcPct val="115000"/>
              </a:lnSpc>
            </a:pPr>
            <a:r>
              <a:rPr sz="1050" b="0" i="0">
                <a:solidFill>
                  <a:srgbClr val="465A4D"/>
                </a:solidFill>
                <a:latin typeface="Be Vietnam Pro"/>
                <a:ea typeface="Be Vietnam Pro"/>
                <a:cs typeface="Be Vietnam Pro"/>
              </a:rPr>
              <a:t>Hotline: 0827.695.368</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par>
                                <p:cTn id="8" presetID="10" presetClass="entr" presetSubtype="0" fill="hold" grpId="0" nodeType="withEffect">
                                  <p:stCondLst>
                                    <p:cond delay="5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1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15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20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700"/>
                                        <p:tgtEl>
                                          <p:spTgt spid="11"/>
                                        </p:tgtEl>
                                      </p:cBhvr>
                                    </p:animEffect>
                                  </p:childTnLst>
                                </p:cTn>
                              </p:par>
                              <p:par>
                                <p:cTn id="23" presetID="10" presetClass="entr" presetSubtype="0" fill="hold" grpId="0" nodeType="withEffect">
                                  <p:stCondLst>
                                    <p:cond delay="25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400"/>
                                        <p:tgtEl>
                                          <p:spTgt spid="8"/>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400"/>
                                        <p:tgtEl>
                                          <p:spTgt spid="9"/>
                                        </p:tgtEl>
                                      </p:cBhvr>
                                    </p:animEffect>
                                  </p:childTnLst>
                                </p:cTn>
                              </p:par>
                              <p:par>
                                <p:cTn id="29" presetID="10" presetClass="entr" presetSubtype="0" fill="hold" grpId="0" nodeType="withEffect">
                                  <p:stCondLst>
                                    <p:cond delay="35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400"/>
                                        <p:tgtEl>
                                          <p:spTgt spid="10"/>
                                        </p:tgtEl>
                                      </p:cBhvr>
                                    </p:animEffect>
                                  </p:childTnLst>
                                </p:cTn>
                              </p:par>
                              <p:par>
                                <p:cTn id="32" presetID="53" presetClass="entr" presetSubtype="16" fill="hold" grpId="0" nodeType="withEffect">
                                  <p:stCondLst>
                                    <p:cond delay="70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400" fill="hold"/>
                                        <p:tgtEl>
                                          <p:spTgt spid="12"/>
                                        </p:tgtEl>
                                        <p:attrNameLst>
                                          <p:attrName>ppt_w</p:attrName>
                                        </p:attrNameLst>
                                      </p:cBhvr>
                                      <p:tavLst>
                                        <p:tav tm="0">
                                          <p:val>
                                            <p:strVal val="#ppt_w*0.7"/>
                                          </p:val>
                                        </p:tav>
                                        <p:tav tm="100000">
                                          <p:val>
                                            <p:strVal val="#ppt_w"/>
                                          </p:val>
                                        </p:tav>
                                      </p:tavLst>
                                    </p:anim>
                                    <p:anim calcmode="lin" valueType="num">
                                      <p:cBhvr additive="base">
                                        <p:cTn id="35" dur="400" fill="hold"/>
                                        <p:tgtEl>
                                          <p:spTgt spid="12"/>
                                        </p:tgtEl>
                                        <p:attrNameLst>
                                          <p:attrName>ppt_h</p:attrName>
                                        </p:attrNameLst>
                                      </p:cBhvr>
                                      <p:tavLst>
                                        <p:tav tm="0">
                                          <p:val>
                                            <p:strVal val="#ppt_h*0.7"/>
                                          </p:val>
                                        </p:tav>
                                        <p:tav tm="100000">
                                          <p:val>
                                            <p:strVal val="#ppt_h"/>
                                          </p:val>
                                        </p:tav>
                                      </p:tavLst>
                                    </p:anim>
                                    <p:animEffect transition="in" filter="fade">
                                      <p:cBhvr>
                                        <p:cTn id="36" dur="400"/>
                                        <p:tgtEl>
                                          <p:spTgt spid="12"/>
                                        </p:tgtEl>
                                      </p:cBhvr>
                                    </p:animEffect>
                                  </p:childTnLst>
                                </p:cTn>
                              </p:par>
                              <p:par>
                                <p:cTn id="37" presetID="53" presetClass="entr" presetSubtype="16" fill="hold" grpId="0" nodeType="withEffect">
                                  <p:stCondLst>
                                    <p:cond delay="70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400" fill="hold"/>
                                        <p:tgtEl>
                                          <p:spTgt spid="13"/>
                                        </p:tgtEl>
                                        <p:attrNameLst>
                                          <p:attrName>ppt_w</p:attrName>
                                        </p:attrNameLst>
                                      </p:cBhvr>
                                      <p:tavLst>
                                        <p:tav tm="0">
                                          <p:val>
                                            <p:strVal val="#ppt_w*0.7"/>
                                          </p:val>
                                        </p:tav>
                                        <p:tav tm="100000">
                                          <p:val>
                                            <p:strVal val="#ppt_w"/>
                                          </p:val>
                                        </p:tav>
                                      </p:tavLst>
                                    </p:anim>
                                    <p:anim calcmode="lin" valueType="num">
                                      <p:cBhvr additive="base">
                                        <p:cTn id="40" dur="400" fill="hold"/>
                                        <p:tgtEl>
                                          <p:spTgt spid="13"/>
                                        </p:tgtEl>
                                        <p:attrNameLst>
                                          <p:attrName>ppt_h</p:attrName>
                                        </p:attrNameLst>
                                      </p:cBhvr>
                                      <p:tavLst>
                                        <p:tav tm="0">
                                          <p:val>
                                            <p:strVal val="#ppt_h*0.7"/>
                                          </p:val>
                                        </p:tav>
                                        <p:tav tm="100000">
                                          <p:val>
                                            <p:strVal val="#ppt_h"/>
                                          </p:val>
                                        </p:tav>
                                      </p:tavLst>
                                    </p:anim>
                                    <p:animEffect transition="in" filter="fade">
                                      <p:cBhvr>
                                        <p:cTn id="41" dur="400"/>
                                        <p:tgtEl>
                                          <p:spTgt spid="13"/>
                                        </p:tgtEl>
                                      </p:cBhvr>
                                    </p:animEffect>
                                  </p:childTnLst>
                                </p:cTn>
                              </p:par>
                              <p:par>
                                <p:cTn id="42" presetID="2" presetClass="entr" presetSubtype="2" fill="hold" grpId="0" nodeType="withEffect">
                                  <p:stCondLst>
                                    <p:cond delay="800"/>
                                  </p:stCondLst>
                                  <p:childTnLst>
                                    <p:set>
                                      <p:cBhvr>
                                        <p:cTn id="43" dur="1" fill="hold">
                                          <p:stCondLst>
                                            <p:cond delay="0"/>
                                          </p:stCondLst>
                                        </p:cTn>
                                        <p:tgtEl>
                                          <p:spTgt spid="14"/>
                                        </p:tgtEl>
                                        <p:attrNameLst>
                                          <p:attrName>style.visibility</p:attrName>
                                        </p:attrNameLst>
                                      </p:cBhvr>
                                      <p:to>
                                        <p:strVal val="visible"/>
                                      </p:to>
                                    </p:set>
                                    <p:anim calcmode="lin" valueType="num">
                                      <p:cBhvr additive="base">
                                        <p:cTn id="44" dur="450" fill="hold"/>
                                        <p:tgtEl>
                                          <p:spTgt spid="14"/>
                                        </p:tgtEl>
                                        <p:attrNameLst>
                                          <p:attrName>ppt_x</p:attrName>
                                        </p:attrNameLst>
                                      </p:cBhvr>
                                      <p:tavLst>
                                        <p:tav tm="0">
                                          <p:val>
                                            <p:strVal val="1+#ppt_w/2"/>
                                          </p:val>
                                        </p:tav>
                                        <p:tav tm="100000">
                                          <p:val>
                                            <p:strVal val="#ppt_x"/>
                                          </p:val>
                                        </p:tav>
                                      </p:tavLst>
                                    </p:anim>
                                    <p:anim calcmode="lin" valueType="num">
                                      <p:cBhvr additive="base">
                                        <p:cTn id="45" dur="450" fill="hold"/>
                                        <p:tgtEl>
                                          <p:spTgt spid="14"/>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800"/>
                                  </p:stCondLst>
                                  <p:childTnLst>
                                    <p:set>
                                      <p:cBhvr>
                                        <p:cTn id="47" dur="1" fill="hold">
                                          <p:stCondLst>
                                            <p:cond delay="0"/>
                                          </p:stCondLst>
                                        </p:cTn>
                                        <p:tgtEl>
                                          <p:spTgt spid="15"/>
                                        </p:tgtEl>
                                        <p:attrNameLst>
                                          <p:attrName>style.visibility</p:attrName>
                                        </p:attrNameLst>
                                      </p:cBhvr>
                                      <p:to>
                                        <p:strVal val="visible"/>
                                      </p:to>
                                    </p:set>
                                    <p:anim calcmode="lin" valueType="num">
                                      <p:cBhvr additive="base">
                                        <p:cTn id="48" dur="450" fill="hold"/>
                                        <p:tgtEl>
                                          <p:spTgt spid="15"/>
                                        </p:tgtEl>
                                        <p:attrNameLst>
                                          <p:attrName>ppt_x</p:attrName>
                                        </p:attrNameLst>
                                      </p:cBhvr>
                                      <p:tavLst>
                                        <p:tav tm="0">
                                          <p:val>
                                            <p:strVal val="1+#ppt_w/2"/>
                                          </p:val>
                                        </p:tav>
                                        <p:tav tm="100000">
                                          <p:val>
                                            <p:strVal val="#ppt_x"/>
                                          </p:val>
                                        </p:tav>
                                      </p:tavLst>
                                    </p:anim>
                                    <p:anim calcmode="lin" valueType="num">
                                      <p:cBhvr additive="base">
                                        <p:cTn id="49" dur="450" fill="hold"/>
                                        <p:tgtEl>
                                          <p:spTgt spid="15"/>
                                        </p:tgtEl>
                                        <p:attrNameLst>
                                          <p:attrName>ppt_y</p:attrName>
                                        </p:attrNameLst>
                                      </p:cBhvr>
                                      <p:tavLst>
                                        <p:tav tm="0">
                                          <p:val>
                                            <p:strVal val="#ppt_y"/>
                                          </p:val>
                                        </p:tav>
                                        <p:tav tm="100000">
                                          <p:val>
                                            <p:strVal val="#ppt_y"/>
                                          </p:val>
                                        </p:tav>
                                      </p:tavLst>
                                    </p:anim>
                                  </p:childTnLst>
                                </p:cTn>
                              </p:par>
                              <p:par>
                                <p:cTn id="50" presetID="2" presetClass="entr" presetSubtype="2" fill="hold" grpId="0" nodeType="withEffect">
                                  <p:stCondLst>
                                    <p:cond delay="800"/>
                                  </p:stCondLst>
                                  <p:childTnLst>
                                    <p:set>
                                      <p:cBhvr>
                                        <p:cTn id="51" dur="1" fill="hold">
                                          <p:stCondLst>
                                            <p:cond delay="0"/>
                                          </p:stCondLst>
                                        </p:cTn>
                                        <p:tgtEl>
                                          <p:spTgt spid="16"/>
                                        </p:tgtEl>
                                        <p:attrNameLst>
                                          <p:attrName>style.visibility</p:attrName>
                                        </p:attrNameLst>
                                      </p:cBhvr>
                                      <p:to>
                                        <p:strVal val="visible"/>
                                      </p:to>
                                    </p:set>
                                    <p:anim calcmode="lin" valueType="num">
                                      <p:cBhvr additive="base">
                                        <p:cTn id="52" dur="450" fill="hold"/>
                                        <p:tgtEl>
                                          <p:spTgt spid="16"/>
                                        </p:tgtEl>
                                        <p:attrNameLst>
                                          <p:attrName>ppt_x</p:attrName>
                                        </p:attrNameLst>
                                      </p:cBhvr>
                                      <p:tavLst>
                                        <p:tav tm="0">
                                          <p:val>
                                            <p:strVal val="1+#ppt_w/2"/>
                                          </p:val>
                                        </p:tav>
                                        <p:tav tm="100000">
                                          <p:val>
                                            <p:strVal val="#ppt_x"/>
                                          </p:val>
                                        </p:tav>
                                      </p:tavLst>
                                    </p:anim>
                                    <p:anim calcmode="lin" valueType="num">
                                      <p:cBhvr additive="base">
                                        <p:cTn id="53" dur="450" fill="hold"/>
                                        <p:tgtEl>
                                          <p:spTgt spid="16"/>
                                        </p:tgtEl>
                                        <p:attrNameLst>
                                          <p:attrName>ppt_y</p:attrName>
                                        </p:attrNameLst>
                                      </p:cBhvr>
                                      <p:tavLst>
                                        <p:tav tm="0">
                                          <p:val>
                                            <p:strVal val="#ppt_y"/>
                                          </p:val>
                                        </p:tav>
                                        <p:tav tm="100000">
                                          <p:val>
                                            <p:strVal val="#ppt_y"/>
                                          </p:val>
                                        </p:tav>
                                      </p:tavLst>
                                    </p:anim>
                                  </p:childTnLst>
                                </p:cTn>
                              </p:par>
                              <p:par>
                                <p:cTn id="54" presetID="2" presetClass="entr" presetSubtype="2" fill="hold" grpId="0" nodeType="withEffect">
                                  <p:stCondLst>
                                    <p:cond delay="800"/>
                                  </p:stCondLst>
                                  <p:childTnLst>
                                    <p:set>
                                      <p:cBhvr>
                                        <p:cTn id="55" dur="1" fill="hold">
                                          <p:stCondLst>
                                            <p:cond delay="0"/>
                                          </p:stCondLst>
                                        </p:cTn>
                                        <p:tgtEl>
                                          <p:spTgt spid="17"/>
                                        </p:tgtEl>
                                        <p:attrNameLst>
                                          <p:attrName>style.visibility</p:attrName>
                                        </p:attrNameLst>
                                      </p:cBhvr>
                                      <p:to>
                                        <p:strVal val="visible"/>
                                      </p:to>
                                    </p:set>
                                    <p:anim calcmode="lin" valueType="num">
                                      <p:cBhvr additive="base">
                                        <p:cTn id="56" dur="450" fill="hold"/>
                                        <p:tgtEl>
                                          <p:spTgt spid="17"/>
                                        </p:tgtEl>
                                        <p:attrNameLst>
                                          <p:attrName>ppt_x</p:attrName>
                                        </p:attrNameLst>
                                      </p:cBhvr>
                                      <p:tavLst>
                                        <p:tav tm="0">
                                          <p:val>
                                            <p:strVal val="1+#ppt_w/2"/>
                                          </p:val>
                                        </p:tav>
                                        <p:tav tm="100000">
                                          <p:val>
                                            <p:strVal val="#ppt_x"/>
                                          </p:val>
                                        </p:tav>
                                      </p:tavLst>
                                    </p:anim>
                                    <p:anim calcmode="lin" valueType="num">
                                      <p:cBhvr additive="base">
                                        <p:cTn id="57" dur="450" fill="hold"/>
                                        <p:tgtEl>
                                          <p:spTgt spid="17"/>
                                        </p:tgtEl>
                                        <p:attrNameLst>
                                          <p:attrName>ppt_y</p:attrName>
                                        </p:attrNameLst>
                                      </p:cBhvr>
                                      <p:tavLst>
                                        <p:tav tm="0">
                                          <p:val>
                                            <p:strVal val="#ppt_y"/>
                                          </p:val>
                                        </p:tav>
                                        <p:tav tm="100000">
                                          <p:val>
                                            <p:strVal val="#ppt_y"/>
                                          </p:val>
                                        </p:tav>
                                      </p:tavLst>
                                    </p:anim>
                                  </p:childTnLst>
                                </p:cTn>
                              </p:par>
                              <p:par>
                                <p:cTn id="58" presetID="53" presetClass="entr" presetSubtype="16" fill="hold" grpId="0" nodeType="withEffect">
                                  <p:stCondLst>
                                    <p:cond delay="899"/>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400" fill="hold"/>
                                        <p:tgtEl>
                                          <p:spTgt spid="18"/>
                                        </p:tgtEl>
                                        <p:attrNameLst>
                                          <p:attrName>ppt_w</p:attrName>
                                        </p:attrNameLst>
                                      </p:cBhvr>
                                      <p:tavLst>
                                        <p:tav tm="0">
                                          <p:val>
                                            <p:strVal val="#ppt_w*0.7"/>
                                          </p:val>
                                        </p:tav>
                                        <p:tav tm="100000">
                                          <p:val>
                                            <p:strVal val="#ppt_w"/>
                                          </p:val>
                                        </p:tav>
                                      </p:tavLst>
                                    </p:anim>
                                    <p:anim calcmode="lin" valueType="num">
                                      <p:cBhvr additive="base">
                                        <p:cTn id="61" dur="400" fill="hold"/>
                                        <p:tgtEl>
                                          <p:spTgt spid="18"/>
                                        </p:tgtEl>
                                        <p:attrNameLst>
                                          <p:attrName>ppt_h</p:attrName>
                                        </p:attrNameLst>
                                      </p:cBhvr>
                                      <p:tavLst>
                                        <p:tav tm="0">
                                          <p:val>
                                            <p:strVal val="#ppt_h*0.7"/>
                                          </p:val>
                                        </p:tav>
                                        <p:tav tm="100000">
                                          <p:val>
                                            <p:strVal val="#ppt_h"/>
                                          </p:val>
                                        </p:tav>
                                      </p:tavLst>
                                    </p:anim>
                                    <p:animEffect transition="in" filter="fade">
                                      <p:cBhvr>
                                        <p:cTn id="62" dur="400"/>
                                        <p:tgtEl>
                                          <p:spTgt spid="18"/>
                                        </p:tgtEl>
                                      </p:cBhvr>
                                    </p:animEffect>
                                  </p:childTnLst>
                                </p:cTn>
                              </p:par>
                              <p:par>
                                <p:cTn id="63" presetID="53" presetClass="entr" presetSubtype="16" fill="hold" grpId="0" nodeType="withEffect">
                                  <p:stCondLst>
                                    <p:cond delay="899"/>
                                  </p:stCondLst>
                                  <p:childTnLst>
                                    <p:set>
                                      <p:cBhvr>
                                        <p:cTn id="64" dur="1" fill="hold">
                                          <p:stCondLst>
                                            <p:cond delay="0"/>
                                          </p:stCondLst>
                                        </p:cTn>
                                        <p:tgtEl>
                                          <p:spTgt spid="19"/>
                                        </p:tgtEl>
                                        <p:attrNameLst>
                                          <p:attrName>style.visibility</p:attrName>
                                        </p:attrNameLst>
                                      </p:cBhvr>
                                      <p:to>
                                        <p:strVal val="visible"/>
                                      </p:to>
                                    </p:set>
                                    <p:anim calcmode="lin" valueType="num">
                                      <p:cBhvr additive="base">
                                        <p:cTn id="65" dur="400" fill="hold"/>
                                        <p:tgtEl>
                                          <p:spTgt spid="19"/>
                                        </p:tgtEl>
                                        <p:attrNameLst>
                                          <p:attrName>ppt_w</p:attrName>
                                        </p:attrNameLst>
                                      </p:cBhvr>
                                      <p:tavLst>
                                        <p:tav tm="0">
                                          <p:val>
                                            <p:strVal val="#ppt_w*0.7"/>
                                          </p:val>
                                        </p:tav>
                                        <p:tav tm="100000">
                                          <p:val>
                                            <p:strVal val="#ppt_w"/>
                                          </p:val>
                                        </p:tav>
                                      </p:tavLst>
                                    </p:anim>
                                    <p:anim calcmode="lin" valueType="num">
                                      <p:cBhvr additive="base">
                                        <p:cTn id="66" dur="400" fill="hold"/>
                                        <p:tgtEl>
                                          <p:spTgt spid="19"/>
                                        </p:tgtEl>
                                        <p:attrNameLst>
                                          <p:attrName>ppt_h</p:attrName>
                                        </p:attrNameLst>
                                      </p:cBhvr>
                                      <p:tavLst>
                                        <p:tav tm="0">
                                          <p:val>
                                            <p:strVal val="#ppt_h*0.7"/>
                                          </p:val>
                                        </p:tav>
                                        <p:tav tm="100000">
                                          <p:val>
                                            <p:strVal val="#ppt_h"/>
                                          </p:val>
                                        </p:tav>
                                      </p:tavLst>
                                    </p:anim>
                                    <p:animEffect transition="in" filter="fade">
                                      <p:cBhvr>
                                        <p:cTn id="67" dur="400"/>
                                        <p:tgtEl>
                                          <p:spTgt spid="19"/>
                                        </p:tgtEl>
                                      </p:cBhvr>
                                    </p:animEffect>
                                  </p:childTnLst>
                                </p:cTn>
                              </p:par>
                              <p:par>
                                <p:cTn id="68" presetID="2" presetClass="entr" presetSubtype="2" fill="hold" grpId="0" nodeType="withEffect">
                                  <p:stCondLst>
                                    <p:cond delay="100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450" fill="hold"/>
                                        <p:tgtEl>
                                          <p:spTgt spid="20"/>
                                        </p:tgtEl>
                                        <p:attrNameLst>
                                          <p:attrName>ppt_x</p:attrName>
                                        </p:attrNameLst>
                                      </p:cBhvr>
                                      <p:tavLst>
                                        <p:tav tm="0">
                                          <p:val>
                                            <p:strVal val="1+#ppt_w/2"/>
                                          </p:val>
                                        </p:tav>
                                        <p:tav tm="100000">
                                          <p:val>
                                            <p:strVal val="#ppt_x"/>
                                          </p:val>
                                        </p:tav>
                                      </p:tavLst>
                                    </p:anim>
                                    <p:anim calcmode="lin" valueType="num">
                                      <p:cBhvr additive="base">
                                        <p:cTn id="71" dur="450" fill="hold"/>
                                        <p:tgtEl>
                                          <p:spTgt spid="20"/>
                                        </p:tgtEl>
                                        <p:attrNameLst>
                                          <p:attrName>ppt_y</p:attrName>
                                        </p:attrNameLst>
                                      </p:cBhvr>
                                      <p:tavLst>
                                        <p:tav tm="0">
                                          <p:val>
                                            <p:strVal val="#ppt_y"/>
                                          </p:val>
                                        </p:tav>
                                        <p:tav tm="100000">
                                          <p:val>
                                            <p:strVal val="#ppt_y"/>
                                          </p:val>
                                        </p:tav>
                                      </p:tavLst>
                                    </p:anim>
                                  </p:childTnLst>
                                </p:cTn>
                              </p:par>
                              <p:par>
                                <p:cTn id="72" presetID="2" presetClass="entr" presetSubtype="2" fill="hold" grpId="0" nodeType="withEffect">
                                  <p:stCondLst>
                                    <p:cond delay="100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450" fill="hold"/>
                                        <p:tgtEl>
                                          <p:spTgt spid="21"/>
                                        </p:tgtEl>
                                        <p:attrNameLst>
                                          <p:attrName>ppt_x</p:attrName>
                                        </p:attrNameLst>
                                      </p:cBhvr>
                                      <p:tavLst>
                                        <p:tav tm="0">
                                          <p:val>
                                            <p:strVal val="1+#ppt_w/2"/>
                                          </p:val>
                                        </p:tav>
                                        <p:tav tm="100000">
                                          <p:val>
                                            <p:strVal val="#ppt_x"/>
                                          </p:val>
                                        </p:tav>
                                      </p:tavLst>
                                    </p:anim>
                                    <p:anim calcmode="lin" valueType="num">
                                      <p:cBhvr additive="base">
                                        <p:cTn id="75" dur="450" fill="hold"/>
                                        <p:tgtEl>
                                          <p:spTgt spid="21"/>
                                        </p:tgtEl>
                                        <p:attrNameLst>
                                          <p:attrName>ppt_y</p:attrName>
                                        </p:attrNameLst>
                                      </p:cBhvr>
                                      <p:tavLst>
                                        <p:tav tm="0">
                                          <p:val>
                                            <p:strVal val="#ppt_y"/>
                                          </p:val>
                                        </p:tav>
                                        <p:tav tm="100000">
                                          <p:val>
                                            <p:strVal val="#ppt_y"/>
                                          </p:val>
                                        </p:tav>
                                      </p:tavLst>
                                    </p:anim>
                                  </p:childTnLst>
                                </p:cTn>
                              </p:par>
                              <p:par>
                                <p:cTn id="76" presetID="2" presetClass="entr" presetSubtype="2" fill="hold" grpId="0" nodeType="withEffect">
                                  <p:stCondLst>
                                    <p:cond delay="100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450" fill="hold"/>
                                        <p:tgtEl>
                                          <p:spTgt spid="22"/>
                                        </p:tgtEl>
                                        <p:attrNameLst>
                                          <p:attrName>ppt_x</p:attrName>
                                        </p:attrNameLst>
                                      </p:cBhvr>
                                      <p:tavLst>
                                        <p:tav tm="0">
                                          <p:val>
                                            <p:strVal val="1+#ppt_w/2"/>
                                          </p:val>
                                        </p:tav>
                                        <p:tav tm="100000">
                                          <p:val>
                                            <p:strVal val="#ppt_x"/>
                                          </p:val>
                                        </p:tav>
                                      </p:tavLst>
                                    </p:anim>
                                    <p:anim calcmode="lin" valueType="num">
                                      <p:cBhvr additive="base">
                                        <p:cTn id="79" dur="450" fill="hold"/>
                                        <p:tgtEl>
                                          <p:spTgt spid="22"/>
                                        </p:tgtEl>
                                        <p:attrNameLst>
                                          <p:attrName>ppt_y</p:attrName>
                                        </p:attrNameLst>
                                      </p:cBhvr>
                                      <p:tavLst>
                                        <p:tav tm="0">
                                          <p:val>
                                            <p:strVal val="#ppt_y"/>
                                          </p:val>
                                        </p:tav>
                                        <p:tav tm="100000">
                                          <p:val>
                                            <p:strVal val="#ppt_y"/>
                                          </p:val>
                                        </p:tav>
                                      </p:tavLst>
                                    </p:anim>
                                  </p:childTnLst>
                                </p:cTn>
                              </p:par>
                              <p:par>
                                <p:cTn id="80" presetID="2" presetClass="entr" presetSubtype="2" fill="hold" grpId="0" nodeType="withEffect">
                                  <p:stCondLst>
                                    <p:cond delay="100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450" fill="hold"/>
                                        <p:tgtEl>
                                          <p:spTgt spid="23"/>
                                        </p:tgtEl>
                                        <p:attrNameLst>
                                          <p:attrName>ppt_x</p:attrName>
                                        </p:attrNameLst>
                                      </p:cBhvr>
                                      <p:tavLst>
                                        <p:tav tm="0">
                                          <p:val>
                                            <p:strVal val="1+#ppt_w/2"/>
                                          </p:val>
                                        </p:tav>
                                        <p:tav tm="100000">
                                          <p:val>
                                            <p:strVal val="#ppt_x"/>
                                          </p:val>
                                        </p:tav>
                                      </p:tavLst>
                                    </p:anim>
                                    <p:anim calcmode="lin" valueType="num">
                                      <p:cBhvr additive="base">
                                        <p:cTn id="83" dur="450" fill="hold"/>
                                        <p:tgtEl>
                                          <p:spTgt spid="23"/>
                                        </p:tgtEl>
                                        <p:attrNameLst>
                                          <p:attrName>ppt_y</p:attrName>
                                        </p:attrNameLst>
                                      </p:cBhvr>
                                      <p:tavLst>
                                        <p:tav tm="0">
                                          <p:val>
                                            <p:strVal val="#ppt_y"/>
                                          </p:val>
                                        </p:tav>
                                        <p:tav tm="100000">
                                          <p:val>
                                            <p:strVal val="#ppt_y"/>
                                          </p:val>
                                        </p:tav>
                                      </p:tavLst>
                                    </p:anim>
                                  </p:childTnLst>
                                </p:cTn>
                              </p:par>
                              <p:par>
                                <p:cTn id="84" presetID="53" presetClass="entr" presetSubtype="16" fill="hold" grpId="0" nodeType="withEffect">
                                  <p:stCondLst>
                                    <p:cond delay="1099"/>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400" fill="hold"/>
                                        <p:tgtEl>
                                          <p:spTgt spid="24"/>
                                        </p:tgtEl>
                                        <p:attrNameLst>
                                          <p:attrName>ppt_w</p:attrName>
                                        </p:attrNameLst>
                                      </p:cBhvr>
                                      <p:tavLst>
                                        <p:tav tm="0">
                                          <p:val>
                                            <p:strVal val="#ppt_w*0.7"/>
                                          </p:val>
                                        </p:tav>
                                        <p:tav tm="100000">
                                          <p:val>
                                            <p:strVal val="#ppt_w"/>
                                          </p:val>
                                        </p:tav>
                                      </p:tavLst>
                                    </p:anim>
                                    <p:anim calcmode="lin" valueType="num">
                                      <p:cBhvr additive="base">
                                        <p:cTn id="87" dur="400" fill="hold"/>
                                        <p:tgtEl>
                                          <p:spTgt spid="24"/>
                                        </p:tgtEl>
                                        <p:attrNameLst>
                                          <p:attrName>ppt_h</p:attrName>
                                        </p:attrNameLst>
                                      </p:cBhvr>
                                      <p:tavLst>
                                        <p:tav tm="0">
                                          <p:val>
                                            <p:strVal val="#ppt_h*0.7"/>
                                          </p:val>
                                        </p:tav>
                                        <p:tav tm="100000">
                                          <p:val>
                                            <p:strVal val="#ppt_h"/>
                                          </p:val>
                                        </p:tav>
                                      </p:tavLst>
                                    </p:anim>
                                    <p:animEffect transition="in" filter="fade">
                                      <p:cBhvr>
                                        <p:cTn id="88" dur="400"/>
                                        <p:tgtEl>
                                          <p:spTgt spid="24"/>
                                        </p:tgtEl>
                                      </p:cBhvr>
                                    </p:animEffect>
                                  </p:childTnLst>
                                </p:cTn>
                              </p:par>
                              <p:par>
                                <p:cTn id="89" presetID="53" presetClass="entr" presetSubtype="16" fill="hold" grpId="0" nodeType="withEffect">
                                  <p:stCondLst>
                                    <p:cond delay="1099"/>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400" fill="hold"/>
                                        <p:tgtEl>
                                          <p:spTgt spid="25"/>
                                        </p:tgtEl>
                                        <p:attrNameLst>
                                          <p:attrName>ppt_w</p:attrName>
                                        </p:attrNameLst>
                                      </p:cBhvr>
                                      <p:tavLst>
                                        <p:tav tm="0">
                                          <p:val>
                                            <p:strVal val="#ppt_w*0.7"/>
                                          </p:val>
                                        </p:tav>
                                        <p:tav tm="100000">
                                          <p:val>
                                            <p:strVal val="#ppt_w"/>
                                          </p:val>
                                        </p:tav>
                                      </p:tavLst>
                                    </p:anim>
                                    <p:anim calcmode="lin" valueType="num">
                                      <p:cBhvr additive="base">
                                        <p:cTn id="92" dur="400" fill="hold"/>
                                        <p:tgtEl>
                                          <p:spTgt spid="25"/>
                                        </p:tgtEl>
                                        <p:attrNameLst>
                                          <p:attrName>ppt_h</p:attrName>
                                        </p:attrNameLst>
                                      </p:cBhvr>
                                      <p:tavLst>
                                        <p:tav tm="0">
                                          <p:val>
                                            <p:strVal val="#ppt_h*0.7"/>
                                          </p:val>
                                        </p:tav>
                                        <p:tav tm="100000">
                                          <p:val>
                                            <p:strVal val="#ppt_h"/>
                                          </p:val>
                                        </p:tav>
                                      </p:tavLst>
                                    </p:anim>
                                    <p:animEffect transition="in" filter="fade">
                                      <p:cBhvr>
                                        <p:cTn id="93" dur="400"/>
                                        <p:tgtEl>
                                          <p:spTgt spid="25"/>
                                        </p:tgtEl>
                                      </p:cBhvr>
                                    </p:animEffect>
                                  </p:childTnLst>
                                </p:cTn>
                              </p:par>
                              <p:par>
                                <p:cTn id="94" presetID="2" presetClass="entr" presetSubtype="2" fill="hold" grpId="0" nodeType="withEffect">
                                  <p:stCondLst>
                                    <p:cond delay="1200"/>
                                  </p:stCondLst>
                                  <p:childTnLst>
                                    <p:set>
                                      <p:cBhvr>
                                        <p:cTn id="95" dur="1" fill="hold">
                                          <p:stCondLst>
                                            <p:cond delay="0"/>
                                          </p:stCondLst>
                                        </p:cTn>
                                        <p:tgtEl>
                                          <p:spTgt spid="26"/>
                                        </p:tgtEl>
                                        <p:attrNameLst>
                                          <p:attrName>style.visibility</p:attrName>
                                        </p:attrNameLst>
                                      </p:cBhvr>
                                      <p:to>
                                        <p:strVal val="visible"/>
                                      </p:to>
                                    </p:set>
                                    <p:anim calcmode="lin" valueType="num">
                                      <p:cBhvr additive="base">
                                        <p:cTn id="96" dur="450" fill="hold"/>
                                        <p:tgtEl>
                                          <p:spTgt spid="26"/>
                                        </p:tgtEl>
                                        <p:attrNameLst>
                                          <p:attrName>ppt_x</p:attrName>
                                        </p:attrNameLst>
                                      </p:cBhvr>
                                      <p:tavLst>
                                        <p:tav tm="0">
                                          <p:val>
                                            <p:strVal val="1+#ppt_w/2"/>
                                          </p:val>
                                        </p:tav>
                                        <p:tav tm="100000">
                                          <p:val>
                                            <p:strVal val="#ppt_x"/>
                                          </p:val>
                                        </p:tav>
                                      </p:tavLst>
                                    </p:anim>
                                    <p:anim calcmode="lin" valueType="num">
                                      <p:cBhvr additive="base">
                                        <p:cTn id="97" dur="450" fill="hold"/>
                                        <p:tgtEl>
                                          <p:spTgt spid="26"/>
                                        </p:tgtEl>
                                        <p:attrNameLst>
                                          <p:attrName>ppt_y</p:attrName>
                                        </p:attrNameLst>
                                      </p:cBhvr>
                                      <p:tavLst>
                                        <p:tav tm="0">
                                          <p:val>
                                            <p:strVal val="#ppt_y"/>
                                          </p:val>
                                        </p:tav>
                                        <p:tav tm="100000">
                                          <p:val>
                                            <p:strVal val="#ppt_y"/>
                                          </p:val>
                                        </p:tav>
                                      </p:tavLst>
                                    </p:anim>
                                  </p:childTnLst>
                                </p:cTn>
                              </p:par>
                              <p:par>
                                <p:cTn id="98" presetID="2" presetClass="entr" presetSubtype="2" fill="hold" grpId="0" nodeType="withEffect">
                                  <p:stCondLst>
                                    <p:cond delay="1200"/>
                                  </p:stCondLst>
                                  <p:childTnLst>
                                    <p:set>
                                      <p:cBhvr>
                                        <p:cTn id="99" dur="1" fill="hold">
                                          <p:stCondLst>
                                            <p:cond delay="0"/>
                                          </p:stCondLst>
                                        </p:cTn>
                                        <p:tgtEl>
                                          <p:spTgt spid="27"/>
                                        </p:tgtEl>
                                        <p:attrNameLst>
                                          <p:attrName>style.visibility</p:attrName>
                                        </p:attrNameLst>
                                      </p:cBhvr>
                                      <p:to>
                                        <p:strVal val="visible"/>
                                      </p:to>
                                    </p:set>
                                    <p:anim calcmode="lin" valueType="num">
                                      <p:cBhvr additive="base">
                                        <p:cTn id="100" dur="450" fill="hold"/>
                                        <p:tgtEl>
                                          <p:spTgt spid="27"/>
                                        </p:tgtEl>
                                        <p:attrNameLst>
                                          <p:attrName>ppt_x</p:attrName>
                                        </p:attrNameLst>
                                      </p:cBhvr>
                                      <p:tavLst>
                                        <p:tav tm="0">
                                          <p:val>
                                            <p:strVal val="1+#ppt_w/2"/>
                                          </p:val>
                                        </p:tav>
                                        <p:tav tm="100000">
                                          <p:val>
                                            <p:strVal val="#ppt_x"/>
                                          </p:val>
                                        </p:tav>
                                      </p:tavLst>
                                    </p:anim>
                                    <p:anim calcmode="lin" valueType="num">
                                      <p:cBhvr additive="base">
                                        <p:cTn id="101" dur="450" fill="hold"/>
                                        <p:tgtEl>
                                          <p:spTgt spid="27"/>
                                        </p:tgtEl>
                                        <p:attrNameLst>
                                          <p:attrName>ppt_y</p:attrName>
                                        </p:attrNameLst>
                                      </p:cBhvr>
                                      <p:tavLst>
                                        <p:tav tm="0">
                                          <p:val>
                                            <p:strVal val="#ppt_y"/>
                                          </p:val>
                                        </p:tav>
                                        <p:tav tm="100000">
                                          <p:val>
                                            <p:strVal val="#ppt_y"/>
                                          </p:val>
                                        </p:tav>
                                      </p:tavLst>
                                    </p:anim>
                                  </p:childTnLst>
                                </p:cTn>
                              </p:par>
                              <p:par>
                                <p:cTn id="102" presetID="2" presetClass="entr" presetSubtype="2" fill="hold" grpId="0" nodeType="withEffect">
                                  <p:stCondLst>
                                    <p:cond delay="1200"/>
                                  </p:stCondLst>
                                  <p:childTnLst>
                                    <p:set>
                                      <p:cBhvr>
                                        <p:cTn id="103" dur="1" fill="hold">
                                          <p:stCondLst>
                                            <p:cond delay="0"/>
                                          </p:stCondLst>
                                        </p:cTn>
                                        <p:tgtEl>
                                          <p:spTgt spid="28"/>
                                        </p:tgtEl>
                                        <p:attrNameLst>
                                          <p:attrName>style.visibility</p:attrName>
                                        </p:attrNameLst>
                                      </p:cBhvr>
                                      <p:to>
                                        <p:strVal val="visible"/>
                                      </p:to>
                                    </p:set>
                                    <p:anim calcmode="lin" valueType="num">
                                      <p:cBhvr additive="base">
                                        <p:cTn id="104" dur="450" fill="hold"/>
                                        <p:tgtEl>
                                          <p:spTgt spid="28"/>
                                        </p:tgtEl>
                                        <p:attrNameLst>
                                          <p:attrName>ppt_x</p:attrName>
                                        </p:attrNameLst>
                                      </p:cBhvr>
                                      <p:tavLst>
                                        <p:tav tm="0">
                                          <p:val>
                                            <p:strVal val="1+#ppt_w/2"/>
                                          </p:val>
                                        </p:tav>
                                        <p:tav tm="100000">
                                          <p:val>
                                            <p:strVal val="#ppt_x"/>
                                          </p:val>
                                        </p:tav>
                                      </p:tavLst>
                                    </p:anim>
                                    <p:anim calcmode="lin" valueType="num">
                                      <p:cBhvr additive="base">
                                        <p:cTn id="105" dur="450" fill="hold"/>
                                        <p:tgtEl>
                                          <p:spTgt spid="28"/>
                                        </p:tgtEl>
                                        <p:attrNameLst>
                                          <p:attrName>ppt_y</p:attrName>
                                        </p:attrNameLst>
                                      </p:cBhvr>
                                      <p:tavLst>
                                        <p:tav tm="0">
                                          <p:val>
                                            <p:strVal val="#ppt_y"/>
                                          </p:val>
                                        </p:tav>
                                        <p:tav tm="100000">
                                          <p:val>
                                            <p:strVal val="#ppt_y"/>
                                          </p:val>
                                        </p:tav>
                                      </p:tavLst>
                                    </p:anim>
                                  </p:childTnLst>
                                </p:cTn>
                              </p:par>
                              <p:par>
                                <p:cTn id="106" presetID="2" presetClass="entr" presetSubtype="2" fill="hold" grpId="0" nodeType="withEffect">
                                  <p:stCondLst>
                                    <p:cond delay="1200"/>
                                  </p:stCondLst>
                                  <p:childTnLst>
                                    <p:set>
                                      <p:cBhvr>
                                        <p:cTn id="107" dur="1" fill="hold">
                                          <p:stCondLst>
                                            <p:cond delay="0"/>
                                          </p:stCondLst>
                                        </p:cTn>
                                        <p:tgtEl>
                                          <p:spTgt spid="29"/>
                                        </p:tgtEl>
                                        <p:attrNameLst>
                                          <p:attrName>style.visibility</p:attrName>
                                        </p:attrNameLst>
                                      </p:cBhvr>
                                      <p:to>
                                        <p:strVal val="visible"/>
                                      </p:to>
                                    </p:set>
                                    <p:anim calcmode="lin" valueType="num">
                                      <p:cBhvr additive="base">
                                        <p:cTn id="108" dur="450" fill="hold"/>
                                        <p:tgtEl>
                                          <p:spTgt spid="29"/>
                                        </p:tgtEl>
                                        <p:attrNameLst>
                                          <p:attrName>ppt_x</p:attrName>
                                        </p:attrNameLst>
                                      </p:cBhvr>
                                      <p:tavLst>
                                        <p:tav tm="0">
                                          <p:val>
                                            <p:strVal val="1+#ppt_w/2"/>
                                          </p:val>
                                        </p:tav>
                                        <p:tav tm="100000">
                                          <p:val>
                                            <p:strVal val="#ppt_x"/>
                                          </p:val>
                                        </p:tav>
                                      </p:tavLst>
                                    </p:anim>
                                    <p:anim calcmode="lin" valueType="num">
                                      <p:cBhvr additive="base">
                                        <p:cTn id="109" dur="450" fill="hold"/>
                                        <p:tgtEl>
                                          <p:spTgt spid="2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3" grpId="0" animBg="1"/>
      <p:bldP spid="14" grpId="0" animBg="1"/>
      <p:bldP spid="15" grpId="0" animBg="1"/>
      <p:bldP spid="16" grpId="0" animBg="1"/>
      <p:bldP spid="17"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32A1B"/>
        </a:solidFill>
        <a:effectLst/>
      </p:bgPr>
    </p:bg>
    <p:spTree>
      <p:nvGrpSpPr>
        <p:cNvPr id="1" name=""/>
        <p:cNvGrpSpPr/>
        <p:nvPr/>
      </p:nvGrpSpPr>
      <p:grpSpPr/>
      <p:pic>
        <p:nvPicPr>
          <p:cNvPr id="2" name="!!bg" descr="cover_207D08032A1Bc.jpg"/>
          <p:cNvPicPr>
            <a:picLocks noChangeAspect="1"/>
          </p:cNvPicPr>
          <p:nvPr/>
        </p:nvPicPr>
        <p:blipFill>
          <a:blip r:embed="rId2"/>
          <a:srcRect l="1" r="1"/>
          <a:stretch>
            <a:fillRect/>
          </a:stretch>
        </p:blipFill>
        <p:spPr>
          <a:xfrm>
            <a:off x="0" y="0"/>
            <a:ext cx="12191695" cy="6858000"/>
          </a:xfrm>
          <a:prstGeom prst="rect">
            <a:avLst/>
          </a:prstGeom>
        </p:spPr>
      </p:pic>
      <p:pic>
        <p:nvPicPr>
          <p:cNvPr id="3" name="!!emblem" descr="emblem_ff66a6_207D08032A1BcCDEFA0.png"/>
          <p:cNvPicPr>
            <a:picLocks noChangeAspect="1"/>
          </p:cNvPicPr>
          <p:nvPr/>
        </p:nvPicPr>
        <p:blipFill>
          <a:blip r:embed="rId3"/>
          <a:srcRect/>
          <a:stretch>
            <a:fillRect/>
          </a:stretch>
        </p:blipFill>
        <p:spPr>
          <a:xfrm>
            <a:off x="7680960" y="685800"/>
            <a:ext cx="3840480" cy="3840480"/>
          </a:xfrm>
          <a:prstGeom prst="rect">
            <a:avLst/>
          </a:prstGeom>
        </p:spPr>
      </p:pic>
      <p:sp>
        <p:nvSpPr>
          <p:cNvPr id="4" name="!!l2"/>
          <p:cNvSpPr txBox="1"/>
          <p:nvPr/>
        </p:nvSpPr>
        <p:spPr>
          <a:xfrm>
            <a:off x="548640" y="1463040"/>
            <a:ext cx="6400800" cy="1040130"/>
          </a:xfrm>
          <a:prstGeom prst="rect">
            <a:avLst/>
          </a:prstGeom>
          <a:noFill/>
        </p:spPr>
        <p:txBody>
          <a:bodyPr wrap="none" lIns="0" rIns="0" tIns="0" bIns="0" anchor="t">
            <a:noAutofit/>
          </a:bodyPr>
          <a:lstStyle/>
          <a:p>
            <a:pPr algn="l">
              <a:lnSpc>
                <a:spcPct val="100000"/>
              </a:lnSpc>
            </a:pPr>
            <a:r>
              <a:rPr sz="6300" b="1" i="0">
                <a:solidFill>
                  <a:srgbClr val="FFFFFF"/>
                </a:solidFill>
                <a:effectLst>
                  <a:glow rad="109728">
                    <a:srgbClr val="7FC211">
                      <a:alpha val="35000"/>
                    </a:srgbClr>
                  </a:glow>
                </a:effectLst>
                <a:latin typeface="Lexend Exa"/>
                <a:ea typeface="Lexend Exa"/>
                <a:cs typeface="Lexend Exa"/>
              </a:rPr>
              <a:t>XIN CẢM ƠN</a:t>
            </a:r>
          </a:p>
        </p:txBody>
      </p:sp>
      <p:sp>
        <p:nvSpPr>
          <p:cNvPr id="5" name="TextBox 4"/>
          <p:cNvSpPr txBox="1"/>
          <p:nvPr/>
        </p:nvSpPr>
        <p:spPr>
          <a:xfrm>
            <a:off x="548640" y="2503170"/>
            <a:ext cx="6035040" cy="457200"/>
          </a:xfrm>
          <a:prstGeom prst="rect">
            <a:avLst/>
          </a:prstGeom>
          <a:noFill/>
        </p:spPr>
        <p:txBody>
          <a:bodyPr wrap="square" lIns="0" rIns="0" tIns="0" bIns="0" anchor="t">
            <a:noAutofit/>
          </a:bodyPr>
          <a:lstStyle/>
          <a:p>
            <a:pPr algn="l"/>
            <a:r>
              <a:rPr sz="1600" b="0" i="0">
                <a:solidFill>
                  <a:srgbClr val="E6EEFF"/>
                </a:solidFill>
                <a:latin typeface="Be Vietnam Pro"/>
                <a:ea typeface="Be Vietnam Pro"/>
                <a:cs typeface="Be Vietnam Pro"/>
              </a:rPr>
              <a:t>Viện STP – Đồng hành cùng phát triển bền vững</a:t>
            </a:r>
          </a:p>
        </p:txBody>
      </p:sp>
      <p:pic>
        <p:nvPicPr>
          <p:cNvPr id="6" name="Picture 5" descr="globe_FFFFFF.png"/>
          <p:cNvPicPr>
            <a:picLocks noChangeAspect="1"/>
          </p:cNvPicPr>
          <p:nvPr/>
        </p:nvPicPr>
        <p:blipFill>
          <a:blip r:embed="rId4"/>
          <a:stretch>
            <a:fillRect/>
          </a:stretch>
        </p:blipFill>
        <p:spPr>
          <a:xfrm>
            <a:off x="548640" y="3328416"/>
            <a:ext cx="292608" cy="292608"/>
          </a:xfrm>
          <a:prstGeom prst="rect">
            <a:avLst/>
          </a:prstGeom>
        </p:spPr>
      </p:pic>
      <p:sp>
        <p:nvSpPr>
          <p:cNvPr id="7" name="TextBox 6"/>
          <p:cNvSpPr txBox="1"/>
          <p:nvPr/>
        </p:nvSpPr>
        <p:spPr>
          <a:xfrm>
            <a:off x="1005840" y="3291840"/>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www.vienstp.com</a:t>
            </a:r>
          </a:p>
        </p:txBody>
      </p:sp>
      <p:pic>
        <p:nvPicPr>
          <p:cNvPr id="8" name="Picture 7" descr="mail_FFFFFF.png"/>
          <p:cNvPicPr>
            <a:picLocks noChangeAspect="1"/>
          </p:cNvPicPr>
          <p:nvPr/>
        </p:nvPicPr>
        <p:blipFill>
          <a:blip r:embed="rId5"/>
          <a:stretch>
            <a:fillRect/>
          </a:stretch>
        </p:blipFill>
        <p:spPr>
          <a:xfrm>
            <a:off x="548640" y="3803904"/>
            <a:ext cx="292608" cy="292608"/>
          </a:xfrm>
          <a:prstGeom prst="rect">
            <a:avLst/>
          </a:prstGeom>
        </p:spPr>
      </p:pic>
      <p:sp>
        <p:nvSpPr>
          <p:cNvPr id="9" name="TextBox 8"/>
          <p:cNvSpPr txBox="1"/>
          <p:nvPr/>
        </p:nvSpPr>
        <p:spPr>
          <a:xfrm>
            <a:off x="1005840" y="3767328"/>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viencongnghestp@gmail.com</a:t>
            </a:r>
          </a:p>
        </p:txBody>
      </p:sp>
      <p:pic>
        <p:nvPicPr>
          <p:cNvPr id="10" name="Picture 9" descr="phone_FFFFFF.png"/>
          <p:cNvPicPr>
            <a:picLocks noChangeAspect="1"/>
          </p:cNvPicPr>
          <p:nvPr/>
        </p:nvPicPr>
        <p:blipFill>
          <a:blip r:embed="rId6"/>
          <a:stretch>
            <a:fillRect/>
          </a:stretch>
        </p:blipFill>
        <p:spPr>
          <a:xfrm>
            <a:off x="548640" y="4279392"/>
            <a:ext cx="292608" cy="292608"/>
          </a:xfrm>
          <a:prstGeom prst="rect">
            <a:avLst/>
          </a:prstGeom>
        </p:spPr>
      </p:pic>
      <p:sp>
        <p:nvSpPr>
          <p:cNvPr id="11" name="TextBox 10"/>
          <p:cNvSpPr txBox="1"/>
          <p:nvPr/>
        </p:nvSpPr>
        <p:spPr>
          <a:xfrm>
            <a:off x="1005840" y="4242816"/>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0827.695.368 · 0968.702.701</a:t>
            </a:r>
          </a:p>
        </p:txBody>
      </p:sp>
      <p:pic>
        <p:nvPicPr>
          <p:cNvPr id="12" name="Picture 11" descr="map-pin_FFFFFF.png"/>
          <p:cNvPicPr>
            <a:picLocks noChangeAspect="1"/>
          </p:cNvPicPr>
          <p:nvPr/>
        </p:nvPicPr>
        <p:blipFill>
          <a:blip r:embed="rId7"/>
          <a:stretch>
            <a:fillRect/>
          </a:stretch>
        </p:blipFill>
        <p:spPr>
          <a:xfrm>
            <a:off x="548640" y="4754880"/>
            <a:ext cx="292608" cy="292608"/>
          </a:xfrm>
          <a:prstGeom prst="rect">
            <a:avLst/>
          </a:prstGeom>
        </p:spPr>
      </p:pic>
      <p:sp>
        <p:nvSpPr>
          <p:cNvPr id="13" name="TextBox 12"/>
          <p:cNvSpPr txBox="1"/>
          <p:nvPr/>
        </p:nvSpPr>
        <p:spPr>
          <a:xfrm>
            <a:off x="1005840" y="4718304"/>
            <a:ext cx="5669280" cy="384048"/>
          </a:xfrm>
          <a:prstGeom prst="rect">
            <a:avLst/>
          </a:prstGeom>
          <a:noFill/>
        </p:spPr>
        <p:txBody>
          <a:bodyPr wrap="square" lIns="0" rIns="0" tIns="0" bIns="0" anchor="ctr">
            <a:noAutofit/>
          </a:bodyPr>
          <a:lstStyle/>
          <a:p>
            <a:pPr algn="l"/>
            <a:r>
              <a:rPr sz="1300" b="0" i="0">
                <a:solidFill>
                  <a:srgbClr val="FFFFFF"/>
                </a:solidFill>
                <a:latin typeface="Be Vietnam Pro SemiBold"/>
                <a:ea typeface="Be Vietnam Pro SemiBold"/>
                <a:cs typeface="Be Vietnam Pro SemiBold"/>
              </a:rPr>
              <a:t>Tầng 12, Diamond Flower, 48 Lê Văn Lương, Hà Nội</a:t>
            </a:r>
          </a:p>
        </p:txBody>
      </p:sp>
      <p:pic>
        <p:nvPicPr>
          <p:cNvPr id="14" name="!!logo_mark" descr="logo_stp.png"/>
          <p:cNvPicPr>
            <a:picLocks noChangeAspect="1"/>
          </p:cNvPicPr>
          <p:nvPr/>
        </p:nvPicPr>
        <p:blipFill>
          <a:blip r:embed="rId8"/>
          <a:stretch>
            <a:fillRect/>
          </a:stretch>
        </p:blipFill>
        <p:spPr>
          <a:xfrm>
            <a:off x="548640" y="356616"/>
            <a:ext cx="493776" cy="493776"/>
          </a:xfrm>
          <a:prstGeom prst="rect">
            <a:avLst/>
          </a:prstGeom>
        </p:spPr>
      </p:pic>
      <p:sp>
        <p:nvSpPr>
          <p:cNvPr id="15" name="!!logo_name"/>
          <p:cNvSpPr txBox="1"/>
          <p:nvPr/>
        </p:nvSpPr>
        <p:spPr>
          <a:xfrm>
            <a:off x="1097280" y="411480"/>
            <a:ext cx="1072684" cy="384048"/>
          </a:xfrm>
          <a:prstGeom prst="rect">
            <a:avLst/>
          </a:prstGeom>
          <a:noFill/>
        </p:spPr>
        <p:txBody>
          <a:bodyPr wrap="none" lIns="0" rIns="0" tIns="0" bIns="0" anchor="ctr">
            <a:noAutofit/>
          </a:bodyPr>
          <a:lstStyle/>
          <a:p>
            <a:pPr algn="l"/>
            <a:r>
              <a:rPr sz="1100" b="1" i="0" spc="150">
                <a:solidFill>
                  <a:srgbClr val="FFFFFF"/>
                </a:solidFill>
                <a:latin typeface="Lexend Exa"/>
                <a:ea typeface="Lexend Exa"/>
                <a:cs typeface="Lexend Exa"/>
              </a:rPr>
              <a:t>VIỆN STP</a:t>
            </a:r>
          </a:p>
        </p:txBody>
      </p:sp>
      <p:sp>
        <p:nvSpPr>
          <p:cNvPr id="16" name="Rounded Rectangle 15"/>
          <p:cNvSpPr/>
          <p:nvPr/>
        </p:nvSpPr>
        <p:spPr>
          <a:xfrm>
            <a:off x="8823960" y="4572000"/>
            <a:ext cx="1554480" cy="1828800"/>
          </a:xfrm>
          <a:prstGeom prst="roundRect">
            <a:avLst>
              <a:gd name="adj" fmla="val 7058"/>
            </a:avLst>
          </a:prstGeom>
          <a:solidFill>
            <a:srgbClr val="FFFFFF"/>
          </a:solidFill>
          <a:ln>
            <a:noFill/>
          </a:ln>
          <a:effectLst>
            <a:outerShdw blurRad="320040" dist="91440" dir="5400000" algn="ctr" rotWithShape="0">
              <a:srgbClr val="000000">
                <a:alpha val="35000"/>
              </a:srgbClr>
            </a:outerShdw>
          </a:effectLst>
        </p:spPr>
        <p:style>
          <a:lnRef idx="1">
            <a:schemeClr val="accent1"/>
          </a:lnRef>
          <a:fillRef idx="3">
            <a:schemeClr val="accent1"/>
          </a:fillRef>
          <a:effectRef idx="0">
            <a:schemeClr val="accent1"/>
          </a:effectRef>
          <a:fontRef idx="minor">
            <a:schemeClr val="lt1"/>
          </a:fontRef>
        </p:style>
        <p:txBody>
          <a:bodyPr rtlCol="0" anchor="ctr" lIns="0" rIns="0" tIns="0" bIns="0"/>
          <a:lstStyle/>
          <a:p>
            <a:pPr algn="ctr"/>
          </a:p>
        </p:txBody>
      </p:sp>
      <p:pic>
        <p:nvPicPr>
          <p:cNvPr id="17" name="Picture 16" descr="qr_stp.png"/>
          <p:cNvPicPr>
            <a:picLocks noChangeAspect="1"/>
          </p:cNvPicPr>
          <p:nvPr/>
        </p:nvPicPr>
        <p:blipFill>
          <a:blip r:embed="rId9"/>
          <a:srcRect/>
          <a:stretch>
            <a:fillRect/>
          </a:stretch>
        </p:blipFill>
        <p:spPr>
          <a:xfrm>
            <a:off x="8961120" y="4690872"/>
            <a:ext cx="1280160" cy="1280160"/>
          </a:xfrm>
          <a:prstGeom prst="rect">
            <a:avLst/>
          </a:prstGeom>
        </p:spPr>
      </p:pic>
      <p:sp>
        <p:nvSpPr>
          <p:cNvPr id="18" name="TextBox 17"/>
          <p:cNvSpPr txBox="1"/>
          <p:nvPr/>
        </p:nvSpPr>
        <p:spPr>
          <a:xfrm>
            <a:off x="8823960" y="5989320"/>
            <a:ext cx="1554480" cy="320040"/>
          </a:xfrm>
          <a:prstGeom prst="rect">
            <a:avLst/>
          </a:prstGeom>
          <a:noFill/>
        </p:spPr>
        <p:txBody>
          <a:bodyPr wrap="square" lIns="0" rIns="0" tIns="0" bIns="0" anchor="ctr">
            <a:noAutofit/>
          </a:bodyPr>
          <a:lstStyle/>
          <a:p>
            <a:pPr algn="ctr"/>
            <a:r>
              <a:rPr sz="950" b="0" i="0">
                <a:solidFill>
                  <a:srgbClr val="0D2B1C"/>
                </a:solidFill>
                <a:latin typeface="Be Vietnam Pro SemiBold"/>
                <a:ea typeface="Be Vietnam Pro SemiBold"/>
                <a:cs typeface="Be Vietnam Pro SemiBold"/>
              </a:rPr>
              <a:t>Quét mã QR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3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1000" fill="hold"/>
                                        <p:tgtEl>
                                          <p:spTgt spid="3"/>
                                        </p:tgtEl>
                                        <p:attrNameLst>
                                          <p:attrName>ppt_w</p:attrName>
                                        </p:attrNameLst>
                                      </p:cBhvr>
                                      <p:tavLst>
                                        <p:tav tm="0">
                                          <p:val>
                                            <p:strVal val="#ppt_w*0.7"/>
                                          </p:val>
                                        </p:tav>
                                        <p:tav tm="100000">
                                          <p:val>
                                            <p:strVal val="#ppt_w"/>
                                          </p:val>
                                        </p:tav>
                                      </p:tavLst>
                                    </p:anim>
                                    <p:anim calcmode="lin" valueType="num">
                                      <p:cBhvr additive="base">
                                        <p:cTn id="8" dur="1000" fill="hold"/>
                                        <p:tgtEl>
                                          <p:spTgt spid="3"/>
                                        </p:tgtEl>
                                        <p:attrNameLst>
                                          <p:attrName>ppt_h</p:attrName>
                                        </p:attrNameLst>
                                      </p:cBhvr>
                                      <p:tavLst>
                                        <p:tav tm="0">
                                          <p:val>
                                            <p:strVal val="#ppt_h*0.7"/>
                                          </p:val>
                                        </p:tav>
                                        <p:tav tm="100000">
                                          <p:val>
                                            <p:strVal val="#ppt_h"/>
                                          </p:val>
                                        </p:tav>
                                      </p:tavLst>
                                    </p:anim>
                                    <p:animEffect transition="in" filter="fade">
                                      <p:cBhvr>
                                        <p:cTn id="9" dur="1000"/>
                                        <p:tgtEl>
                                          <p:spTgt spid="3"/>
                                        </p:tgtEl>
                                      </p:cBhvr>
                                    </p:animEffect>
                                  </p:childTnLst>
                                </p:cTn>
                              </p:par>
                              <p:par>
                                <p:cTn id="10" presetID="10" presetClass="entr" presetSubtype="0" fill="hold" grpId="0" nodeType="withEffect">
                                  <p:stCondLst>
                                    <p:cond delay="20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400"/>
                                        <p:tgtEl>
                                          <p:spTgt spid="14"/>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400"/>
                                        <p:tgtEl>
                                          <p:spTgt spid="15"/>
                                        </p:tgtEl>
                                      </p:cBhvr>
                                    </p:animEffect>
                                  </p:childTnLst>
                                </p:cTn>
                              </p:par>
                              <p:par>
                                <p:cTn id="16" presetID="42" presetClass="entr" presetSubtype="0" fill="hold" grpId="0" nodeType="withEffect">
                                  <p:stCondLst>
                                    <p:cond delay="4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800"/>
                                        <p:tgtEl>
                                          <p:spTgt spid="4"/>
                                        </p:tgtEl>
                                      </p:cBhvr>
                                    </p:animEffect>
                                    <p:anim calcmode="lin" valueType="num">
                                      <p:cBhvr additive="base">
                                        <p:cTn id="19" dur="800" fill="hold"/>
                                        <p:tgtEl>
                                          <p:spTgt spid="4"/>
                                        </p:tgtEl>
                                        <p:attrNameLst>
                                          <p:attrName>ppt_x</p:attrName>
                                        </p:attrNameLst>
                                      </p:cBhvr>
                                      <p:tavLst>
                                        <p:tav tm="0">
                                          <p:val>
                                            <p:strVal val="#ppt_x"/>
                                          </p:val>
                                        </p:tav>
                                        <p:tav tm="100000">
                                          <p:val>
                                            <p:strVal val="#ppt_x"/>
                                          </p:val>
                                        </p:tav>
                                      </p:tavLst>
                                    </p:anim>
                                    <p:anim calcmode="lin" valueType="num">
                                      <p:cBhvr additive="base">
                                        <p:cTn id="20" dur="800" fill="hold"/>
                                        <p:tgtEl>
                                          <p:spTgt spid="4"/>
                                        </p:tgtEl>
                                        <p:attrNameLst>
                                          <p:attrName>ppt_y</p:attrName>
                                        </p:attrNameLst>
                                      </p:cBhvr>
                                      <p:tavLst>
                                        <p:tav tm="0">
                                          <p:val>
                                            <p:strVal val="#ppt_y+.06"/>
                                          </p:val>
                                        </p:tav>
                                        <p:tav tm="100000">
                                          <p:val>
                                            <p:strVal val="#ppt_y"/>
                                          </p:val>
                                        </p:tav>
                                      </p:tavLst>
                                    </p:anim>
                                  </p:childTnLst>
                                </p:cTn>
                              </p:par>
                              <p:par>
                                <p:cTn id="21" presetID="10" presetClass="entr" presetSubtype="0" fill="hold" grpId="0" nodeType="withEffect">
                                  <p:stCondLst>
                                    <p:cond delay="900"/>
                                  </p:stCondLst>
                                  <p:childTnLst>
                                    <p:set>
                                      <p:cBhvr>
                                        <p:cTn id="22" dur="1" fill="hold">
                                          <p:stCondLst>
                                            <p:cond delay="0"/>
                                          </p:stCondLst>
                                        </p:cTn>
                                        <p:tgtEl>
                                          <p:spTgt spid="5"/>
                                        </p:tgtEl>
                                        <p:attrNameLst>
                                          <p:attrName>style.visibility</p:attrName>
                                        </p:attrNameLst>
                                      </p:cBhvr>
                                      <p:to>
                                        <p:strVal val="visible"/>
                                      </p:to>
                                    </p:set>
                                    <p:animEffect transition="in" filter="fade">
                                      <p:cBhvr>
                                        <p:cTn id="23" dur="500"/>
                                        <p:tgtEl>
                                          <p:spTgt spid="5"/>
                                        </p:tgtEl>
                                      </p:cBhvr>
                                    </p:animEffect>
                                  </p:childTnLst>
                                </p:cTn>
                              </p:par>
                              <p:par>
                                <p:cTn id="24" presetID="22" presetClass="entr" presetSubtype="8" fill="hold" grpId="0" nodeType="withEffect">
                                  <p:stCondLst>
                                    <p:cond delay="110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400"/>
                                        <p:tgtEl>
                                          <p:spTgt spid="6"/>
                                        </p:tgtEl>
                                      </p:cBhvr>
                                    </p:animEffect>
                                  </p:childTnLst>
                                </p:cTn>
                              </p:par>
                              <p:par>
                                <p:cTn id="27" presetID="22" presetClass="entr" presetSubtype="8" fill="hold" grpId="0" nodeType="withEffect">
                                  <p:stCondLst>
                                    <p:cond delay="110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400"/>
                                        <p:tgtEl>
                                          <p:spTgt spid="7"/>
                                        </p:tgtEl>
                                      </p:cBhvr>
                                    </p:animEffect>
                                  </p:childTnLst>
                                </p:cTn>
                              </p:par>
                              <p:par>
                                <p:cTn id="30" presetID="22" presetClass="entr" presetSubtype="8" fill="hold" grpId="0" nodeType="withEffect">
                                  <p:stCondLst>
                                    <p:cond delay="122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400"/>
                                        <p:tgtEl>
                                          <p:spTgt spid="8"/>
                                        </p:tgtEl>
                                      </p:cBhvr>
                                    </p:animEffect>
                                  </p:childTnLst>
                                </p:cTn>
                              </p:par>
                              <p:par>
                                <p:cTn id="33" presetID="22" presetClass="entr" presetSubtype="8" fill="hold" grpId="0" nodeType="withEffect">
                                  <p:stCondLst>
                                    <p:cond delay="122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400"/>
                                        <p:tgtEl>
                                          <p:spTgt spid="9"/>
                                        </p:tgtEl>
                                      </p:cBhvr>
                                    </p:animEffect>
                                  </p:childTnLst>
                                </p:cTn>
                              </p:par>
                              <p:par>
                                <p:cTn id="36" presetID="22" presetClass="entr" presetSubtype="8" fill="hold" grpId="0" nodeType="withEffect">
                                  <p:stCondLst>
                                    <p:cond delay="134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400"/>
                                        <p:tgtEl>
                                          <p:spTgt spid="10"/>
                                        </p:tgtEl>
                                      </p:cBhvr>
                                    </p:animEffect>
                                  </p:childTnLst>
                                </p:cTn>
                              </p:par>
                              <p:par>
                                <p:cTn id="39" presetID="22" presetClass="entr" presetSubtype="8" fill="hold" grpId="0" nodeType="withEffect">
                                  <p:stCondLst>
                                    <p:cond delay="1340"/>
                                  </p:stCondLst>
                                  <p:childTnLst>
                                    <p:set>
                                      <p:cBhvr>
                                        <p:cTn id="40" dur="1" fill="hold">
                                          <p:stCondLst>
                                            <p:cond delay="0"/>
                                          </p:stCondLst>
                                        </p:cTn>
                                        <p:tgtEl>
                                          <p:spTgt spid="11"/>
                                        </p:tgtEl>
                                        <p:attrNameLst>
                                          <p:attrName>style.visibility</p:attrName>
                                        </p:attrNameLst>
                                      </p:cBhvr>
                                      <p:to>
                                        <p:strVal val="visible"/>
                                      </p:to>
                                    </p:set>
                                    <p:animEffect transition="in" filter="wipe(left)">
                                      <p:cBhvr>
                                        <p:cTn id="41" dur="400"/>
                                        <p:tgtEl>
                                          <p:spTgt spid="11"/>
                                        </p:tgtEl>
                                      </p:cBhvr>
                                    </p:animEffect>
                                  </p:childTnLst>
                                </p:cTn>
                              </p:par>
                              <p:par>
                                <p:cTn id="42" presetID="22" presetClass="entr" presetSubtype="8" fill="hold" grpId="0" nodeType="withEffect">
                                  <p:stCondLst>
                                    <p:cond delay="146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400"/>
                                        <p:tgtEl>
                                          <p:spTgt spid="12"/>
                                        </p:tgtEl>
                                      </p:cBhvr>
                                    </p:animEffect>
                                  </p:childTnLst>
                                </p:cTn>
                              </p:par>
                              <p:par>
                                <p:cTn id="45" presetID="22" presetClass="entr" presetSubtype="8" fill="hold" grpId="0" nodeType="withEffect">
                                  <p:stCondLst>
                                    <p:cond delay="1460"/>
                                  </p:stCondLst>
                                  <p:childTnLst>
                                    <p:set>
                                      <p:cBhvr>
                                        <p:cTn id="46" dur="1" fill="hold">
                                          <p:stCondLst>
                                            <p:cond delay="0"/>
                                          </p:stCondLst>
                                        </p:cTn>
                                        <p:tgtEl>
                                          <p:spTgt spid="13"/>
                                        </p:tgtEl>
                                        <p:attrNameLst>
                                          <p:attrName>style.visibility</p:attrName>
                                        </p:attrNameLst>
                                      </p:cBhvr>
                                      <p:to>
                                        <p:strVal val="visible"/>
                                      </p:to>
                                    </p:set>
                                    <p:animEffect transition="in" filter="wipe(left)">
                                      <p:cBhvr>
                                        <p:cTn id="47" dur="400"/>
                                        <p:tgtEl>
                                          <p:spTgt spid="13"/>
                                        </p:tgtEl>
                                      </p:cBhvr>
                                    </p:animEffect>
                                  </p:childTnLst>
                                </p:cTn>
                              </p:par>
                              <p:par>
                                <p:cTn id="48" presetID="53" presetClass="entr" presetSubtype="16" fill="hold" grpId="0" nodeType="withEffect">
                                  <p:stCondLst>
                                    <p:cond delay="1500"/>
                                  </p:stCondLst>
                                  <p:childTnLst>
                                    <p:set>
                                      <p:cBhvr>
                                        <p:cTn id="49" dur="1" fill="hold">
                                          <p:stCondLst>
                                            <p:cond delay="0"/>
                                          </p:stCondLst>
                                        </p:cTn>
                                        <p:tgtEl>
                                          <p:spTgt spid="16"/>
                                        </p:tgtEl>
                                        <p:attrNameLst>
                                          <p:attrName>style.visibility</p:attrName>
                                        </p:attrNameLst>
                                      </p:cBhvr>
                                      <p:to>
                                        <p:strVal val="visible"/>
                                      </p:to>
                                    </p:set>
                                    <p:anim calcmode="lin" valueType="num">
                                      <p:cBhvr additive="base">
                                        <p:cTn id="50" dur="500" fill="hold"/>
                                        <p:tgtEl>
                                          <p:spTgt spid="16"/>
                                        </p:tgtEl>
                                        <p:attrNameLst>
                                          <p:attrName>ppt_w</p:attrName>
                                        </p:attrNameLst>
                                      </p:cBhvr>
                                      <p:tavLst>
                                        <p:tav tm="0">
                                          <p:val>
                                            <p:strVal val="#ppt_w*0.7"/>
                                          </p:val>
                                        </p:tav>
                                        <p:tav tm="100000">
                                          <p:val>
                                            <p:strVal val="#ppt_w"/>
                                          </p:val>
                                        </p:tav>
                                      </p:tavLst>
                                    </p:anim>
                                    <p:anim calcmode="lin" valueType="num">
                                      <p:cBhvr additive="base">
                                        <p:cTn id="51" dur="500" fill="hold"/>
                                        <p:tgtEl>
                                          <p:spTgt spid="16"/>
                                        </p:tgtEl>
                                        <p:attrNameLst>
                                          <p:attrName>ppt_h</p:attrName>
                                        </p:attrNameLst>
                                      </p:cBhvr>
                                      <p:tavLst>
                                        <p:tav tm="0">
                                          <p:val>
                                            <p:strVal val="#ppt_h*0.7"/>
                                          </p:val>
                                        </p:tav>
                                        <p:tav tm="100000">
                                          <p:val>
                                            <p:strVal val="#ppt_h"/>
                                          </p:val>
                                        </p:tav>
                                      </p:tavLst>
                                    </p:anim>
                                    <p:animEffect transition="in" filter="fade">
                                      <p:cBhvr>
                                        <p:cTn id="52" dur="500"/>
                                        <p:tgtEl>
                                          <p:spTgt spid="16"/>
                                        </p:tgtEl>
                                      </p:cBhvr>
                                    </p:animEffect>
                                  </p:childTnLst>
                                </p:cTn>
                              </p:par>
                              <p:par>
                                <p:cTn id="53" presetID="53" presetClass="entr" presetSubtype="16" fill="hold" grpId="0" nodeType="withEffect">
                                  <p:stCondLst>
                                    <p:cond delay="15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00" fill="hold"/>
                                        <p:tgtEl>
                                          <p:spTgt spid="17"/>
                                        </p:tgtEl>
                                        <p:attrNameLst>
                                          <p:attrName>ppt_w</p:attrName>
                                        </p:attrNameLst>
                                      </p:cBhvr>
                                      <p:tavLst>
                                        <p:tav tm="0">
                                          <p:val>
                                            <p:strVal val="#ppt_w*0.7"/>
                                          </p:val>
                                        </p:tav>
                                        <p:tav tm="100000">
                                          <p:val>
                                            <p:strVal val="#ppt_w"/>
                                          </p:val>
                                        </p:tav>
                                      </p:tavLst>
                                    </p:anim>
                                    <p:anim calcmode="lin" valueType="num">
                                      <p:cBhvr additive="base">
                                        <p:cTn id="56" dur="500" fill="hold"/>
                                        <p:tgtEl>
                                          <p:spTgt spid="17"/>
                                        </p:tgtEl>
                                        <p:attrNameLst>
                                          <p:attrName>ppt_h</p:attrName>
                                        </p:attrNameLst>
                                      </p:cBhvr>
                                      <p:tavLst>
                                        <p:tav tm="0">
                                          <p:val>
                                            <p:strVal val="#ppt_h*0.7"/>
                                          </p:val>
                                        </p:tav>
                                        <p:tav tm="100000">
                                          <p:val>
                                            <p:strVal val="#ppt_h"/>
                                          </p:val>
                                        </p:tav>
                                      </p:tavLst>
                                    </p:anim>
                                    <p:animEffect transition="in" filter="fade">
                                      <p:cBhvr>
                                        <p:cTn id="57" dur="500"/>
                                        <p:tgtEl>
                                          <p:spTgt spid="17"/>
                                        </p:tgtEl>
                                      </p:cBhvr>
                                    </p:animEffect>
                                  </p:childTnLst>
                                </p:cTn>
                              </p:par>
                              <p:par>
                                <p:cTn id="58" presetID="53" presetClass="entr" presetSubtype="16" fill="hold" grpId="0" nodeType="withEffect">
                                  <p:stCondLst>
                                    <p:cond delay="1500"/>
                                  </p:stCondLst>
                                  <p:childTnLst>
                                    <p:set>
                                      <p:cBhvr>
                                        <p:cTn id="59" dur="1" fill="hold">
                                          <p:stCondLst>
                                            <p:cond delay="0"/>
                                          </p:stCondLst>
                                        </p:cTn>
                                        <p:tgtEl>
                                          <p:spTgt spid="18"/>
                                        </p:tgtEl>
                                        <p:attrNameLst>
                                          <p:attrName>style.visibility</p:attrName>
                                        </p:attrNameLst>
                                      </p:cBhvr>
                                      <p:to>
                                        <p:strVal val="visible"/>
                                      </p:to>
                                    </p:set>
                                    <p:anim calcmode="lin" valueType="num">
                                      <p:cBhvr additive="base">
                                        <p:cTn id="60" dur="500" fill="hold"/>
                                        <p:tgtEl>
                                          <p:spTgt spid="18"/>
                                        </p:tgtEl>
                                        <p:attrNameLst>
                                          <p:attrName>ppt_w</p:attrName>
                                        </p:attrNameLst>
                                      </p:cBhvr>
                                      <p:tavLst>
                                        <p:tav tm="0">
                                          <p:val>
                                            <p:strVal val="#ppt_w*0.7"/>
                                          </p:val>
                                        </p:tav>
                                        <p:tav tm="100000">
                                          <p:val>
                                            <p:strVal val="#ppt_w"/>
                                          </p:val>
                                        </p:tav>
                                      </p:tavLst>
                                    </p:anim>
                                    <p:anim calcmode="lin" valueType="num">
                                      <p:cBhvr additive="base">
                                        <p:cTn id="61" dur="500" fill="hold"/>
                                        <p:tgtEl>
                                          <p:spTgt spid="18"/>
                                        </p:tgtEl>
                                        <p:attrNameLst>
                                          <p:attrName>ppt_h</p:attrName>
                                        </p:attrNameLst>
                                      </p:cBhvr>
                                      <p:tavLst>
                                        <p:tav tm="0">
                                          <p:val>
                                            <p:strVal val="#ppt_h*0.7"/>
                                          </p:val>
                                        </p:tav>
                                        <p:tav tm="100000">
                                          <p:val>
                                            <p:strVal val="#ppt_h"/>
                                          </p:val>
                                        </p:tav>
                                      </p:tavLst>
                                    </p:anim>
                                    <p:animEffect transition="in" filter="fade">
                                      <p:cBhvr>
                                        <p:cTn id="6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4" grpId="0" animBg="1"/>
      <p:bldP spid="5" grpId="0" animBg="1"/>
      <p:bldP spid="7" grpId="0" animBg="1"/>
      <p:bldP spid="9" grpId="0" animBg="1"/>
      <p:bldP spid="11" grpId="0" animBg="1"/>
      <p:bldP spid="13" grpId="0" animBg="1"/>
      <p:bldP spid="16" grpId="0" animBg="1"/>
      <p:bldP spid="18" grpId="0" animBg="1"/>
    </p:bldLst>
  </p:timing>
</p:sld>
</file>

<file path=ppt/slides/slide28.xml><?xml version="1.0" encoding="utf-8"?>
<p:sld xmlns:a="http://schemas.openxmlformats.org/drawingml/2006/main" xmlns:p="http://schemas.openxmlformats.org/presentationml/2006/main" xmlns:r="http://schemas.openxmlformats.org/officeDocument/2006/relationships" show="0">
  <p:cSld>
    <p:bg>
      <p:bgPr>
        <a:solidFill>
          <a:srgbClr val="F3F7F1"/>
        </a:solidFill>
        <a:effectLst/>
      </p:bgPr>
    </p:bg>
    <p:spTree>
      <p:nvGrpSpPr>
        <p:cNvPr id="1" name=""/>
        <p:cNvGrpSpPr/>
        <p:nvPr/>
      </p:nvGrpSpPr>
      <p:grpSpPr/>
      <p:pic>
        <p:nvPicPr>
          <p:cNvPr id="2" name="!!bg" descr="light_207D08032A1Bc_6adf97.jpg"/>
          <p:cNvPicPr>
            <a:picLocks noChangeAspect="1"/>
          </p:cNvPicPr>
          <p:nvPr/>
        </p:nvPicPr>
        <p:blipFill>
          <a:blip r:embed="rId2"/>
          <a:srcRect l="1" r="1"/>
          <a:stretch>
            <a:fillRect/>
          </a:stretch>
        </p:blipFill>
        <p:spPr>
          <a:xfrm>
            <a:off x="0" y="0"/>
            <a:ext cx="12191695" cy="6858000"/>
          </a:xfrm>
          <a:prstGeom prst="rect">
            <a:avLst/>
          </a:prstGeom>
        </p:spPr>
      </p:pic>
      <p:sp>
        <p:nvSpPr>
          <p:cNvPr id="3" name="TextBox 2"/>
          <p:cNvSpPr txBox="1"/>
          <p:nvPr/>
        </p:nvSpPr>
        <p:spPr>
          <a:xfrm>
            <a:off x="548640" y="365760"/>
            <a:ext cx="10058400" cy="548640"/>
          </a:xfrm>
          <a:prstGeom prst="rect">
            <a:avLst/>
          </a:prstGeom>
          <a:noFill/>
        </p:spPr>
        <p:txBody>
          <a:bodyPr wrap="square" lIns="0" rIns="0" tIns="0" bIns="0" anchor="t">
            <a:noAutofit/>
          </a:bodyPr>
          <a:lstStyle/>
          <a:p>
            <a:pPr algn="l">
              <a:lnSpc>
                <a:spcPct val="100000"/>
              </a:lnSpc>
            </a:pPr>
            <a:r>
              <a:rPr sz="2400" b="1" i="0">
                <a:solidFill>
                  <a:srgbClr val="0D2B1C"/>
                </a:solidFill>
                <a:latin typeface="Lexend Exa"/>
                <a:ea typeface="Lexend Exa"/>
                <a:cs typeface="Lexend Exa"/>
              </a:rPr>
              <a:t>NGUỒN HÌNH ẢNH</a:t>
            </a:r>
          </a:p>
        </p:txBody>
      </p:sp>
      <p:sp>
        <p:nvSpPr>
          <p:cNvPr id="4" name="TextBox 3"/>
          <p:cNvSpPr txBox="1"/>
          <p:nvPr/>
        </p:nvSpPr>
        <p:spPr>
          <a:xfrm>
            <a:off x="548640" y="960120"/>
            <a:ext cx="10972800" cy="457200"/>
          </a:xfrm>
          <a:prstGeom prst="rect">
            <a:avLst/>
          </a:prstGeom>
          <a:noFill/>
        </p:spPr>
        <p:txBody>
          <a:bodyPr wrap="square" lIns="0" rIns="0" tIns="0" bIns="0" anchor="t">
            <a:noAutofit/>
          </a:bodyPr>
          <a:lstStyle/>
          <a:p>
            <a:pPr algn="l"/>
            <a:r>
              <a:rPr sz="1000" b="0" i="0">
                <a:solidFill>
                  <a:srgbClr val="86988C"/>
                </a:solidFill>
                <a:latin typeface="Be Vietnam Pro"/>
                <a:ea typeface="Be Vietnam Pro"/>
                <a:cs typeface="Be Vietnam Pro"/>
              </a:rPr>
              <a:t>Slide ẩn — không hiển thị khi trình chiếu. Ảnh: tư liệu của Viện STP, Công ty CP Kỹ thuật Hàng hải DAKO, Công ty CP Giải pháp Công nghệ Việt Nam HL&amp;HT và BOM Technology (LATOI Australia); ảnh minh họa ngành hàng từ Open Images (Google), giấy phép CC BY 2.0 — danh sách bên dưới. Bản đồ: Natural Earth. Icon: Lucide (ISC). Font: Lexend Exa, Be Vietnam Pro (SIL OFL).</a:t>
            </a:r>
          </a:p>
        </p:txBody>
      </p:sp>
      <p:sp>
        <p:nvSpPr>
          <p:cNvPr id="5" name="TextBox 4"/>
          <p:cNvSpPr txBox="1"/>
          <p:nvPr/>
        </p:nvSpPr>
        <p:spPr>
          <a:xfrm>
            <a:off x="548640" y="1600200"/>
            <a:ext cx="5394960" cy="4937760"/>
          </a:xfrm>
          <a:prstGeom prst="rect">
            <a:avLst/>
          </a:prstGeom>
          <a:noFill/>
        </p:spPr>
        <p:txBody>
          <a:bodyPr wrap="square" lIns="0" rIns="0" tIns="0" bIns="0" anchor="t">
            <a:noAutofit/>
          </a:bodyPr>
          <a:lstStyle/>
          <a:p>
            <a:pPr algn="l">
              <a:lnSpc>
                <a:spcPct val="105000"/>
              </a:lnSpc>
            </a:pPr>
            <a:r>
              <a:rPr sz="800" b="0" i="0">
                <a:solidFill>
                  <a:srgbClr val="465A4D"/>
                </a:solidFill>
                <a:latin typeface="Be Vietnam Pro"/>
                <a:ea typeface="Be Vietnam Pro"/>
                <a:cs typeface="Be Vietnam Pro"/>
              </a:rPr>
              <a:t>• Spring Rolls — N1NJ4 (Flickr, CC BY 2.0)</a:t>
            </a:r>
          </a:p>
          <a:p>
            <a:pPr algn="l">
              <a:lnSpc>
                <a:spcPct val="105000"/>
              </a:lnSpc>
            </a:pPr>
            <a:r>
              <a:rPr sz="800" b="0" i="0">
                <a:solidFill>
                  <a:srgbClr val="465A4D"/>
                </a:solidFill>
                <a:latin typeface="Be Vietnam Pro"/>
                <a:ea typeface="Be Vietnam Pro"/>
                <a:cs typeface="Be Vietnam Pro"/>
              </a:rPr>
              <a:t>• Spanish prawns — Mate Marschalko (Flickr, CC BY 2.0)</a:t>
            </a:r>
          </a:p>
          <a:p>
            <a:pPr algn="l">
              <a:lnSpc>
                <a:spcPct val="105000"/>
              </a:lnSpc>
            </a:pPr>
            <a:r>
              <a:rPr sz="800" b="0" i="0">
                <a:solidFill>
                  <a:srgbClr val="465A4D"/>
                </a:solidFill>
                <a:latin typeface="Be Vietnam Pro"/>
                <a:ea typeface="Be Vietnam Pro"/>
                <a:cs typeface="Be Vietnam Pro"/>
              </a:rPr>
              <a:t>• Pills — Jamie (Flickr, CC BY 2.0)</a:t>
            </a:r>
          </a:p>
        </p:txBody>
      </p:sp>
      <p:sp>
        <p:nvSpPr>
          <p:cNvPr id="6" name="TextBox 5"/>
          <p:cNvSpPr txBox="1"/>
          <p:nvPr/>
        </p:nvSpPr>
        <p:spPr>
          <a:xfrm>
            <a:off x="6126480" y="1600200"/>
            <a:ext cx="5394960" cy="4937760"/>
          </a:xfrm>
          <a:prstGeom prst="rect">
            <a:avLst/>
          </a:prstGeom>
          <a:noFill/>
        </p:spPr>
        <p:txBody>
          <a:bodyPr wrap="square" lIns="0" rIns="0" tIns="0" bIns="0" anchor="t">
            <a:noAutofit/>
          </a:bodyPr>
          <a:lstStyle/>
          <a:p>
            <a:pPr algn="l">
              <a:lnSpc>
                <a:spcPct val="105000"/>
              </a:lnSpc>
            </a:pPr>
            <a:r>
              <a:rPr sz="800" b="0" i="0">
                <a:solidFill>
                  <a:srgbClr val="465A4D"/>
                </a:solidFill>
                <a:latin typeface="Be Vietnam Pro"/>
                <a:ea typeface="Be Vietnam Pro"/>
                <a:cs typeface="Be Vietnam Pro"/>
              </a:rPr>
              <a:t>• Empty Store — whoohoo120 (Flickr, CC BY 2.0)</a:t>
            </a:r>
          </a:p>
          <a:p>
            <a:pPr algn="l">
              <a:lnSpc>
                <a:spcPct val="105000"/>
              </a:lnSpc>
            </a:pPr>
            <a:r>
              <a:rPr sz="800" b="0" i="0">
                <a:solidFill>
                  <a:srgbClr val="465A4D"/>
                </a:solidFill>
                <a:latin typeface="Be Vietnam Pro"/>
                <a:ea typeface="Be Vietnam Pro"/>
                <a:cs typeface="Be Vietnam Pro"/>
              </a:rPr>
              <a:t>• fish2833 — NOAA Photo Library (Flickr, CC BY 2.0)</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1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